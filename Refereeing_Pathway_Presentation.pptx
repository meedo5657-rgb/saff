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33.bin" ContentType="application/vnd.openxmlformats-officedocument.oleObject"/>
  <Override PartName="/ppt/embeddings/oleObject34.bin" ContentType="application/vnd.openxmlformats-officedocument.oleObject"/>
  <Override PartName="/ppt/embeddings/oleObject35.bin" ContentType="application/vnd.openxmlformats-officedocument.oleObject"/>
  <Override PartName="/ppt/embeddings/oleObject36.bin" ContentType="application/vnd.openxmlformats-officedocument.oleObject"/>
  <Override PartName="/ppt/embeddings/oleObject37.bin" ContentType="application/vnd.openxmlformats-officedocument.oleObject"/>
  <Override PartName="/ppt/embeddings/oleObject38.bin" ContentType="application/vnd.openxmlformats-officedocument.oleObject"/>
  <Override PartName="/ppt/embeddings/oleObject39.bin" ContentType="application/vnd.openxmlformats-officedocument.oleObject"/>
  <Override PartName="/ppt/embeddings/oleObject4.bin" ContentType="application/vnd.openxmlformats-officedocument.oleObject"/>
  <Override PartName="/ppt/embeddings/oleObject40.bin" ContentType="application/vnd.openxmlformats-officedocument.oleObject"/>
  <Override PartName="/ppt/embeddings/oleObject41.bin" ContentType="application/vnd.openxmlformats-officedocument.oleObject"/>
  <Override PartName="/ppt/embeddings/oleObject42.bin" ContentType="application/vnd.openxmlformats-officedocument.oleObject"/>
  <Override PartName="/ppt/embeddings/oleObject43.bin" ContentType="application/vnd.openxmlformats-officedocument.oleObject"/>
  <Override PartName="/ppt/embeddings/oleObject44.bin" ContentType="application/vnd.openxmlformats-officedocument.oleObject"/>
  <Override PartName="/ppt/embeddings/oleObject45.bin" ContentType="application/vnd.openxmlformats-officedocument.oleObject"/>
  <Override PartName="/ppt/embeddings/oleObject46.bin" ContentType="application/vnd.openxmlformats-officedocument.oleObject"/>
  <Override PartName="/ppt/embeddings/oleObject47.bin" ContentType="application/vnd.openxmlformats-officedocument.oleObject"/>
  <Override PartName="/ppt/embeddings/oleObject48.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76" r:id="rId4"/>
    <p:sldMasterId id="2147483681" r:id="rId5"/>
    <p:sldMasterId id="2147483698" r:id="rId6"/>
    <p:sldMasterId id="2147483706" r:id="rId7"/>
    <p:sldMasterId id="2147483744" r:id="rId8"/>
    <p:sldMasterId id="2147483746" r:id="rId9"/>
  </p:sldMasterIdLst>
  <p:notesMasterIdLst>
    <p:notesMasterId r:id="rId140"/>
  </p:notesMasterIdLst>
  <p:sldIdLst>
    <p:sldId id="256" r:id="rId39"/>
    <p:sldId id="257" r:id="rId40"/>
    <p:sldId id="258" r:id="rId41"/>
    <p:sldId id="259" r:id="rId42"/>
    <p:sldId id="260" r:id="rId43"/>
    <p:sldId id="261" r:id="rId44"/>
    <p:sldId id="262" r:id="rId45"/>
    <p:sldId id="263" r:id="rId46"/>
    <p:sldId id="264" r:id="rId47"/>
    <p:sldId id="265" r:id="rId48"/>
    <p:sldId id="266" r:id="rId49"/>
    <p:sldId id="267" r:id="rId50"/>
    <p:sldId id="268" r:id="rId51"/>
    <p:sldId id="269" r:id="rId52"/>
    <p:sldId id="270" r:id="rId53"/>
    <p:sldId id="271" r:id="rId54"/>
    <p:sldId id="272" r:id="rId55"/>
    <p:sldId id="273" r:id="rId56"/>
    <p:sldId id="274" r:id="rId57"/>
    <p:sldId id="275" r:id="rId58"/>
    <p:sldId id="276" r:id="rId59"/>
    <p:sldId id="277" r:id="rId60"/>
    <p:sldId id="278" r:id="rId61"/>
    <p:sldId id="279" r:id="rId62"/>
    <p:sldId id="280" r:id="rId63"/>
    <p:sldId id="281" r:id="rId64"/>
    <p:sldId id="282" r:id="rId65"/>
    <p:sldId id="283" r:id="rId66"/>
    <p:sldId id="284" r:id="rId67"/>
    <p:sldId id="285" r:id="rId68"/>
    <p:sldId id="286" r:id="rId69"/>
    <p:sldId id="287" r:id="rId70"/>
    <p:sldId id="288" r:id="rId71"/>
    <p:sldId id="289" r:id="rId72"/>
    <p:sldId id="290" r:id="rId73"/>
  </p:sldIdLst>
  <p:sldSz cx="12192000" cy="6858000"/>
  <p:notesSz cx="6858000" cy="9144000"/>
  <p:embeddedFontLst>
    <p:embeddedFont>
      <p:font typeface="Alexandria Light" panose="020B0604020202020204" charset="-78"/>
      <p:regular r:id="rId141"/>
    </p:embeddedFont>
    <p:embeddedFont>
      <p:font typeface="Century Gothic" panose="020B0502020202020204" pitchFamily="34" charset="0"/>
      <p:regular r:id="rId142"/>
      <p:bold r:id="rId143"/>
      <p:italic r:id="rId144"/>
      <p:boldItalic r:id="rId145"/>
    </p:embeddedFont>
    <p:embeddedFont>
      <p:font typeface="Open sans" panose="020B0606030504020204" pitchFamily="34" charset="0"/>
      <p:regular r:id="rId146"/>
      <p:bold r:id="rId147"/>
      <p:italic r:id="rId148"/>
      <p:boldItalic r:id="rId149"/>
    </p:embeddedFont>
    <p:embeddedFont>
      <p:font typeface="Open Sans Light" panose="020B0306030504020204" pitchFamily="34" charset="0"/>
      <p:regular r:id="rId150"/>
      <p:italic r:id="rId151"/>
    </p:embeddedFont>
    <p:embeddedFont>
      <p:font typeface="Sakkal Majalla" panose="02000000000000000000" pitchFamily="2" charset="-78"/>
      <p:regular r:id="rId152"/>
      <p:bold r:id="rId153"/>
    </p:embeddedFont>
    <p:embeddedFont>
      <p:font typeface="Segoe UI" panose="020B0502040204020203" pitchFamily="34" charset="0"/>
      <p:regular r:id="rId154"/>
      <p:bold r:id="rId155"/>
      <p:italic r:id="rId156"/>
      <p:boldItalic r:id="rId157"/>
    </p:embeddedFont>
    <p:embeddedFont>
      <p:font typeface="Trebuchet MS" panose="020B0603020202020204" pitchFamily="34" charset="0"/>
      <p:regular r:id="rId158"/>
      <p:bold r:id="rId159"/>
      <p:italic r:id="rId160"/>
      <p:boldItalic r:id="rId161"/>
    </p:embeddedFont>
  </p:embeddedFontLst>
  <p:custDataLst>
    <p:tags r:id="rId16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36567A0-12BB-408A-B6A8-7631B51539EF}">
          <p14:sldIdLst>
            <p14:sldId id="2147480573"/>
            <p14:sldId id="2147481833"/>
            <p14:sldId id="2147481851"/>
            <p14:sldId id="2147481482"/>
            <p14:sldId id="2147481834"/>
            <p14:sldId id="2147481856"/>
            <p14:sldId id="2147481857"/>
            <p14:sldId id="2147481766"/>
            <p14:sldId id="2147481842"/>
            <p14:sldId id="2147481858"/>
            <p14:sldId id="2147481859"/>
            <p14:sldId id="2147481860"/>
            <p14:sldId id="2147481861"/>
            <p14:sldId id="2147481862"/>
            <p14:sldId id="2147481863"/>
            <p14:sldId id="2147481917"/>
            <p14:sldId id="2147481844"/>
            <p14:sldId id="2147481845"/>
            <p14:sldId id="2147481864"/>
            <p14:sldId id="2147481846"/>
            <p14:sldId id="2147481847"/>
            <p14:sldId id="2147481848"/>
            <p14:sldId id="2147481837"/>
            <p14:sldId id="2147481865"/>
            <p14:sldId id="2147480749"/>
            <p14:sldId id="2147481843"/>
            <p14:sldId id="2147481868"/>
            <p14:sldId id="2147481875"/>
            <p14:sldId id="2147481876"/>
            <p14:sldId id="2147481877"/>
            <p14:sldId id="2147481878"/>
            <p14:sldId id="2147481879"/>
            <p14:sldId id="2147481880"/>
            <p14:sldId id="2147481881"/>
            <p14:sldId id="2147481882"/>
            <p14:sldId id="2147481883"/>
            <p14:sldId id="2147481884"/>
            <p14:sldId id="2147481885"/>
            <p14:sldId id="2147481886"/>
            <p14:sldId id="2147481887"/>
            <p14:sldId id="2147481888"/>
            <p14:sldId id="2147481889"/>
            <p14:sldId id="2147481890"/>
            <p14:sldId id="2147481911"/>
            <p14:sldId id="2147481912"/>
            <p14:sldId id="2147481913"/>
            <p14:sldId id="2147481914"/>
            <p14:sldId id="2147481915"/>
            <p14:sldId id="2147481891"/>
            <p14:sldId id="2147481892"/>
            <p14:sldId id="2147481893"/>
            <p14:sldId id="2147481894"/>
            <p14:sldId id="2147481895"/>
            <p14:sldId id="2147481896"/>
            <p14:sldId id="2147481897"/>
            <p14:sldId id="2147481900"/>
            <p14:sldId id="2147481898"/>
            <p14:sldId id="2147481899"/>
            <p14:sldId id="2147481901"/>
            <p14:sldId id="2147481903"/>
            <p14:sldId id="2147481902"/>
            <p14:sldId id="2147481904"/>
            <p14:sldId id="2147481907"/>
            <p14:sldId id="2147481908"/>
            <p14:sldId id="2147481905"/>
            <p14:sldId id="2147481906"/>
          </p14:sldIdLst>
        </p14:section>
        <p14:section name="Technical workforce" id="{2A72A4F8-EB8A-46F9-8A9A-955CD528100D}">
          <p14:sldIdLst>
            <p14:sldId id="2147481763"/>
            <p14:sldId id="2147481806"/>
            <p14:sldId id="2147481807"/>
            <p14:sldId id="2147481808"/>
            <p14:sldId id="2147481805"/>
            <p14:sldId id="2147481764"/>
            <p14:sldId id="2147481765"/>
            <p14:sldId id="2147481783"/>
            <p14:sldId id="2147481784"/>
            <p14:sldId id="2147481788"/>
            <p14:sldId id="260"/>
          </p14:sldIdLst>
        </p14:section>
        <p14:section name="U5, U7, U9" id="{F4DD0F75-E6E2-44FF-A19A-E91208551A65}">
          <p14:sldIdLst>
            <p14:sldId id="2147481750"/>
            <p14:sldId id="2147481753"/>
            <p14:sldId id="2147481754"/>
            <p14:sldId id="2147481645"/>
            <p14:sldId id="2147481646"/>
            <p14:sldId id="2147481647"/>
            <p14:sldId id="2147481648"/>
            <p14:sldId id="2147481662"/>
            <p14:sldId id="2147481663"/>
            <p14:sldId id="2147481664"/>
            <p14:sldId id="2147481666"/>
            <p14:sldId id="2147481667"/>
            <p14:sldId id="2147481668"/>
          </p14:sldIdLst>
        </p14:section>
        <p14:section name="U11-U14" id="{6F526426-3674-48D9-A846-BD662028A318}">
          <p14:sldIdLst>
            <p14:sldId id="2147481701"/>
          </p14:sldIdLst>
        </p14:section>
        <p14:section name="U11" id="{41B9D610-22A3-4B55-8DAC-0BE4454C8B77}">
          <p14:sldIdLst>
            <p14:sldId id="2147481669"/>
            <p14:sldId id="2147481670"/>
            <p14:sldId id="2147481671"/>
            <p14:sldId id="2147481672"/>
            <p14:sldId id="2147481673"/>
            <p14:sldId id="2147481674"/>
            <p14:sldId id="2147481675"/>
            <p14:sldId id="2147481676"/>
          </p14:sldIdLst>
        </p14:section>
        <p14:section name="U12" id="{EA2D3033-7CBD-43C8-AF95-F61078663ABC}">
          <p14:sldIdLst>
            <p14:sldId id="2147481677"/>
            <p14:sldId id="2147481678"/>
            <p14:sldId id="2147481679"/>
            <p14:sldId id="2147481680"/>
            <p14:sldId id="2147481681"/>
            <p14:sldId id="2147481682"/>
            <p14:sldId id="2147481683"/>
            <p14:sldId id="2147481684"/>
          </p14:sldIdLst>
        </p14:section>
        <p14:section name="U13" id="{98C74548-1D39-43A9-98D6-8111803AB577}">
          <p14:sldIdLst>
            <p14:sldId id="2147481685"/>
            <p14:sldId id="2147481686"/>
            <p14:sldId id="2147481687"/>
            <p14:sldId id="2147481688"/>
            <p14:sldId id="2147481689"/>
            <p14:sldId id="2147481690"/>
            <p14:sldId id="2147481691"/>
            <p14:sldId id="2147481692"/>
          </p14:sldIdLst>
        </p14:section>
        <p14:section name="U14" id="{62FC7375-25D5-440D-AEC8-1AE80E06226D}">
          <p14:sldIdLst>
            <p14:sldId id="2147481693"/>
            <p14:sldId id="2147481694"/>
            <p14:sldId id="2147481695"/>
            <p14:sldId id="2147481696"/>
            <p14:sldId id="2147481697"/>
            <p14:sldId id="2147481698"/>
            <p14:sldId id="2147481699"/>
            <p14:sldId id="2147481700"/>
          </p14:sldIdLst>
        </p14:section>
        <p14:section name="U15-U18" id="{3C285A75-7786-487B-B222-E189F2993684}">
          <p14:sldIdLst>
            <p14:sldId id="2147481755"/>
          </p14:sldIdLst>
        </p14:section>
        <p14:section name="U15" id="{058E34AD-8752-4D01-BD10-A92C3AD384DD}">
          <p14:sldIdLst>
            <p14:sldId id="2147481909"/>
          </p14:sldIdLst>
        </p14:section>
        <p14:section name="U16" id="{E97FDCA0-5C58-42C4-A3AB-2DEE23B31986}">
          <p14:sldIdLst>
            <p14:sldId id="2147481587"/>
            <p14:sldId id="2147481916"/>
          </p14:sldIdLst>
        </p14:section>
        <p14:section name="U17" id="{C18C6B71-2688-4187-AFEC-DC129A8598EA}">
          <p14:sldIdLst>
            <p14:sldId id="2147481578"/>
          </p14:sldIdLst>
        </p14:section>
        <p14:section name="U18" id="{CDD768A8-BDE7-4FE8-8CA3-FC6FAD326A1C}">
          <p14:sldIdLst>
            <p14:sldId id="2147481717"/>
          </p14:sldIdLst>
        </p14:section>
        <p14:section name="U21" id="{F8A6C2A3-36C2-4730-9C3F-6C0F96497D7B}">
          <p14:sldIdLst>
            <p14:sldId id="21474817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1E1"/>
    <a:srgbClr val="FFF7E0"/>
    <a:srgbClr val="FF0000"/>
    <a:srgbClr val="92D050"/>
    <a:srgbClr val="E7F1E7"/>
    <a:srgbClr val="287159"/>
    <a:srgbClr val="BFBFBF"/>
    <a:srgbClr val="FFC000"/>
    <a:srgbClr val="235888"/>
    <a:srgbClr val="87B78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137B0A-E974-4349-86E4-BC08A9ACE12B}" v="34" dt="2026-06-08T16:24:32.04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11" autoAdjust="0"/>
    <p:restoredTop sz="94660"/>
  </p:normalViewPr>
  <p:slideViewPr>
    <p:cSldViewPr snapToGrid="0">
      <p:cViewPr varScale="1">
        <p:scale>
          <a:sx n="65" d="100"/>
          <a:sy n="65" d="100"/>
        </p:scale>
        <p:origin x="368"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39" Type="http://schemas.openxmlformats.org/officeDocument/2006/relationships/slide" Target="slides/slide1.xml"/><Relationship Id="rId40" Type="http://schemas.openxmlformats.org/officeDocument/2006/relationships/slide" Target="slides/slide2.xml"/><Relationship Id="rId41" Type="http://schemas.openxmlformats.org/officeDocument/2006/relationships/slide" Target="slides/slide3.xml"/><Relationship Id="rId42" Type="http://schemas.openxmlformats.org/officeDocument/2006/relationships/slide" Target="slides/slide4.xml"/><Relationship Id="rId43" Type="http://schemas.openxmlformats.org/officeDocument/2006/relationships/slide" Target="slides/slide5.xml"/><Relationship Id="rId44" Type="http://schemas.openxmlformats.org/officeDocument/2006/relationships/slide" Target="slides/slide6.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9.xml"/><Relationship Id="rId48" Type="http://schemas.openxmlformats.org/officeDocument/2006/relationships/slide" Target="slides/slide10.xml"/><Relationship Id="rId49" Type="http://schemas.openxmlformats.org/officeDocument/2006/relationships/slide" Target="slides/slide11.xml"/><Relationship Id="rId50" Type="http://schemas.openxmlformats.org/officeDocument/2006/relationships/slide" Target="slides/slide12.xml"/><Relationship Id="rId51" Type="http://schemas.openxmlformats.org/officeDocument/2006/relationships/slide" Target="slides/slide13.xml"/><Relationship Id="rId52" Type="http://schemas.openxmlformats.org/officeDocument/2006/relationships/slide" Target="slides/slide14.xml"/><Relationship Id="rId53" Type="http://schemas.openxmlformats.org/officeDocument/2006/relationships/slide" Target="slides/slide15.xml"/><Relationship Id="rId54" Type="http://schemas.openxmlformats.org/officeDocument/2006/relationships/slide" Target="slides/slide16.xml"/><Relationship Id="rId55" Type="http://schemas.openxmlformats.org/officeDocument/2006/relationships/slide" Target="slides/slide17.xml"/><Relationship Id="rId56" Type="http://schemas.openxmlformats.org/officeDocument/2006/relationships/slide" Target="slides/slide18.xml"/><Relationship Id="rId57" Type="http://schemas.openxmlformats.org/officeDocument/2006/relationships/slide" Target="slides/slide19.xml"/><Relationship Id="rId58" Type="http://schemas.openxmlformats.org/officeDocument/2006/relationships/slide" Target="slides/slide20.xml"/><Relationship Id="rId59" Type="http://schemas.openxmlformats.org/officeDocument/2006/relationships/slide" Target="slides/slide21.xml"/><Relationship Id="rId60" Type="http://schemas.openxmlformats.org/officeDocument/2006/relationships/slide" Target="slides/slide22.xml"/><Relationship Id="rId61" Type="http://schemas.openxmlformats.org/officeDocument/2006/relationships/slide" Target="slides/slide23.xml"/><Relationship Id="rId62" Type="http://schemas.openxmlformats.org/officeDocument/2006/relationships/slide" Target="slides/slide24.xml"/><Relationship Id="rId63" Type="http://schemas.openxmlformats.org/officeDocument/2006/relationships/slide" Target="slides/slide25.xml"/><Relationship Id="rId64" Type="http://schemas.openxmlformats.org/officeDocument/2006/relationships/slide" Target="slides/slide26.xml"/><Relationship Id="rId65" Type="http://schemas.openxmlformats.org/officeDocument/2006/relationships/slide" Target="slides/slide27.xml"/><Relationship Id="rId66" Type="http://schemas.openxmlformats.org/officeDocument/2006/relationships/slide" Target="slides/slide28.xml"/><Relationship Id="rId67" Type="http://schemas.openxmlformats.org/officeDocument/2006/relationships/slide" Target="slides/slide29.xml"/><Relationship Id="rId68" Type="http://schemas.openxmlformats.org/officeDocument/2006/relationships/slide" Target="slides/slide30.xml"/><Relationship Id="rId69" Type="http://schemas.openxmlformats.org/officeDocument/2006/relationships/slide" Target="slides/slide31.xml"/><Relationship Id="rId70" Type="http://schemas.openxmlformats.org/officeDocument/2006/relationships/slide" Target="slides/slide32.xml"/><Relationship Id="rId71" Type="http://schemas.openxmlformats.org/officeDocument/2006/relationships/slide" Target="slides/slide33.xml"/><Relationship Id="rId72" Type="http://schemas.openxmlformats.org/officeDocument/2006/relationships/slide" Target="slides/slide34.xml"/><Relationship Id="rId73" Type="http://schemas.openxmlformats.org/officeDocument/2006/relationships/slide" Target="slides/slide35.xml"/><Relationship Id="rId140" Type="http://schemas.openxmlformats.org/officeDocument/2006/relationships/notesMaster" Target="notesMasters/notesMaster1.xml"/><Relationship Id="rId141" Type="http://schemas.openxmlformats.org/officeDocument/2006/relationships/font" Target="fonts/font1.fntdata"/><Relationship Id="rId142" Type="http://schemas.openxmlformats.org/officeDocument/2006/relationships/font" Target="fonts/font2.fntdata"/><Relationship Id="rId143" Type="http://schemas.openxmlformats.org/officeDocument/2006/relationships/font" Target="fonts/font3.fntdata"/><Relationship Id="rId144" Type="http://schemas.openxmlformats.org/officeDocument/2006/relationships/font" Target="fonts/font4.fntdata"/><Relationship Id="rId145" Type="http://schemas.openxmlformats.org/officeDocument/2006/relationships/font" Target="fonts/font5.fntdata"/><Relationship Id="rId146" Type="http://schemas.openxmlformats.org/officeDocument/2006/relationships/font" Target="fonts/font6.fntdata"/><Relationship Id="rId147" Type="http://schemas.openxmlformats.org/officeDocument/2006/relationships/font" Target="fonts/font7.fntdata"/><Relationship Id="rId148" Type="http://schemas.openxmlformats.org/officeDocument/2006/relationships/font" Target="fonts/font8.fntdata"/><Relationship Id="rId149" Type="http://schemas.openxmlformats.org/officeDocument/2006/relationships/font" Target="fonts/font9.fntdata"/><Relationship Id="rId150" Type="http://schemas.openxmlformats.org/officeDocument/2006/relationships/font" Target="fonts/font10.fntdata"/><Relationship Id="rId151" Type="http://schemas.openxmlformats.org/officeDocument/2006/relationships/font" Target="fonts/font11.fntdata"/><Relationship Id="rId152" Type="http://schemas.openxmlformats.org/officeDocument/2006/relationships/font" Target="fonts/font12.fntdata"/><Relationship Id="rId153" Type="http://schemas.openxmlformats.org/officeDocument/2006/relationships/font" Target="fonts/font13.fntdata"/><Relationship Id="rId154" Type="http://schemas.openxmlformats.org/officeDocument/2006/relationships/font" Target="fonts/font14.fntdata"/><Relationship Id="rId155" Type="http://schemas.openxmlformats.org/officeDocument/2006/relationships/font" Target="fonts/font15.fntdata"/><Relationship Id="rId156" Type="http://schemas.openxmlformats.org/officeDocument/2006/relationships/font" Target="fonts/font16.fntdata"/><Relationship Id="rId157" Type="http://schemas.openxmlformats.org/officeDocument/2006/relationships/font" Target="fonts/font17.fntdata"/><Relationship Id="rId158" Type="http://schemas.openxmlformats.org/officeDocument/2006/relationships/font" Target="fonts/font18.fntdata"/><Relationship Id="rId159" Type="http://schemas.openxmlformats.org/officeDocument/2006/relationships/font" Target="fonts/font19.fntdata"/><Relationship Id="rId160" Type="http://schemas.openxmlformats.org/officeDocument/2006/relationships/font" Target="fonts/font20.fntdata"/><Relationship Id="rId161" Type="http://schemas.openxmlformats.org/officeDocument/2006/relationships/font" Target="fonts/font21.fntdata"/><Relationship Id="rId162" Type="http://schemas.openxmlformats.org/officeDocument/2006/relationships/tags" Target="tags/tag1.xml"/><Relationship Id="rId163" Type="http://schemas.openxmlformats.org/officeDocument/2006/relationships/presProps" Target="presProps.xml"/><Relationship Id="rId164" Type="http://schemas.openxmlformats.org/officeDocument/2006/relationships/viewProps" Target="viewProps.xml"/><Relationship Id="rId165" Type="http://schemas.openxmlformats.org/officeDocument/2006/relationships/theme" Target="theme/theme1.xml"/><Relationship Id="rId166" Type="http://schemas.openxmlformats.org/officeDocument/2006/relationships/tableStyles" Target="tableStyles.xml"/><Relationship Id="rId167" Type="http://schemas.microsoft.com/office/2016/11/relationships/changesInfo" Target="changesInfos/changesInfo1.xml"/><Relationship Id="rId16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ad Alnajjar" userId="6ca1b4ea-ecd5-4166-ba5b-a53dfed048f8" providerId="ADAL" clId="{EB5C9BC5-7F73-46D6-92A5-B5F6FCB0EE90}"/>
    <pc:docChg chg="undo redo custSel addSld delSld modSld sldOrd modSection">
      <pc:chgData name="Mohammad Alnajjar" userId="6ca1b4ea-ecd5-4166-ba5b-a53dfed048f8" providerId="ADAL" clId="{EB5C9BC5-7F73-46D6-92A5-B5F6FCB0EE90}" dt="2026-06-08T16:24:32.044" v="824"/>
      <pc:docMkLst>
        <pc:docMk/>
      </pc:docMkLst>
      <pc:sldChg chg="addSp delSp modSp mod">
        <pc:chgData name="Mohammad Alnajjar" userId="6ca1b4ea-ecd5-4166-ba5b-a53dfed048f8" providerId="ADAL" clId="{EB5C9BC5-7F73-46D6-92A5-B5F6FCB0EE90}" dt="2026-06-08T16:24:31.573" v="820"/>
        <pc:sldMkLst>
          <pc:docMk/>
          <pc:sldMk cId="1641845606" sldId="2147480573"/>
        </pc:sldMkLst>
        <pc:graphicFrameChg chg="mod">
          <ac:chgData name="Mohammad Alnajjar" userId="6ca1b4ea-ecd5-4166-ba5b-a53dfed048f8" providerId="ADAL" clId="{EB5C9BC5-7F73-46D6-92A5-B5F6FCB0EE90}" dt="2026-06-08T16:24:31.573" v="820"/>
          <ac:graphicFrameMkLst>
            <pc:docMk/>
            <pc:sldMk cId="1641845606" sldId="2147480573"/>
            <ac:graphicFrameMk id="2" creationId="{ED2A7627-1B7B-4CDE-94D8-96FF8418F516}"/>
          </ac:graphicFrameMkLst>
        </pc:graphicFrameChg>
      </pc:sldChg>
      <pc:sldChg chg="modSp mod">
        <pc:chgData name="Mohammad Alnajjar" userId="6ca1b4ea-ecd5-4166-ba5b-a53dfed048f8" providerId="ADAL" clId="{EB5C9BC5-7F73-46D6-92A5-B5F6FCB0EE90}" dt="2026-06-08T16:24:30.679" v="812"/>
        <pc:sldMkLst>
          <pc:docMk/>
          <pc:sldMk cId="3342552408" sldId="2147481482"/>
        </pc:sldMkLst>
        <pc:graphicFrameChg chg="mod">
          <ac:chgData name="Mohammad Alnajjar" userId="6ca1b4ea-ecd5-4166-ba5b-a53dfed048f8" providerId="ADAL" clId="{EB5C9BC5-7F73-46D6-92A5-B5F6FCB0EE90}" dt="2026-06-08T16:24:30.679" v="812"/>
          <ac:graphicFrameMkLst>
            <pc:docMk/>
            <pc:sldMk cId="3342552408" sldId="2147481482"/>
            <ac:graphicFrameMk id="43" creationId="{6B12004A-D82F-0963-2656-D59E4267135A}"/>
          </ac:graphicFrameMkLst>
        </pc:graphicFrameChg>
      </pc:sldChg>
      <pc:sldChg chg="addSp delSp modSp add del mod ord">
        <pc:chgData name="Mohammad Alnajjar" userId="6ca1b4ea-ecd5-4166-ba5b-a53dfed048f8" providerId="ADAL" clId="{EB5C9BC5-7F73-46D6-92A5-B5F6FCB0EE90}" dt="2026-06-08T16:24:31.448" v="818"/>
        <pc:sldMkLst>
          <pc:docMk/>
          <pc:sldMk cId="2291582679" sldId="2147481766"/>
        </pc:sldMkLst>
        <pc:graphicFrameChg chg="mod">
          <ac:chgData name="Mohammad Alnajjar" userId="6ca1b4ea-ecd5-4166-ba5b-a53dfed048f8" providerId="ADAL" clId="{EB5C9BC5-7F73-46D6-92A5-B5F6FCB0EE90}" dt="2026-06-08T16:24:31.448" v="818"/>
          <ac:graphicFrameMkLst>
            <pc:docMk/>
            <pc:sldMk cId="2291582679" sldId="2147481766"/>
            <ac:graphicFrameMk id="43" creationId="{11C5DEB8-5558-31FF-95B9-859BB2E8E4ED}"/>
          </ac:graphicFrameMkLst>
        </pc:graphicFrameChg>
      </pc:sldChg>
      <pc:sldChg chg="modSp mod">
        <pc:chgData name="Mohammad Alnajjar" userId="6ca1b4ea-ecd5-4166-ba5b-a53dfed048f8" providerId="ADAL" clId="{EB5C9BC5-7F73-46D6-92A5-B5F6FCB0EE90}" dt="2026-06-08T16:24:32.044" v="824"/>
        <pc:sldMkLst>
          <pc:docMk/>
          <pc:sldMk cId="2164831924" sldId="2147481833"/>
        </pc:sldMkLst>
        <pc:graphicFrameChg chg="mod">
          <ac:chgData name="Mohammad Alnajjar" userId="6ca1b4ea-ecd5-4166-ba5b-a53dfed048f8" providerId="ADAL" clId="{EB5C9BC5-7F73-46D6-92A5-B5F6FCB0EE90}" dt="2026-06-08T16:24:32.044" v="824"/>
          <ac:graphicFrameMkLst>
            <pc:docMk/>
            <pc:sldMk cId="2164831924" sldId="2147481833"/>
            <ac:graphicFrameMk id="43" creationId="{3AFCF6DD-53B2-8447-85B6-13FB059E4054}"/>
          </ac:graphicFrameMkLst>
        </pc:graphicFrameChg>
      </pc:sldChg>
      <pc:sldChg chg="addSp delSp modSp mod">
        <pc:chgData name="Mohammad Alnajjar" userId="6ca1b4ea-ecd5-4166-ba5b-a53dfed048f8" providerId="ADAL" clId="{EB5C9BC5-7F73-46D6-92A5-B5F6FCB0EE90}" dt="2026-06-08T16:24:30.270" v="810"/>
        <pc:sldMkLst>
          <pc:docMk/>
          <pc:sldMk cId="1582988302" sldId="2147481834"/>
        </pc:sldMkLst>
        <pc:graphicFrameChg chg="mod">
          <ac:chgData name="Mohammad Alnajjar" userId="6ca1b4ea-ecd5-4166-ba5b-a53dfed048f8" providerId="ADAL" clId="{EB5C9BC5-7F73-46D6-92A5-B5F6FCB0EE90}" dt="2026-06-08T16:24:30.270" v="810"/>
          <ac:graphicFrameMkLst>
            <pc:docMk/>
            <pc:sldMk cId="1582988302" sldId="2147481834"/>
            <ac:graphicFrameMk id="43" creationId="{FA739543-2A53-700D-83DA-146673674699}"/>
          </ac:graphicFrameMkLst>
        </pc:graphicFrameChg>
      </pc:sldChg>
      <pc:sldChg chg="addSp delSp modSp mod">
        <pc:chgData name="Mohammad Alnajjar" userId="6ca1b4ea-ecd5-4166-ba5b-a53dfed048f8" providerId="ADAL" clId="{EB5C9BC5-7F73-46D6-92A5-B5F6FCB0EE90}" dt="2026-06-08T16:24:31.714" v="822"/>
        <pc:sldMkLst>
          <pc:docMk/>
          <pc:sldMk cId="3015682850" sldId="2147481842"/>
        </pc:sldMkLst>
        <pc:spChg chg="add mod">
          <ac:chgData name="Mohammad Alnajjar" userId="6ca1b4ea-ecd5-4166-ba5b-a53dfed048f8" providerId="ADAL" clId="{EB5C9BC5-7F73-46D6-92A5-B5F6FCB0EE90}" dt="2026-06-08T16:24:18.705" v="808"/>
          <ac:spMkLst>
            <pc:docMk/>
            <pc:sldMk cId="3015682850" sldId="2147481842"/>
            <ac:spMk id="4" creationId="{AA07C307-786E-EC79-6C45-ED9C4488F73A}"/>
          </ac:spMkLst>
        </pc:spChg>
        <pc:spChg chg="add del">
          <ac:chgData name="Mohammad Alnajjar" userId="6ca1b4ea-ecd5-4166-ba5b-a53dfed048f8" providerId="ADAL" clId="{EB5C9BC5-7F73-46D6-92A5-B5F6FCB0EE90}" dt="2026-06-08T16:24:04.707" v="791" actId="21"/>
          <ac:spMkLst>
            <pc:docMk/>
            <pc:sldMk cId="3015682850" sldId="2147481842"/>
            <ac:spMk id="142" creationId="{AA07C307-786E-EC79-6C45-ED9C4488F73A}"/>
          </ac:spMkLst>
        </pc:spChg>
        <pc:graphicFrameChg chg="mod">
          <ac:chgData name="Mohammad Alnajjar" userId="6ca1b4ea-ecd5-4166-ba5b-a53dfed048f8" providerId="ADAL" clId="{EB5C9BC5-7F73-46D6-92A5-B5F6FCB0EE90}" dt="2026-06-08T16:24:31.714" v="822"/>
          <ac:graphicFrameMkLst>
            <pc:docMk/>
            <pc:sldMk cId="3015682850" sldId="2147481842"/>
            <ac:graphicFrameMk id="43" creationId="{E7BD8FA7-6426-8035-2E94-ABFF52215E39}"/>
          </ac:graphicFrameMkLst>
        </pc:graphicFrameChg>
      </pc:sldChg>
      <pc:sldChg chg="modSp mod">
        <pc:chgData name="Mohammad Alnajjar" userId="6ca1b4ea-ecd5-4166-ba5b-a53dfed048f8" providerId="ADAL" clId="{EB5C9BC5-7F73-46D6-92A5-B5F6FCB0EE90}" dt="2026-06-08T16:24:31.244" v="814"/>
        <pc:sldMkLst>
          <pc:docMk/>
          <pc:sldMk cId="386736076" sldId="2147481856"/>
        </pc:sldMkLst>
        <pc:graphicFrameChg chg="mod">
          <ac:chgData name="Mohammad Alnajjar" userId="6ca1b4ea-ecd5-4166-ba5b-a53dfed048f8" providerId="ADAL" clId="{EB5C9BC5-7F73-46D6-92A5-B5F6FCB0EE90}" dt="2026-06-08T16:24:31.244" v="814"/>
          <ac:graphicFrameMkLst>
            <pc:docMk/>
            <pc:sldMk cId="386736076" sldId="2147481856"/>
            <ac:graphicFrameMk id="43" creationId="{9258D0FC-7D07-FCE0-F712-85339606BADC}"/>
          </ac:graphicFrameMkLst>
        </pc:graphicFrameChg>
      </pc:sldChg>
      <pc:sldChg chg="modSp mod">
        <pc:chgData name="Mohammad Alnajjar" userId="6ca1b4ea-ecd5-4166-ba5b-a53dfed048f8" providerId="ADAL" clId="{EB5C9BC5-7F73-46D6-92A5-B5F6FCB0EE90}" dt="2026-06-08T16:24:31.306" v="816"/>
        <pc:sldMkLst>
          <pc:docMk/>
          <pc:sldMk cId="179221499" sldId="2147481857"/>
        </pc:sldMkLst>
        <pc:graphicFrameChg chg="mod">
          <ac:chgData name="Mohammad Alnajjar" userId="6ca1b4ea-ecd5-4166-ba5b-a53dfed048f8" providerId="ADAL" clId="{EB5C9BC5-7F73-46D6-92A5-B5F6FCB0EE90}" dt="2026-06-08T16:24:31.306" v="816"/>
          <ac:graphicFrameMkLst>
            <pc:docMk/>
            <pc:sldMk cId="179221499" sldId="2147481857"/>
            <ac:graphicFrameMk id="43" creationId="{AD607703-C2A3-A76F-3177-5B41BB33F280}"/>
          </ac:graphicFrameMkLst>
        </pc:graphicFrameChg>
      </pc:sldChg>
      <pc:sldChg chg="modSp mod">
        <pc:chgData name="Mohammad Alnajjar" userId="6ca1b4ea-ecd5-4166-ba5b-a53dfed048f8" providerId="ADAL" clId="{EB5C9BC5-7F73-46D6-92A5-B5F6FCB0EE90}" dt="2026-05-21T10:00:14.682" v="603" actId="20577"/>
        <pc:sldMkLst>
          <pc:docMk/>
          <pc:sldMk cId="1230966605" sldId="2147481858"/>
        </pc:sldMkLst>
        <pc:spChg chg="mod">
          <ac:chgData name="Mohammad Alnajjar" userId="6ca1b4ea-ecd5-4166-ba5b-a53dfed048f8" providerId="ADAL" clId="{EB5C9BC5-7F73-46D6-92A5-B5F6FCB0EE90}" dt="2026-05-21T10:00:14.682" v="603" actId="20577"/>
          <ac:spMkLst>
            <pc:docMk/>
            <pc:sldMk cId="1230966605" sldId="2147481858"/>
            <ac:spMk id="41" creationId="{53E4C2A3-FAFD-430A-EE1B-10C2BB8DEC8A}"/>
          </ac:spMkLst>
        </pc:spChg>
      </pc:sldChg>
      <pc:sldChg chg="modSp">
        <pc:chgData name="Mohammad Alnajjar" userId="6ca1b4ea-ecd5-4166-ba5b-a53dfed048f8" providerId="ADAL" clId="{EB5C9BC5-7F73-46D6-92A5-B5F6FCB0EE90}" dt="2026-05-21T10:00:08.608" v="594"/>
        <pc:sldMkLst>
          <pc:docMk/>
          <pc:sldMk cId="2650073375" sldId="2147481859"/>
        </pc:sldMkLst>
        <pc:spChg chg="mod">
          <ac:chgData name="Mohammad Alnajjar" userId="6ca1b4ea-ecd5-4166-ba5b-a53dfed048f8" providerId="ADAL" clId="{EB5C9BC5-7F73-46D6-92A5-B5F6FCB0EE90}" dt="2026-05-21T10:00:08.608" v="594"/>
          <ac:spMkLst>
            <pc:docMk/>
            <pc:sldMk cId="2650073375" sldId="2147481859"/>
            <ac:spMk id="177" creationId="{75A0E5EB-E596-EA06-741A-F03BE089F2A5}"/>
          </ac:spMkLst>
        </pc:spChg>
      </pc:sldChg>
      <pc:sldChg chg="modSp mod">
        <pc:chgData name="Mohammad Alnajjar" userId="6ca1b4ea-ecd5-4166-ba5b-a53dfed048f8" providerId="ADAL" clId="{EB5C9BC5-7F73-46D6-92A5-B5F6FCB0EE90}" dt="2026-05-21T10:00:29.914" v="615" actId="20577"/>
        <pc:sldMkLst>
          <pc:docMk/>
          <pc:sldMk cId="3398538070" sldId="2147481860"/>
        </pc:sldMkLst>
        <pc:spChg chg="mod">
          <ac:chgData name="Mohammad Alnajjar" userId="6ca1b4ea-ecd5-4166-ba5b-a53dfed048f8" providerId="ADAL" clId="{EB5C9BC5-7F73-46D6-92A5-B5F6FCB0EE90}" dt="2026-05-21T10:00:29.914" v="615" actId="20577"/>
          <ac:spMkLst>
            <pc:docMk/>
            <pc:sldMk cId="3398538070" sldId="2147481860"/>
            <ac:spMk id="177" creationId="{4A1BEB1A-E59C-6B00-5565-7173C99D1E6D}"/>
          </ac:spMkLst>
        </pc:spChg>
      </pc:sldChg>
      <pc:sldChg chg="modSp mod">
        <pc:chgData name="Mohammad Alnajjar" userId="6ca1b4ea-ecd5-4166-ba5b-a53dfed048f8" providerId="ADAL" clId="{EB5C9BC5-7F73-46D6-92A5-B5F6FCB0EE90}" dt="2026-05-31T11:20:18.810" v="789" actId="20577"/>
        <pc:sldMkLst>
          <pc:docMk/>
          <pc:sldMk cId="2693151201" sldId="2147481863"/>
        </pc:sldMkLst>
        <pc:spChg chg="mod">
          <ac:chgData name="Mohammad Alnajjar" userId="6ca1b4ea-ecd5-4166-ba5b-a53dfed048f8" providerId="ADAL" clId="{EB5C9BC5-7F73-46D6-92A5-B5F6FCB0EE90}" dt="2026-05-31T11:19:35.501" v="774" actId="20577"/>
          <ac:spMkLst>
            <pc:docMk/>
            <pc:sldMk cId="2693151201" sldId="2147481863"/>
            <ac:spMk id="239" creationId="{606D361D-1A80-C257-AB4F-D6CBE2847197}"/>
          </ac:spMkLst>
        </pc:spChg>
        <pc:spChg chg="mod">
          <ac:chgData name="Mohammad Alnajjar" userId="6ca1b4ea-ecd5-4166-ba5b-a53dfed048f8" providerId="ADAL" clId="{EB5C9BC5-7F73-46D6-92A5-B5F6FCB0EE90}" dt="2026-05-31T11:20:18.810" v="789" actId="20577"/>
          <ac:spMkLst>
            <pc:docMk/>
            <pc:sldMk cId="2693151201" sldId="2147481863"/>
            <ac:spMk id="240" creationId="{73A01EB7-055F-8694-CA64-BB3D59796239}"/>
          </ac:spMkLst>
        </pc:spChg>
      </pc:sldChg>
      <pc:sldChg chg="modSp mod">
        <pc:chgData name="Mohammad Alnajjar" userId="6ca1b4ea-ecd5-4166-ba5b-a53dfed048f8" providerId="ADAL" clId="{EB5C9BC5-7F73-46D6-92A5-B5F6FCB0EE90}" dt="2026-05-21T10:06:05.850" v="643" actId="20577"/>
        <pc:sldMkLst>
          <pc:docMk/>
          <pc:sldMk cId="1916380775" sldId="2147481865"/>
        </pc:sldMkLst>
        <pc:spChg chg="mod">
          <ac:chgData name="Mohammad Alnajjar" userId="6ca1b4ea-ecd5-4166-ba5b-a53dfed048f8" providerId="ADAL" clId="{EB5C9BC5-7F73-46D6-92A5-B5F6FCB0EE90}" dt="2026-05-21T10:06:05.850" v="643" actId="20577"/>
          <ac:spMkLst>
            <pc:docMk/>
            <pc:sldMk cId="1916380775" sldId="2147481865"/>
            <ac:spMk id="31" creationId="{5259C453-D95A-0062-79E9-90A70943FD6D}"/>
          </ac:spMkLst>
        </pc:spChg>
      </pc:sldChg>
      <pc:sldChg chg="modSp mod">
        <pc:chgData name="Mohammad Alnajjar" userId="6ca1b4ea-ecd5-4166-ba5b-a53dfed048f8" providerId="ADAL" clId="{EB5C9BC5-7F73-46D6-92A5-B5F6FCB0EE90}" dt="2026-05-21T10:02:25.998" v="625" actId="5793"/>
        <pc:sldMkLst>
          <pc:docMk/>
          <pc:sldMk cId="4173316939" sldId="2147481882"/>
        </pc:sldMkLst>
        <pc:spChg chg="mod">
          <ac:chgData name="Mohammad Alnajjar" userId="6ca1b4ea-ecd5-4166-ba5b-a53dfed048f8" providerId="ADAL" clId="{EB5C9BC5-7F73-46D6-92A5-B5F6FCB0EE90}" dt="2026-05-21T10:02:25.998" v="625" actId="5793"/>
          <ac:spMkLst>
            <pc:docMk/>
            <pc:sldMk cId="4173316939" sldId="2147481882"/>
            <ac:spMk id="17" creationId="{E5442C17-30FC-15A5-3CFD-EBFA6C881F07}"/>
          </ac:spMkLst>
        </pc:spChg>
      </pc:sldChg>
      <pc:sldChg chg="modSp mod">
        <pc:chgData name="Mohammad Alnajjar" userId="6ca1b4ea-ecd5-4166-ba5b-a53dfed048f8" providerId="ADAL" clId="{EB5C9BC5-7F73-46D6-92A5-B5F6FCB0EE90}" dt="2026-05-21T10:02:53.472" v="630"/>
        <pc:sldMkLst>
          <pc:docMk/>
          <pc:sldMk cId="2753895251" sldId="2147481888"/>
        </pc:sldMkLst>
        <pc:spChg chg="mod">
          <ac:chgData name="Mohammad Alnajjar" userId="6ca1b4ea-ecd5-4166-ba5b-a53dfed048f8" providerId="ADAL" clId="{EB5C9BC5-7F73-46D6-92A5-B5F6FCB0EE90}" dt="2026-05-21T10:02:53.472" v="630"/>
          <ac:spMkLst>
            <pc:docMk/>
            <pc:sldMk cId="2753895251" sldId="2147481888"/>
            <ac:spMk id="21" creationId="{3FED3E61-4A8D-4D01-41DF-36F35390998B}"/>
          </ac:spMkLst>
        </pc:spChg>
      </pc:sldChg>
      <pc:sldChg chg="addSp delSp modSp mod">
        <pc:chgData name="Mohammad Alnajjar" userId="6ca1b4ea-ecd5-4166-ba5b-a53dfed048f8" providerId="ADAL" clId="{EB5C9BC5-7F73-46D6-92A5-B5F6FCB0EE90}" dt="2026-05-31T11:18:25.236" v="768" actId="14100"/>
        <pc:sldMkLst>
          <pc:docMk/>
          <pc:sldMk cId="4233047814" sldId="2147481902"/>
        </pc:sldMkLst>
        <pc:spChg chg="mod">
          <ac:chgData name="Mohammad Alnajjar" userId="6ca1b4ea-ecd5-4166-ba5b-a53dfed048f8" providerId="ADAL" clId="{EB5C9BC5-7F73-46D6-92A5-B5F6FCB0EE90}" dt="2026-05-31T11:15:46.991" v="648" actId="20577"/>
          <ac:spMkLst>
            <pc:docMk/>
            <pc:sldMk cId="4233047814" sldId="2147481902"/>
            <ac:spMk id="17" creationId="{A755A23E-3C78-435F-8EE7-040DE5686C3F}"/>
          </ac:spMkLst>
        </pc:spChg>
        <pc:spChg chg="mod">
          <ac:chgData name="Mohammad Alnajjar" userId="6ca1b4ea-ecd5-4166-ba5b-a53dfed048f8" providerId="ADAL" clId="{EB5C9BC5-7F73-46D6-92A5-B5F6FCB0EE90}" dt="2026-05-31T11:17:27.764" v="746" actId="164"/>
          <ac:spMkLst>
            <pc:docMk/>
            <pc:sldMk cId="4233047814" sldId="2147481902"/>
            <ac:spMk id="18" creationId="{12B3A331-7E79-FB98-AC27-42A7D2D3ACD6}"/>
          </ac:spMkLst>
        </pc:spChg>
        <pc:spChg chg="mod">
          <ac:chgData name="Mohammad Alnajjar" userId="6ca1b4ea-ecd5-4166-ba5b-a53dfed048f8" providerId="ADAL" clId="{EB5C9BC5-7F73-46D6-92A5-B5F6FCB0EE90}" dt="2026-05-31T11:17:27.764" v="746" actId="164"/>
          <ac:spMkLst>
            <pc:docMk/>
            <pc:sldMk cId="4233047814" sldId="2147481902"/>
            <ac:spMk id="19" creationId="{D0D956A7-872C-CE65-CE09-C23D803880D4}"/>
          </ac:spMkLst>
        </pc:spChg>
        <pc:spChg chg="mod topLvl">
          <ac:chgData name="Mohammad Alnajjar" userId="6ca1b4ea-ecd5-4166-ba5b-a53dfed048f8" providerId="ADAL" clId="{EB5C9BC5-7F73-46D6-92A5-B5F6FCB0EE90}" dt="2026-05-31T11:17:55.143" v="756" actId="165"/>
          <ac:spMkLst>
            <pc:docMk/>
            <pc:sldMk cId="4233047814" sldId="2147481902"/>
            <ac:spMk id="20" creationId="{4F885C96-CF9C-3E2C-71CB-BF76092E1521}"/>
          </ac:spMkLst>
        </pc:spChg>
        <pc:spChg chg="mod">
          <ac:chgData name="Mohammad Alnajjar" userId="6ca1b4ea-ecd5-4166-ba5b-a53dfed048f8" providerId="ADAL" clId="{EB5C9BC5-7F73-46D6-92A5-B5F6FCB0EE90}" dt="2026-05-31T11:17:27.764" v="746" actId="164"/>
          <ac:spMkLst>
            <pc:docMk/>
            <pc:sldMk cId="4233047814" sldId="2147481902"/>
            <ac:spMk id="21" creationId="{7B89C16D-EC5C-E1F8-F8EC-54A7733D400E}"/>
          </ac:spMkLst>
        </pc:spChg>
        <pc:spChg chg="mod topLvl">
          <ac:chgData name="Mohammad Alnajjar" userId="6ca1b4ea-ecd5-4166-ba5b-a53dfed048f8" providerId="ADAL" clId="{EB5C9BC5-7F73-46D6-92A5-B5F6FCB0EE90}" dt="2026-05-31T11:17:55.143" v="756" actId="165"/>
          <ac:spMkLst>
            <pc:docMk/>
            <pc:sldMk cId="4233047814" sldId="2147481902"/>
            <ac:spMk id="23" creationId="{E51CE6CA-49C3-777A-BFE4-392B80176164}"/>
          </ac:spMkLst>
        </pc:spChg>
        <pc:spChg chg="mod topLvl">
          <ac:chgData name="Mohammad Alnajjar" userId="6ca1b4ea-ecd5-4166-ba5b-a53dfed048f8" providerId="ADAL" clId="{EB5C9BC5-7F73-46D6-92A5-B5F6FCB0EE90}" dt="2026-05-31T11:17:55.143" v="756" actId="165"/>
          <ac:spMkLst>
            <pc:docMk/>
            <pc:sldMk cId="4233047814" sldId="2147481902"/>
            <ac:spMk id="24" creationId="{813D722F-610B-9C68-4E6A-37C6FE03B0C0}"/>
          </ac:spMkLst>
        </pc:spChg>
        <pc:spChg chg="mod">
          <ac:chgData name="Mohammad Alnajjar" userId="6ca1b4ea-ecd5-4166-ba5b-a53dfed048f8" providerId="ADAL" clId="{EB5C9BC5-7F73-46D6-92A5-B5F6FCB0EE90}" dt="2026-05-31T11:17:27.764" v="746" actId="164"/>
          <ac:spMkLst>
            <pc:docMk/>
            <pc:sldMk cId="4233047814" sldId="2147481902"/>
            <ac:spMk id="38" creationId="{FD8794AE-ED0A-74E9-6BBB-E2B4DFC34AA3}"/>
          </ac:spMkLst>
        </pc:spChg>
        <pc:spChg chg="mod">
          <ac:chgData name="Mohammad Alnajjar" userId="6ca1b4ea-ecd5-4166-ba5b-a53dfed048f8" providerId="ADAL" clId="{EB5C9BC5-7F73-46D6-92A5-B5F6FCB0EE90}" dt="2026-05-31T11:18:13.428" v="761" actId="20577"/>
          <ac:spMkLst>
            <pc:docMk/>
            <pc:sldMk cId="4233047814" sldId="2147481902"/>
            <ac:spMk id="39" creationId="{CBF13709-A6AE-8F36-CEC8-E28FA6A88AB1}"/>
          </ac:spMkLst>
        </pc:spChg>
        <pc:spChg chg="mod">
          <ac:chgData name="Mohammad Alnajjar" userId="6ca1b4ea-ecd5-4166-ba5b-a53dfed048f8" providerId="ADAL" clId="{EB5C9BC5-7F73-46D6-92A5-B5F6FCB0EE90}" dt="2026-05-31T11:18:25.236" v="768" actId="14100"/>
          <ac:spMkLst>
            <pc:docMk/>
            <pc:sldMk cId="4233047814" sldId="2147481902"/>
            <ac:spMk id="41" creationId="{D0B64D23-4910-2CF8-1FF4-C93BF5B10854}"/>
          </ac:spMkLst>
        </pc:spChg>
        <pc:spChg chg="mod topLvl">
          <ac:chgData name="Mohammad Alnajjar" userId="6ca1b4ea-ecd5-4166-ba5b-a53dfed048f8" providerId="ADAL" clId="{EB5C9BC5-7F73-46D6-92A5-B5F6FCB0EE90}" dt="2026-05-31T11:17:55.143" v="756" actId="165"/>
          <ac:spMkLst>
            <pc:docMk/>
            <pc:sldMk cId="4233047814" sldId="2147481902"/>
            <ac:spMk id="42" creationId="{D045F4B6-DC30-994E-2918-7380A1219D91}"/>
          </ac:spMkLst>
        </pc:spChg>
        <pc:spChg chg="mod">
          <ac:chgData name="Mohammad Alnajjar" userId="6ca1b4ea-ecd5-4166-ba5b-a53dfed048f8" providerId="ADAL" clId="{EB5C9BC5-7F73-46D6-92A5-B5F6FCB0EE90}" dt="2026-05-31T11:17:27.764" v="746" actId="164"/>
          <ac:spMkLst>
            <pc:docMk/>
            <pc:sldMk cId="4233047814" sldId="2147481902"/>
            <ac:spMk id="44" creationId="{E822157C-1017-1C25-B608-D6AD890A15C0}"/>
          </ac:spMkLst>
        </pc:spChg>
        <pc:spChg chg="mod topLvl">
          <ac:chgData name="Mohammad Alnajjar" userId="6ca1b4ea-ecd5-4166-ba5b-a53dfed048f8" providerId="ADAL" clId="{EB5C9BC5-7F73-46D6-92A5-B5F6FCB0EE90}" dt="2026-05-31T11:17:55.143" v="756" actId="165"/>
          <ac:spMkLst>
            <pc:docMk/>
            <pc:sldMk cId="4233047814" sldId="2147481902"/>
            <ac:spMk id="45" creationId="{2E941CB8-CCBA-64BA-6A98-6022D0458F07}"/>
          </ac:spMkLst>
        </pc:spChg>
        <pc:spChg chg="mod topLvl">
          <ac:chgData name="Mohammad Alnajjar" userId="6ca1b4ea-ecd5-4166-ba5b-a53dfed048f8" providerId="ADAL" clId="{EB5C9BC5-7F73-46D6-92A5-B5F6FCB0EE90}" dt="2026-05-31T11:17:55.143" v="756" actId="165"/>
          <ac:spMkLst>
            <pc:docMk/>
            <pc:sldMk cId="4233047814" sldId="2147481902"/>
            <ac:spMk id="47" creationId="{271F1AB0-1641-AB9B-3120-E46736BA68E1}"/>
          </ac:spMkLst>
        </pc:spChg>
        <pc:spChg chg="mod">
          <ac:chgData name="Mohammad Alnajjar" userId="6ca1b4ea-ecd5-4166-ba5b-a53dfed048f8" providerId="ADAL" clId="{EB5C9BC5-7F73-46D6-92A5-B5F6FCB0EE90}" dt="2026-05-31T11:17:02.724" v="735"/>
          <ac:spMkLst>
            <pc:docMk/>
            <pc:sldMk cId="4233047814" sldId="2147481902"/>
            <ac:spMk id="51" creationId="{22CDDE4A-F21E-2DFB-E424-31134D19136F}"/>
          </ac:spMkLst>
        </pc:spChg>
        <pc:spChg chg="mod">
          <ac:chgData name="Mohammad Alnajjar" userId="6ca1b4ea-ecd5-4166-ba5b-a53dfed048f8" providerId="ADAL" clId="{EB5C9BC5-7F73-46D6-92A5-B5F6FCB0EE90}" dt="2026-05-31T11:17:27.764" v="746" actId="164"/>
          <ac:spMkLst>
            <pc:docMk/>
            <pc:sldMk cId="4233047814" sldId="2147481902"/>
            <ac:spMk id="52" creationId="{11E6152B-A851-71BB-9DA5-C30BBD3AF77E}"/>
          </ac:spMkLst>
        </pc:spChg>
        <pc:spChg chg="mod topLvl">
          <ac:chgData name="Mohammad Alnajjar" userId="6ca1b4ea-ecd5-4166-ba5b-a53dfed048f8" providerId="ADAL" clId="{EB5C9BC5-7F73-46D6-92A5-B5F6FCB0EE90}" dt="2026-05-31T11:17:55.143" v="756" actId="165"/>
          <ac:spMkLst>
            <pc:docMk/>
            <pc:sldMk cId="4233047814" sldId="2147481902"/>
            <ac:spMk id="54" creationId="{8E574544-7B0E-F748-8CCC-C223B2960CF0}"/>
          </ac:spMkLst>
        </pc:spChg>
        <pc:spChg chg="mod topLvl">
          <ac:chgData name="Mohammad Alnajjar" userId="6ca1b4ea-ecd5-4166-ba5b-a53dfed048f8" providerId="ADAL" clId="{EB5C9BC5-7F73-46D6-92A5-B5F6FCB0EE90}" dt="2026-05-31T11:17:55.143" v="756" actId="165"/>
          <ac:spMkLst>
            <pc:docMk/>
            <pc:sldMk cId="4233047814" sldId="2147481902"/>
            <ac:spMk id="55" creationId="{5900597C-9985-27C4-5BA1-795EDCF898BB}"/>
          </ac:spMkLst>
        </pc:spChg>
        <pc:spChg chg="mod topLvl">
          <ac:chgData name="Mohammad Alnajjar" userId="6ca1b4ea-ecd5-4166-ba5b-a53dfed048f8" providerId="ADAL" clId="{EB5C9BC5-7F73-46D6-92A5-B5F6FCB0EE90}" dt="2026-05-31T11:17:55.143" v="756" actId="165"/>
          <ac:spMkLst>
            <pc:docMk/>
            <pc:sldMk cId="4233047814" sldId="2147481902"/>
            <ac:spMk id="57" creationId="{77646785-EBEB-7391-6DCA-A0DCA6E1A8A6}"/>
          </ac:spMkLst>
        </pc:spChg>
        <pc:spChg chg="mod topLvl">
          <ac:chgData name="Mohammad Alnajjar" userId="6ca1b4ea-ecd5-4166-ba5b-a53dfed048f8" providerId="ADAL" clId="{EB5C9BC5-7F73-46D6-92A5-B5F6FCB0EE90}" dt="2026-05-31T11:17:55.143" v="756" actId="165"/>
          <ac:spMkLst>
            <pc:docMk/>
            <pc:sldMk cId="4233047814" sldId="2147481902"/>
            <ac:spMk id="58" creationId="{0D8EAD47-BB89-648B-03BF-5B4134DF806C}"/>
          </ac:spMkLst>
        </pc:spChg>
      </pc:sldChg>
      <pc:sldChg chg="modSp mod">
        <pc:chgData name="Mohammad Alnajjar" userId="6ca1b4ea-ecd5-4166-ba5b-a53dfed048f8" providerId="ADAL" clId="{EB5C9BC5-7F73-46D6-92A5-B5F6FCB0EE90}" dt="2026-05-21T10:03:07.424" v="639" actId="20577"/>
        <pc:sldMkLst>
          <pc:docMk/>
          <pc:sldMk cId="3722093826" sldId="2147481914"/>
        </pc:sldMkLst>
        <pc:spChg chg="mod">
          <ac:chgData name="Mohammad Alnajjar" userId="6ca1b4ea-ecd5-4166-ba5b-a53dfed048f8" providerId="ADAL" clId="{EB5C9BC5-7F73-46D6-92A5-B5F6FCB0EE90}" dt="2026-05-21T10:03:07.424" v="639" actId="20577"/>
          <ac:spMkLst>
            <pc:docMk/>
            <pc:sldMk cId="3722093826" sldId="2147481914"/>
            <ac:spMk id="21" creationId="{62B0DC05-92F1-1FD5-BBA6-CF4F9A2E38A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vl1pPr>
          </a:lstStyle>
          <a:p>
            <a:fld id="{2423AE17-40C8-4B89-8193-3F16A23F512C}" type="datetimeFigureOut">
              <a:rPr lang="en-US" smtClean="0"/>
              <a:pPr/>
              <a:t>6/8/2026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vl1pPr>
          </a:lstStyle>
          <a:p>
            <a:fld id="{0B53995E-9A99-410E-A235-18BDECD072C5}" type="slidenum">
              <a:rPr lang="en-US" smtClean="0"/>
              <a:pPr/>
              <a:t>‹#›</a:t>
            </a:fld>
            <a:endParaRPr lang="en-US"/>
          </a:p>
        </p:txBody>
      </p:sp>
    </p:spTree>
    <p:extLst>
      <p:ext uri="{BB962C8B-B14F-4D97-AF65-F5344CB8AC3E}">
        <p14:creationId xmlns:p14="http://schemas.microsoft.com/office/powerpoint/2010/main" val="21065289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2.emf"/><Relationship Id="rId5" Type="http://schemas.openxmlformats.org/officeDocument/2006/relationships/image" Target="../media/image3.png"/><Relationship Id="rId6"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2.xml"/><Relationship Id="rId3" Type="http://schemas.openxmlformats.org/officeDocument/2006/relationships/oleObject" Target="../embeddings/oleObject6.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2.xml"/><Relationship Id="rId3" Type="http://schemas.openxmlformats.org/officeDocument/2006/relationships/oleObject" Target="../embeddings/oleObject7.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sv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Master" Target="../slideMasters/slideMaster2.xml"/><Relationship Id="rId4" Type="http://schemas.openxmlformats.org/officeDocument/2006/relationships/oleObject" Target="../embeddings/oleObject8.bin"/><Relationship Id="rId5" Type="http://schemas.openxmlformats.org/officeDocument/2006/relationships/image" Target="../media/image7.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2.xml"/><Relationship Id="rId3" Type="http://schemas.openxmlformats.org/officeDocument/2006/relationships/oleObject" Target="../embeddings/oleObject9.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2.xml"/><Relationship Id="rId3" Type="http://schemas.openxmlformats.org/officeDocument/2006/relationships/oleObject" Target="../embeddings/oleObject10.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2.xml"/><Relationship Id="rId3" Type="http://schemas.openxmlformats.org/officeDocument/2006/relationships/oleObject" Target="../embeddings/oleObject11.bin"/><Relationship Id="rId4" Type="http://schemas.openxmlformats.org/officeDocument/2006/relationships/image" Target="../media/image5.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3.xml"/><Relationship Id="rId3" Type="http://schemas.openxmlformats.org/officeDocument/2006/relationships/oleObject" Target="../embeddings/oleObject13.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3.xml"/><Relationship Id="rId3" Type="http://schemas.openxmlformats.org/officeDocument/2006/relationships/oleObject" Target="../embeddings/oleObject14.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svg"/></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tags" Target="../tags/tag18.xml"/><Relationship Id="rId3" Type="http://schemas.openxmlformats.org/officeDocument/2006/relationships/slideMaster" Target="../slideMasters/slideMaster3.xml"/><Relationship Id="rId4" Type="http://schemas.openxmlformats.org/officeDocument/2006/relationships/oleObject" Target="../embeddings/oleObject15.bin"/><Relationship Id="rId5" Type="http://schemas.openxmlformats.org/officeDocument/2006/relationships/image" Target="../media/image7.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3.xml"/><Relationship Id="rId3" Type="http://schemas.openxmlformats.org/officeDocument/2006/relationships/oleObject" Target="../embeddings/oleObject16.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3.xml"/><Relationship Id="rId3" Type="http://schemas.openxmlformats.org/officeDocument/2006/relationships/oleObject" Target="../embeddings/oleObject17.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3.xml"/><Relationship Id="rId3" Type="http://schemas.openxmlformats.org/officeDocument/2006/relationships/oleObject" Target="../embeddings/oleObject18.bin"/><Relationship Id="rId4" Type="http://schemas.openxmlformats.org/officeDocument/2006/relationships/image" Target="../media/image5.emf"/></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42.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slideMaster" Target="../slideMasters/slideMaster4.xml"/><Relationship Id="rId7" Type="http://schemas.openxmlformats.org/officeDocument/2006/relationships/oleObject" Target="../embeddings/oleObject20.bin"/><Relationship Id="rId8" Type="http://schemas.openxmlformats.org/officeDocument/2006/relationships/image" Target="../media/image9.emf"/><Relationship Id="rId9" Type="http://schemas.openxmlformats.org/officeDocument/2006/relationships/image" Target="../media/image10.jpeg"/><Relationship Id="rId10"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 Id="rId6" Type="http://schemas.openxmlformats.org/officeDocument/2006/relationships/tags" Target="../tags/tag52.xml"/><Relationship Id="rId7" Type="http://schemas.openxmlformats.org/officeDocument/2006/relationships/slideMaster" Target="../slideMasters/slideMaster4.xml"/><Relationship Id="rId8" Type="http://schemas.openxmlformats.org/officeDocument/2006/relationships/oleObject" Target="../embeddings/oleObject20.bin"/><Relationship Id="rId9" Type="http://schemas.openxmlformats.org/officeDocument/2006/relationships/image" Target="../media/image8.emf"/></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tags" Target="../tags/tag54.xml"/><Relationship Id="rId3" Type="http://schemas.openxmlformats.org/officeDocument/2006/relationships/tags" Target="../tags/tag55.xml"/><Relationship Id="rId4" Type="http://schemas.openxmlformats.org/officeDocument/2006/relationships/tags" Target="../tags/tag56.xml"/><Relationship Id="rId5" Type="http://schemas.openxmlformats.org/officeDocument/2006/relationships/tags" Target="../tags/tag57.xml"/><Relationship Id="rId6" Type="http://schemas.openxmlformats.org/officeDocument/2006/relationships/tags" Target="../tags/tag58.xml"/><Relationship Id="rId7" Type="http://schemas.openxmlformats.org/officeDocument/2006/relationships/slideMaster" Target="../slideMasters/slideMaster4.xml"/><Relationship Id="rId8" Type="http://schemas.openxmlformats.org/officeDocument/2006/relationships/oleObject" Target="../embeddings/oleObject20.bin"/><Relationship Id="rId9" Type="http://schemas.openxmlformats.org/officeDocument/2006/relationships/image" Target="../media/image8.emf"/></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59.xml"/><Relationship Id="rId2" Type="http://schemas.openxmlformats.org/officeDocument/2006/relationships/tags" Target="../tags/tag60.xml"/><Relationship Id="rId3" Type="http://schemas.openxmlformats.org/officeDocument/2006/relationships/tags" Target="../tags/tag61.xml"/><Relationship Id="rId4" Type="http://schemas.openxmlformats.org/officeDocument/2006/relationships/tags" Target="../tags/tag62.xml"/><Relationship Id="rId5" Type="http://schemas.openxmlformats.org/officeDocument/2006/relationships/tags" Target="../tags/tag63.xml"/><Relationship Id="rId6" Type="http://schemas.openxmlformats.org/officeDocument/2006/relationships/slideMaster" Target="../slideMasters/slideMaster4.xml"/><Relationship Id="rId7" Type="http://schemas.openxmlformats.org/officeDocument/2006/relationships/oleObject" Target="../embeddings/oleObject20.bin"/><Relationship Id="rId8" Type="http://schemas.openxmlformats.org/officeDocument/2006/relationships/image" Target="../media/image9.emf"/></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64.xml"/><Relationship Id="rId2" Type="http://schemas.openxmlformats.org/officeDocument/2006/relationships/tags" Target="../tags/tag65.xml"/><Relationship Id="rId3" Type="http://schemas.openxmlformats.org/officeDocument/2006/relationships/tags" Target="../tags/tag66.xml"/><Relationship Id="rId4" Type="http://schemas.openxmlformats.org/officeDocument/2006/relationships/tags" Target="../tags/tag67.xml"/><Relationship Id="rId5" Type="http://schemas.openxmlformats.org/officeDocument/2006/relationships/tags" Target="../tags/tag68.xml"/><Relationship Id="rId6" Type="http://schemas.openxmlformats.org/officeDocument/2006/relationships/slideMaster" Target="../slideMasters/slideMaster4.xml"/><Relationship Id="rId7" Type="http://schemas.openxmlformats.org/officeDocument/2006/relationships/oleObject" Target="../embeddings/oleObject20.bin"/><Relationship Id="rId8" Type="http://schemas.openxmlformats.org/officeDocument/2006/relationships/image" Target="../media/image9.emf"/></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69.xml"/><Relationship Id="rId2" Type="http://schemas.openxmlformats.org/officeDocument/2006/relationships/tags" Target="../tags/tag70.xml"/><Relationship Id="rId3" Type="http://schemas.openxmlformats.org/officeDocument/2006/relationships/tags" Target="../tags/tag71.xml"/><Relationship Id="rId4" Type="http://schemas.openxmlformats.org/officeDocument/2006/relationships/tags" Target="../tags/tag72.xml"/><Relationship Id="rId5" Type="http://schemas.openxmlformats.org/officeDocument/2006/relationships/tags" Target="../tags/tag73.xml"/><Relationship Id="rId6" Type="http://schemas.openxmlformats.org/officeDocument/2006/relationships/slideMaster" Target="../slideMasters/slideMaster4.xml"/><Relationship Id="rId7" Type="http://schemas.openxmlformats.org/officeDocument/2006/relationships/oleObject" Target="../embeddings/oleObject20.bin"/><Relationship Id="rId8" Type="http://schemas.openxmlformats.org/officeDocument/2006/relationships/image" Target="../media/image9.emf"/><Relationship Id="rId9" Type="http://schemas.openxmlformats.org/officeDocument/2006/relationships/image" Target="../media/image12.jpeg"/><Relationship Id="rId10"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74.xml"/><Relationship Id="rId2" Type="http://schemas.openxmlformats.org/officeDocument/2006/relationships/tags" Target="../tags/tag75.xml"/><Relationship Id="rId3" Type="http://schemas.openxmlformats.org/officeDocument/2006/relationships/tags" Target="../tags/tag76.xml"/><Relationship Id="rId4" Type="http://schemas.openxmlformats.org/officeDocument/2006/relationships/tags" Target="../tags/tag77.xml"/><Relationship Id="rId5" Type="http://schemas.openxmlformats.org/officeDocument/2006/relationships/tags" Target="../tags/tag78.xml"/><Relationship Id="rId6" Type="http://schemas.openxmlformats.org/officeDocument/2006/relationships/tags" Target="../tags/tag79.xml"/><Relationship Id="rId7" Type="http://schemas.openxmlformats.org/officeDocument/2006/relationships/slideMaster" Target="../slideMasters/slideMaster4.xml"/><Relationship Id="rId8" Type="http://schemas.openxmlformats.org/officeDocument/2006/relationships/oleObject" Target="../embeddings/oleObject20.bin"/><Relationship Id="rId9" Type="http://schemas.openxmlformats.org/officeDocument/2006/relationships/image" Target="../media/image9.emf"/></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80.xml"/><Relationship Id="rId2" Type="http://schemas.openxmlformats.org/officeDocument/2006/relationships/tags" Target="../tags/tag81.xml"/><Relationship Id="rId3" Type="http://schemas.openxmlformats.org/officeDocument/2006/relationships/tags" Target="../tags/tag82.xml"/><Relationship Id="rId4" Type="http://schemas.openxmlformats.org/officeDocument/2006/relationships/tags" Target="../tags/tag83.xml"/><Relationship Id="rId5" Type="http://schemas.openxmlformats.org/officeDocument/2006/relationships/tags" Target="../tags/tag84.xml"/><Relationship Id="rId6" Type="http://schemas.openxmlformats.org/officeDocument/2006/relationships/tags" Target="../tags/tag85.xml"/><Relationship Id="rId7" Type="http://schemas.openxmlformats.org/officeDocument/2006/relationships/tags" Target="../tags/tag86.xml"/><Relationship Id="rId8" Type="http://schemas.openxmlformats.org/officeDocument/2006/relationships/slideMaster" Target="../slideMasters/slideMaster4.xml"/><Relationship Id="rId9" Type="http://schemas.openxmlformats.org/officeDocument/2006/relationships/oleObject" Target="../embeddings/oleObject20.bin"/><Relationship Id="rId10" Type="http://schemas.openxmlformats.org/officeDocument/2006/relationships/image" Target="../media/image8.emf"/></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87.xml"/><Relationship Id="rId2" Type="http://schemas.openxmlformats.org/officeDocument/2006/relationships/tags" Target="../tags/tag88.xml"/><Relationship Id="rId3" Type="http://schemas.openxmlformats.org/officeDocument/2006/relationships/tags" Target="../tags/tag89.xml"/><Relationship Id="rId4" Type="http://schemas.openxmlformats.org/officeDocument/2006/relationships/tags" Target="../tags/tag90.xml"/><Relationship Id="rId5" Type="http://schemas.openxmlformats.org/officeDocument/2006/relationships/tags" Target="../tags/tag91.xml"/><Relationship Id="rId6" Type="http://schemas.openxmlformats.org/officeDocument/2006/relationships/tags" Target="../tags/tag92.xml"/><Relationship Id="rId7" Type="http://schemas.openxmlformats.org/officeDocument/2006/relationships/tags" Target="../tags/tag93.xml"/><Relationship Id="rId8" Type="http://schemas.openxmlformats.org/officeDocument/2006/relationships/slideMaster" Target="../slideMasters/slideMaster4.xml"/><Relationship Id="rId9" Type="http://schemas.openxmlformats.org/officeDocument/2006/relationships/oleObject" Target="../embeddings/oleObject20.bin"/><Relationship Id="rId10" Type="http://schemas.openxmlformats.org/officeDocument/2006/relationships/image" Target="../media/image8.emf"/></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94.xml"/><Relationship Id="rId2" Type="http://schemas.openxmlformats.org/officeDocument/2006/relationships/tags" Target="../tags/tag95.xml"/><Relationship Id="rId3" Type="http://schemas.openxmlformats.org/officeDocument/2006/relationships/tags" Target="../tags/tag96.xml"/><Relationship Id="rId4" Type="http://schemas.openxmlformats.org/officeDocument/2006/relationships/tags" Target="../tags/tag97.xml"/><Relationship Id="rId5" Type="http://schemas.openxmlformats.org/officeDocument/2006/relationships/tags" Target="../tags/tag98.xml"/><Relationship Id="rId6" Type="http://schemas.openxmlformats.org/officeDocument/2006/relationships/tags" Target="../tags/tag99.xml"/><Relationship Id="rId7" Type="http://schemas.openxmlformats.org/officeDocument/2006/relationships/tags" Target="../tags/tag100.xml"/><Relationship Id="rId8" Type="http://schemas.openxmlformats.org/officeDocument/2006/relationships/slideMaster" Target="../slideMasters/slideMaster4.xml"/><Relationship Id="rId9" Type="http://schemas.openxmlformats.org/officeDocument/2006/relationships/oleObject" Target="../embeddings/oleObject20.bin"/><Relationship Id="rId10" Type="http://schemas.openxmlformats.org/officeDocument/2006/relationships/image" Target="../media/image8.emf"/></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101.xml"/><Relationship Id="rId2" Type="http://schemas.openxmlformats.org/officeDocument/2006/relationships/tags" Target="../tags/tag102.xml"/><Relationship Id="rId3" Type="http://schemas.openxmlformats.org/officeDocument/2006/relationships/tags" Target="../tags/tag103.xml"/><Relationship Id="rId4" Type="http://schemas.openxmlformats.org/officeDocument/2006/relationships/tags" Target="../tags/tag104.xml"/><Relationship Id="rId5" Type="http://schemas.openxmlformats.org/officeDocument/2006/relationships/tags" Target="../tags/tag105.xml"/><Relationship Id="rId6" Type="http://schemas.openxmlformats.org/officeDocument/2006/relationships/tags" Target="../tags/tag106.xml"/><Relationship Id="rId7" Type="http://schemas.openxmlformats.org/officeDocument/2006/relationships/tags" Target="../tags/tag107.xml"/><Relationship Id="rId8" Type="http://schemas.openxmlformats.org/officeDocument/2006/relationships/slideMaster" Target="../slideMasters/slideMaster4.xml"/><Relationship Id="rId9" Type="http://schemas.openxmlformats.org/officeDocument/2006/relationships/oleObject" Target="../embeddings/oleObject20.bin"/><Relationship Id="rId10" Type="http://schemas.openxmlformats.org/officeDocument/2006/relationships/image" Target="../media/image13.emf"/></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108.xml"/><Relationship Id="rId2" Type="http://schemas.openxmlformats.org/officeDocument/2006/relationships/tags" Target="../tags/tag109.xml"/><Relationship Id="rId3" Type="http://schemas.openxmlformats.org/officeDocument/2006/relationships/tags" Target="../tags/tag110.xml"/><Relationship Id="rId4" Type="http://schemas.openxmlformats.org/officeDocument/2006/relationships/tags" Target="../tags/tag111.xml"/><Relationship Id="rId5" Type="http://schemas.openxmlformats.org/officeDocument/2006/relationships/tags" Target="../tags/tag112.xml"/><Relationship Id="rId6" Type="http://schemas.openxmlformats.org/officeDocument/2006/relationships/tags" Target="../tags/tag113.xml"/><Relationship Id="rId7" Type="http://schemas.openxmlformats.org/officeDocument/2006/relationships/tags" Target="../tags/tag114.xml"/><Relationship Id="rId8" Type="http://schemas.openxmlformats.org/officeDocument/2006/relationships/slideMaster" Target="../slideMasters/slideMaster4.xml"/><Relationship Id="rId9" Type="http://schemas.openxmlformats.org/officeDocument/2006/relationships/oleObject" Target="../embeddings/oleObject20.bin"/><Relationship Id="rId10" Type="http://schemas.openxmlformats.org/officeDocument/2006/relationships/image" Target="../media/image8.emf"/></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115.xml"/><Relationship Id="rId2" Type="http://schemas.openxmlformats.org/officeDocument/2006/relationships/slideMaster" Target="../slideMasters/slideMaster4.xml"/><Relationship Id="rId3" Type="http://schemas.openxmlformats.org/officeDocument/2006/relationships/oleObject" Target="../embeddings/oleObject21.bin"/><Relationship Id="rId4" Type="http://schemas.openxmlformats.org/officeDocument/2006/relationships/image" Target="../media/image14.emf"/></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116.xml"/><Relationship Id="rId2" Type="http://schemas.openxmlformats.org/officeDocument/2006/relationships/slideMaster" Target="../slideMasters/slideMaster4.xml"/><Relationship Id="rId3" Type="http://schemas.openxmlformats.org/officeDocument/2006/relationships/oleObject" Target="../embeddings/oleObject22.bin"/><Relationship Id="rId4" Type="http://schemas.openxmlformats.org/officeDocument/2006/relationships/image" Target="../media/image14.emf"/></Relationships>
</file>

<file path=ppt/slideLayouts/_rels/slideLayout33.xml.rels><?xml version='1.0' encoding='UTF-8' standalone='yes'?>
<Relationships xmlns="http://schemas.openxmlformats.org/package/2006/relationships"><Relationship Id="rId1" Type="http://schemas.openxmlformats.org/officeDocument/2006/relationships/tags" Target="../tags/tag117.xml"/><Relationship Id="rId2" Type="http://schemas.openxmlformats.org/officeDocument/2006/relationships/slideMaster" Target="../slideMasters/slideMaster4.xml"/><Relationship Id="rId3" Type="http://schemas.openxmlformats.org/officeDocument/2006/relationships/oleObject" Target="../embeddings/oleObject23.bin"/><Relationship Id="rId4" Type="http://schemas.openxmlformats.org/officeDocument/2006/relationships/image" Target="../media/image14.emf"/></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118.xml"/><Relationship Id="rId2" Type="http://schemas.openxmlformats.org/officeDocument/2006/relationships/slideMaster" Target="../slideMasters/slideMaster4.xml"/><Relationship Id="rId3" Type="http://schemas.openxmlformats.org/officeDocument/2006/relationships/oleObject" Target="../embeddings/oleObject24.bin"/><Relationship Id="rId4" Type="http://schemas.openxmlformats.org/officeDocument/2006/relationships/image" Target="../media/image14.emf"/><Relationship Id="rId5"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119.xml"/><Relationship Id="rId2" Type="http://schemas.openxmlformats.org/officeDocument/2006/relationships/slideMaster" Target="../slideMasters/slideMaster4.xml"/><Relationship Id="rId3" Type="http://schemas.openxmlformats.org/officeDocument/2006/relationships/oleObject" Target="../embeddings/oleObject20.bin"/><Relationship Id="rId4" Type="http://schemas.openxmlformats.org/officeDocument/2006/relationships/image" Target="../media/image14.emf"/><Relationship Id="rId5" Type="http://schemas.openxmlformats.org/officeDocument/2006/relationships/image" Target="../media/image3.png"/></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120.xml"/><Relationship Id="rId2" Type="http://schemas.openxmlformats.org/officeDocument/2006/relationships/slideMaster" Target="../slideMasters/slideMaster4.xml"/><Relationship Id="rId3" Type="http://schemas.openxmlformats.org/officeDocument/2006/relationships/oleObject" Target="../embeddings/oleObject25.bin"/><Relationship Id="rId4" Type="http://schemas.openxmlformats.org/officeDocument/2006/relationships/image" Target="../media/image14.emf"/><Relationship Id="rId5"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tags" Target="../tags/tag121.xml"/><Relationship Id="rId2" Type="http://schemas.openxmlformats.org/officeDocument/2006/relationships/slideMaster" Target="../slideMasters/slideMaster4.xml"/><Relationship Id="rId3" Type="http://schemas.openxmlformats.org/officeDocument/2006/relationships/oleObject" Target="../embeddings/oleObject26.bin"/><Relationship Id="rId4" Type="http://schemas.openxmlformats.org/officeDocument/2006/relationships/image" Target="../media/image14.emf"/><Relationship Id="rId5"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122.xml"/><Relationship Id="rId2" Type="http://schemas.openxmlformats.org/officeDocument/2006/relationships/slideMaster" Target="../slideMasters/slideMaster4.xml"/><Relationship Id="rId3" Type="http://schemas.openxmlformats.org/officeDocument/2006/relationships/oleObject" Target="../embeddings/oleObject27.bin"/><Relationship Id="rId4" Type="http://schemas.openxmlformats.org/officeDocument/2006/relationships/image" Target="../media/image14.emf"/><Relationship Id="rId5"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tags" Target="../tags/tag123.xml"/><Relationship Id="rId2" Type="http://schemas.openxmlformats.org/officeDocument/2006/relationships/slideMaster" Target="../slideMasters/slideMaster4.xml"/><Relationship Id="rId3" Type="http://schemas.openxmlformats.org/officeDocument/2006/relationships/oleObject" Target="../embeddings/oleObject28.bin"/><Relationship Id="rId4" Type="http://schemas.openxmlformats.org/officeDocument/2006/relationships/image" Target="../media/image14.emf"/><Relationship Id="rId5" Type="http://schemas.openxmlformats.org/officeDocument/2006/relationships/image" Target="../media/image15.png"/></Relationships>
</file>

<file path=ppt/slideLayouts/_rels/slideLayout40.xml.rels><?xml version='1.0' encoding='UTF-8' standalone='yes'?>
<Relationships xmlns="http://schemas.openxmlformats.org/package/2006/relationships"><Relationship Id="rId1" Type="http://schemas.openxmlformats.org/officeDocument/2006/relationships/tags" Target="../tags/tag124.xml"/><Relationship Id="rId2" Type="http://schemas.openxmlformats.org/officeDocument/2006/relationships/slideMaster" Target="../slideMasters/slideMaster4.xml"/><Relationship Id="rId3" Type="http://schemas.openxmlformats.org/officeDocument/2006/relationships/oleObject" Target="../embeddings/oleObject29.bin"/><Relationship Id="rId4" Type="http://schemas.openxmlformats.org/officeDocument/2006/relationships/image" Target="../media/image14.emf"/><Relationship Id="rId5" Type="http://schemas.openxmlformats.org/officeDocument/2006/relationships/image" Target="../media/image16.png"/></Relationships>
</file>

<file path=ppt/slideLayouts/_rels/slideLayout41.xml.rels><?xml version='1.0' encoding='UTF-8' standalone='yes'?>
<Relationships xmlns="http://schemas.openxmlformats.org/package/2006/relationships"><Relationship Id="rId1" Type="http://schemas.openxmlformats.org/officeDocument/2006/relationships/tags" Target="../tags/tag125.xml"/><Relationship Id="rId2" Type="http://schemas.openxmlformats.org/officeDocument/2006/relationships/slideMaster" Target="../slideMasters/slideMaster4.xml"/><Relationship Id="rId3" Type="http://schemas.openxmlformats.org/officeDocument/2006/relationships/oleObject" Target="../embeddings/oleObject30.bin"/><Relationship Id="rId4" Type="http://schemas.openxmlformats.org/officeDocument/2006/relationships/image" Target="../media/image17.emf"/><Relationship Id="rId5" Type="http://schemas.openxmlformats.org/officeDocument/2006/relationships/image" Target="../media/image18.png"/></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126.xml"/><Relationship Id="rId2" Type="http://schemas.openxmlformats.org/officeDocument/2006/relationships/slideMaster" Target="../slideMasters/slideMaster4.xml"/><Relationship Id="rId3" Type="http://schemas.openxmlformats.org/officeDocument/2006/relationships/oleObject" Target="../embeddings/oleObject31.bin"/><Relationship Id="rId4" Type="http://schemas.openxmlformats.org/officeDocument/2006/relationships/image" Target="../media/image14.emf"/><Relationship Id="rId5" Type="http://schemas.openxmlformats.org/officeDocument/2006/relationships/image" Target="../media/image16.png"/></Relationships>
</file>

<file path=ppt/slideLayouts/_rels/slideLayout43.xml.rels><?xml version='1.0' encoding='UTF-8' standalone='yes'?>
<Relationships xmlns="http://schemas.openxmlformats.org/package/2006/relationships"><Relationship Id="rId1" Type="http://schemas.openxmlformats.org/officeDocument/2006/relationships/tags" Target="../tags/tag127.xml"/><Relationship Id="rId2" Type="http://schemas.openxmlformats.org/officeDocument/2006/relationships/slideMaster" Target="../slideMasters/slideMaster4.xml"/><Relationship Id="rId3" Type="http://schemas.openxmlformats.org/officeDocument/2006/relationships/oleObject" Target="../embeddings/oleObject20.bin"/><Relationship Id="rId4" Type="http://schemas.openxmlformats.org/officeDocument/2006/relationships/image" Target="../media/image14.emf"/><Relationship Id="rId5"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128.xml"/><Relationship Id="rId2" Type="http://schemas.openxmlformats.org/officeDocument/2006/relationships/slideMaster" Target="../slideMasters/slideMaster4.xml"/><Relationship Id="rId3" Type="http://schemas.openxmlformats.org/officeDocument/2006/relationships/oleObject" Target="../embeddings/oleObject32.bin"/><Relationship Id="rId4" Type="http://schemas.openxmlformats.org/officeDocument/2006/relationships/image" Target="../media/image14.emf"/><Relationship Id="rId5" Type="http://schemas.openxmlformats.org/officeDocument/2006/relationships/image" Target="../media/image16.png"/></Relationships>
</file>

<file path=ppt/slideLayouts/_rels/slideLayout45.xml.rels><?xml version='1.0' encoding='UTF-8' standalone='yes'?>
<Relationships xmlns="http://schemas.openxmlformats.org/package/2006/relationships"><Relationship Id="rId1" Type="http://schemas.openxmlformats.org/officeDocument/2006/relationships/tags" Target="../tags/tag129.xml"/><Relationship Id="rId2" Type="http://schemas.openxmlformats.org/officeDocument/2006/relationships/slideMaster" Target="../slideMasters/slideMaster4.xml"/><Relationship Id="rId3" Type="http://schemas.openxmlformats.org/officeDocument/2006/relationships/oleObject" Target="../embeddings/oleObject33.bin"/><Relationship Id="rId4" Type="http://schemas.openxmlformats.org/officeDocument/2006/relationships/image" Target="../media/image14.emf"/><Relationship Id="rId5" Type="http://schemas.openxmlformats.org/officeDocument/2006/relationships/image" Target="../media/image15.png"/></Relationships>
</file>

<file path=ppt/slideLayouts/_rels/slideLayout46.xml.rels><?xml version='1.0' encoding='UTF-8' standalone='yes'?>
<Relationships xmlns="http://schemas.openxmlformats.org/package/2006/relationships"><Relationship Id="rId1" Type="http://schemas.openxmlformats.org/officeDocument/2006/relationships/tags" Target="../tags/tag130.xml"/><Relationship Id="rId2" Type="http://schemas.openxmlformats.org/officeDocument/2006/relationships/slideMaster" Target="../slideMasters/slideMaster4.xml"/><Relationship Id="rId3" Type="http://schemas.openxmlformats.org/officeDocument/2006/relationships/oleObject" Target="../embeddings/oleObject34.bin"/><Relationship Id="rId4" Type="http://schemas.openxmlformats.org/officeDocument/2006/relationships/image" Target="../media/image14.emf"/><Relationship Id="rId5" Type="http://schemas.openxmlformats.org/officeDocument/2006/relationships/image" Target="../media/image16.png"/></Relationships>
</file>

<file path=ppt/slideLayouts/_rels/slideLayout47.xml.rels><?xml version='1.0' encoding='UTF-8' standalone='yes'?>
<Relationships xmlns="http://schemas.openxmlformats.org/package/2006/relationships"><Relationship Id="rId1" Type="http://schemas.openxmlformats.org/officeDocument/2006/relationships/tags" Target="../tags/tag131.xml"/><Relationship Id="rId2" Type="http://schemas.openxmlformats.org/officeDocument/2006/relationships/slideMaster" Target="../slideMasters/slideMaster4.xml"/><Relationship Id="rId3" Type="http://schemas.openxmlformats.org/officeDocument/2006/relationships/oleObject" Target="../embeddings/oleObject35.bin"/><Relationship Id="rId4" Type="http://schemas.openxmlformats.org/officeDocument/2006/relationships/image" Target="../media/image14.emf"/></Relationships>
</file>

<file path=ppt/slideLayouts/_rels/slideLayout48.xml.rels><?xml version='1.0' encoding='UTF-8' standalone='yes'?>
<Relationships xmlns="http://schemas.openxmlformats.org/package/2006/relationships"><Relationship Id="rId1" Type="http://schemas.openxmlformats.org/officeDocument/2006/relationships/tags" Target="../tags/tag132.xml"/><Relationship Id="rId2" Type="http://schemas.openxmlformats.org/officeDocument/2006/relationships/slideMaster" Target="../slideMasters/slideMaster4.xml"/><Relationship Id="rId3" Type="http://schemas.openxmlformats.org/officeDocument/2006/relationships/oleObject" Target="../embeddings/oleObject20.bin"/><Relationship Id="rId4" Type="http://schemas.openxmlformats.org/officeDocument/2006/relationships/image" Target="../media/image14.emf"/></Relationships>
</file>

<file path=ppt/slideLayouts/_rels/slideLayout49.xml.rels><?xml version='1.0' encoding='UTF-8' standalone='yes'?>
<Relationships xmlns="http://schemas.openxmlformats.org/package/2006/relationships"><Relationship Id="rId1" Type="http://schemas.openxmlformats.org/officeDocument/2006/relationships/tags" Target="../tags/tag133.xml"/><Relationship Id="rId2" Type="http://schemas.openxmlformats.org/officeDocument/2006/relationships/slideMaster" Target="../slideMasters/slideMaster4.xml"/><Relationship Id="rId3" Type="http://schemas.openxmlformats.org/officeDocument/2006/relationships/oleObject" Target="../embeddings/oleObject36.bin"/><Relationship Id="rId4" Type="http://schemas.openxmlformats.org/officeDocument/2006/relationships/image" Target="../media/image17.emf"/><Relationship Id="rId5"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tags" Target="../tags/tag134.xml"/><Relationship Id="rId2" Type="http://schemas.openxmlformats.org/officeDocument/2006/relationships/tags" Target="../tags/tag135.xml"/><Relationship Id="rId3" Type="http://schemas.openxmlformats.org/officeDocument/2006/relationships/tags" Target="../tags/tag136.xml"/><Relationship Id="rId4" Type="http://schemas.openxmlformats.org/officeDocument/2006/relationships/tags" Target="../tags/tag137.xml"/><Relationship Id="rId5" Type="http://schemas.openxmlformats.org/officeDocument/2006/relationships/tags" Target="../tags/tag138.xml"/><Relationship Id="rId6" Type="http://schemas.openxmlformats.org/officeDocument/2006/relationships/slideMaster" Target="../slideMasters/slideMaster4.xml"/><Relationship Id="rId7" Type="http://schemas.openxmlformats.org/officeDocument/2006/relationships/oleObject" Target="../embeddings/oleObject20.bin"/><Relationship Id="rId8" Type="http://schemas.openxmlformats.org/officeDocument/2006/relationships/image" Target="../media/image9.emf"/></Relationships>
</file>

<file path=ppt/slideLayouts/_rels/slideLayout51.xml.rels><?xml version='1.0' encoding='UTF-8' standalone='yes'?>
<Relationships xmlns="http://schemas.openxmlformats.org/package/2006/relationships"><Relationship Id="rId1" Type="http://schemas.openxmlformats.org/officeDocument/2006/relationships/tags" Target="../tags/tag139.xml"/><Relationship Id="rId2" Type="http://schemas.openxmlformats.org/officeDocument/2006/relationships/slideMaster" Target="../slideMasters/slideMaster4.xml"/><Relationship Id="rId3" Type="http://schemas.openxmlformats.org/officeDocument/2006/relationships/oleObject" Target="../embeddings/oleObject37.bin"/><Relationship Id="rId4" Type="http://schemas.openxmlformats.org/officeDocument/2006/relationships/image" Target="../media/image14.emf"/></Relationships>
</file>

<file path=ppt/slideLayouts/_rels/slideLayout52.xml.rels><?xml version='1.0' encoding='UTF-8' standalone='yes'?>
<Relationships xmlns="http://schemas.openxmlformats.org/package/2006/relationships"><Relationship Id="rId1" Type="http://schemas.openxmlformats.org/officeDocument/2006/relationships/tags" Target="../tags/tag140.xml"/><Relationship Id="rId2" Type="http://schemas.openxmlformats.org/officeDocument/2006/relationships/slideMaster" Target="../slideMasters/slideMaster4.xml"/><Relationship Id="rId3" Type="http://schemas.openxmlformats.org/officeDocument/2006/relationships/oleObject" Target="../embeddings/oleObject38.bin"/><Relationship Id="rId4" Type="http://schemas.openxmlformats.org/officeDocument/2006/relationships/image" Target="../media/image14.emf"/></Relationships>
</file>

<file path=ppt/slideLayouts/_rels/slideLayout53.xml.rels><?xml version='1.0' encoding='UTF-8' standalone='yes'?>
<Relationships xmlns="http://schemas.openxmlformats.org/package/2006/relationships"><Relationship Id="rId1" Type="http://schemas.openxmlformats.org/officeDocument/2006/relationships/tags" Target="../tags/tag141.xml"/><Relationship Id="rId2" Type="http://schemas.openxmlformats.org/officeDocument/2006/relationships/slideMaster" Target="../slideMasters/slideMaster4.xml"/><Relationship Id="rId3" Type="http://schemas.openxmlformats.org/officeDocument/2006/relationships/oleObject" Target="../embeddings/oleObject39.bin"/><Relationship Id="rId4" Type="http://schemas.openxmlformats.org/officeDocument/2006/relationships/image" Target="../media/image14.emf"/></Relationships>
</file>

<file path=ppt/slideLayouts/_rels/slideLayout54.xml.rels><?xml version='1.0' encoding='UTF-8' standalone='yes'?>
<Relationships xmlns="http://schemas.openxmlformats.org/package/2006/relationships"><Relationship Id="rId1" Type="http://schemas.openxmlformats.org/officeDocument/2006/relationships/tags" Target="../tags/tag142.xml"/><Relationship Id="rId2" Type="http://schemas.openxmlformats.org/officeDocument/2006/relationships/tags" Target="../tags/tag143.xml"/><Relationship Id="rId3" Type="http://schemas.openxmlformats.org/officeDocument/2006/relationships/tags" Target="../tags/tag144.xml"/><Relationship Id="rId4" Type="http://schemas.openxmlformats.org/officeDocument/2006/relationships/slideMaster" Target="../slideMasters/slideMaster4.xml"/><Relationship Id="rId5" Type="http://schemas.openxmlformats.org/officeDocument/2006/relationships/oleObject" Target="../embeddings/oleObject40.bin"/><Relationship Id="rId6" Type="http://schemas.openxmlformats.org/officeDocument/2006/relationships/image" Target="../media/image9.emf"/></Relationships>
</file>

<file path=ppt/slideLayouts/_rels/slideLayout55.xml.rels><?xml version='1.0' encoding='UTF-8' standalone='yes'?>
<Relationships xmlns="http://schemas.openxmlformats.org/package/2006/relationships"><Relationship Id="rId1" Type="http://schemas.openxmlformats.org/officeDocument/2006/relationships/tags" Target="../tags/tag145.xml"/><Relationship Id="rId2" Type="http://schemas.openxmlformats.org/officeDocument/2006/relationships/tags" Target="../tags/tag146.xml"/><Relationship Id="rId3" Type="http://schemas.openxmlformats.org/officeDocument/2006/relationships/slideMaster" Target="../slideMasters/slideMaster4.xml"/><Relationship Id="rId4" Type="http://schemas.openxmlformats.org/officeDocument/2006/relationships/oleObject" Target="../embeddings/oleObject41.bin"/><Relationship Id="rId5" Type="http://schemas.openxmlformats.org/officeDocument/2006/relationships/image" Target="../media/image9.emf"/><Relationship Id="rId6" Type="http://schemas.openxmlformats.org/officeDocument/2006/relationships/image" Target="../media/image10.jpeg"/><Relationship Id="rId7" Type="http://schemas.openxmlformats.org/officeDocument/2006/relationships/image" Target="../media/image1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tags" Target="../tags/tag149.xml"/><Relationship Id="rId2" Type="http://schemas.openxmlformats.org/officeDocument/2006/relationships/slideMaster" Target="../slideMasters/slideMaster6.xml"/><Relationship Id="rId3" Type="http://schemas.openxmlformats.org/officeDocument/2006/relationships/oleObject" Target="../embeddings/oleObject43.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58.xml.rels><?xml version='1.0' encoding='UTF-8' standalone='yes'?>
<Relationships xmlns="http://schemas.openxmlformats.org/package/2006/relationships"><Relationship Id="rId1" Type="http://schemas.openxmlformats.org/officeDocument/2006/relationships/tags" Target="../tags/tag150.xml"/><Relationship Id="rId2" Type="http://schemas.openxmlformats.org/officeDocument/2006/relationships/slideMaster" Target="../slideMasters/slideMaster6.xml"/><Relationship Id="rId3" Type="http://schemas.openxmlformats.org/officeDocument/2006/relationships/oleObject" Target="../embeddings/oleObject44.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6.svg"/></Relationships>
</file>

<file path=ppt/slideLayouts/_rels/slideLayout60.xml.rels><?xml version='1.0' encoding='UTF-8' standalone='yes'?>
<Relationships xmlns="http://schemas.openxmlformats.org/package/2006/relationships"><Relationship Id="rId1" Type="http://schemas.openxmlformats.org/officeDocument/2006/relationships/tags" Target="../tags/tag151.xml"/><Relationship Id="rId2" Type="http://schemas.openxmlformats.org/officeDocument/2006/relationships/tags" Target="../tags/tag152.xml"/><Relationship Id="rId3" Type="http://schemas.openxmlformats.org/officeDocument/2006/relationships/slideMaster" Target="../slideMasters/slideMaster6.xml"/><Relationship Id="rId4" Type="http://schemas.openxmlformats.org/officeDocument/2006/relationships/oleObject" Target="../embeddings/oleObject45.bin"/><Relationship Id="rId5" Type="http://schemas.openxmlformats.org/officeDocument/2006/relationships/image" Target="../media/image7.emf"/></Relationships>
</file>

<file path=ppt/slideLayouts/_rels/slideLayout61.xml.rels><?xml version='1.0' encoding='UTF-8' standalone='yes'?>
<Relationships xmlns="http://schemas.openxmlformats.org/package/2006/relationships"><Relationship Id="rId1" Type="http://schemas.openxmlformats.org/officeDocument/2006/relationships/tags" Target="../tags/tag153.xml"/><Relationship Id="rId2" Type="http://schemas.openxmlformats.org/officeDocument/2006/relationships/slideMaster" Target="../slideMasters/slideMaster6.xml"/><Relationship Id="rId3" Type="http://schemas.openxmlformats.org/officeDocument/2006/relationships/oleObject" Target="../embeddings/oleObject46.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62.xml.rels><?xml version='1.0' encoding='UTF-8' standalone='yes'?>
<Relationships xmlns="http://schemas.openxmlformats.org/package/2006/relationships"><Relationship Id="rId1" Type="http://schemas.openxmlformats.org/officeDocument/2006/relationships/tags" Target="../tags/tag154.xml"/><Relationship Id="rId2" Type="http://schemas.openxmlformats.org/officeDocument/2006/relationships/slideMaster" Target="../slideMasters/slideMaster6.xml"/><Relationship Id="rId3" Type="http://schemas.openxmlformats.org/officeDocument/2006/relationships/oleObject" Target="../embeddings/oleObject47.bin"/><Relationship Id="rId4" Type="http://schemas.openxmlformats.org/officeDocument/2006/relationships/image" Target="../media/image5.emf"/><Relationship Id="rId5" Type="http://schemas.openxmlformats.org/officeDocument/2006/relationships/image" Target="../media/image6.svg"/></Relationships>
</file>

<file path=ppt/slideLayouts/_rels/slideLayout63.xml.rels><?xml version='1.0' encoding='UTF-8' standalone='yes'?>
<Relationships xmlns="http://schemas.openxmlformats.org/package/2006/relationships"><Relationship Id="rId1" Type="http://schemas.openxmlformats.org/officeDocument/2006/relationships/tags" Target="../tags/tag155.xml"/><Relationship Id="rId2" Type="http://schemas.openxmlformats.org/officeDocument/2006/relationships/slideMaster" Target="../slideMasters/slideMaster6.xml"/><Relationship Id="rId3" Type="http://schemas.openxmlformats.org/officeDocument/2006/relationships/oleObject" Target="../embeddings/oleObject48.bin"/><Relationship Id="rId4" Type="http://schemas.openxmlformats.org/officeDocument/2006/relationships/image" Target="../media/image5.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bg2"/>
        </a:solidFill>
        <a:effectLst/>
      </p:bgPr>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extLst>
              <p:ext uri="{D42A27DB-BD31-4B8C-83A1-F6EECF244321}">
                <p14:modId xmlns:p14="http://schemas.microsoft.com/office/powerpoint/2010/main" val="1368473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86" imgH="286" progId="TCLayout.ActiveDocument.1">
                  <p:embed/>
                </p:oleObj>
              </mc:Choice>
              <mc:Fallback>
                <p:oleObj name="think-cell Slide" r:id="rId3" imgW="286" imgH="286" progId="TCLayout.ActiveDocument.1">
                  <p:embed/>
                  <p:pic>
                    <p:nvPicPr>
                      <p:cNvPr id="4" name="Object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Date Placeholder 2"/>
          <p:cNvSpPr>
            <a:spLocks noGrp="1"/>
          </p:cNvSpPr>
          <p:nvPr>
            <p:ph type="dt" sz="half" idx="10"/>
          </p:nvPr>
        </p:nvSpPr>
        <p:spPr>
          <a:xfrm>
            <a:off x="9677400" y="6405036"/>
            <a:ext cx="1482051" cy="153888"/>
          </a:xfrm>
          <a:prstGeom prst="rect">
            <a:avLst/>
          </a:prstGeom>
        </p:spPr>
        <p:txBody>
          <a:bodyPr/>
          <a:lstStyle>
            <a:lvl1pPr rtl="0">
              <a:defRPr>
                <a:latin typeface="+mn-lt"/>
                <a:ea typeface="+mn-ea"/>
                <a:cs typeface="+mn-cs"/>
                <a:sym typeface="Trebuchet MS" panose="020B0603020202020204" pitchFamily="34" charset="0"/>
              </a:defRPr>
            </a:lvl1pPr>
          </a:lstStyle>
          <a:p>
            <a:endParaRPr lang="en-US"/>
          </a:p>
        </p:txBody>
      </p:sp>
      <p:sp>
        <p:nvSpPr>
          <p:cNvPr id="7" name="Copyright" hidden="1"/>
          <p:cNvSpPr txBox="1"/>
          <p:nvPr userDrawn="1"/>
        </p:nvSpPr>
        <p:spPr>
          <a:xfrm rot="16200000">
            <a:off x="9486900" y="3921600"/>
            <a:ext cx="5133975" cy="98745"/>
          </a:xfrm>
          <a:prstGeom prst="rect">
            <a:avLst/>
          </a:prstGeom>
          <a:noFill/>
        </p:spPr>
        <p:txBody>
          <a:bodyPr wrap="square" lIns="0" tIns="0" rIns="0" bIns="0" rtlCol="0" anchor="t">
            <a:spAutoFit/>
          </a:bodyPr>
          <a:lstStyle/>
          <a:p>
            <a:pPr rtl="0">
              <a:lnSpc>
                <a:spcPct val="90000"/>
              </a:lnSpc>
              <a:spcAft>
                <a:spcPts val="600"/>
              </a:spcAft>
            </a:pPr>
            <a:r>
              <a:rPr lang="en-US" sz="700">
                <a:solidFill>
                  <a:schemeClr val="bg1">
                    <a:lumMod val="50000"/>
                  </a:schemeClr>
                </a:solidFill>
                <a:latin typeface="+mn-lt"/>
                <a:ea typeface="+mn-ea"/>
                <a:cs typeface="+mn-cs"/>
                <a:sym typeface="Trebuchet MS" panose="020B0603020202020204" pitchFamily="34" charset="0"/>
              </a:rPr>
              <a:t>Copyright © 2023 by Boston Consulting Group. All rights reserved.</a:t>
            </a:r>
          </a:p>
        </p:txBody>
      </p:sp>
      <p:sp>
        <p:nvSpPr>
          <p:cNvPr id="5" name="Title 4"/>
          <p:cNvSpPr>
            <a:spLocks noGrp="1"/>
          </p:cNvSpPr>
          <p:nvPr>
            <p:ph type="title" hasCustomPrompt="1"/>
          </p:nvPr>
        </p:nvSpPr>
        <p:spPr>
          <a:xfrm>
            <a:off x="630000" y="290196"/>
            <a:ext cx="10933200" cy="569387"/>
          </a:xfrm>
          <a:prstGeom prst="rect">
            <a:avLst/>
          </a:prstGeom>
        </p:spPr>
        <p:txBody>
          <a:bodyPr vert="horz" wrap="square" lIns="0" tIns="0" rIns="0" bIns="0" anchor="t" anchorCtr="0">
            <a:noAutofit/>
          </a:bodyPr>
          <a:lstStyle>
            <a:lvl1pPr marL="0" indent="0" algn="l" rtl="0">
              <a:lnSpc>
                <a:spcPct val="90000"/>
              </a:lnSpc>
              <a:spcBef>
                <a:spcPct val="0"/>
              </a:spcBef>
              <a:spcAft>
                <a:spcPts val="0"/>
              </a:spcAft>
              <a:defRPr sz="3200" b="1" i="0" u="none" kern="1200" spc="0">
                <a:solidFill>
                  <a:schemeClr val="tx2">
                    <a:lumMod val="100000"/>
                  </a:schemeClr>
                </a:solidFill>
                <a:latin typeface="+mj-lt"/>
                <a:ea typeface="+mj-ea"/>
                <a:cs typeface="+mj-cs"/>
                <a:sym typeface="Trebuchet MS" panose="020B0603020202020204" pitchFamily="34" charset="0"/>
              </a:defRPr>
            </a:lvl1pPr>
          </a:lstStyle>
          <a:p>
            <a:pPr lvl="0"/>
            <a:r>
              <a:rPr lang="en-US"/>
              <a:t>Click to add title</a:t>
            </a:r>
          </a:p>
        </p:txBody>
      </p:sp>
    </p:spTree>
    <p:extLst>
      <p:ext uri="{BB962C8B-B14F-4D97-AF65-F5344CB8AC3E}">
        <p14:creationId xmlns:p14="http://schemas.microsoft.com/office/powerpoint/2010/main" val="19776359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D. Blank green">
    <p:bg>
      <p:bgPr>
        <a:gradFill>
          <a:gsLst>
            <a:gs pos="0">
              <a:srgbClr val="07493D"/>
            </a:gs>
            <a:gs pos="100000">
              <a:srgbClr val="04362C"/>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21517279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86" imgH="286" progId="TCLayout.ActiveDocument.1">
                  <p:embed/>
                </p:oleObj>
              </mc:Choice>
              <mc:Fallback>
                <p:oleObj name="think-cell Slide" r:id="rId3" imgW="286" imgH="286" progId="TCLayout.ActiveDocument.1">
                  <p:embed/>
                  <p:pic>
                    <p:nvPicPr>
                      <p:cNvPr id="2" name="Object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Date Placeholder 4"/>
          <p:cNvSpPr>
            <a:spLocks noGrp="1"/>
          </p:cNvSpPr>
          <p:nvPr>
            <p:ph type="dt" sz="half" idx="10"/>
          </p:nvPr>
        </p:nvSpPr>
        <p:spPr>
          <a:xfrm>
            <a:off x="9677400" y="6405036"/>
            <a:ext cx="1482051" cy="153888"/>
          </a:xfrm>
        </p:spPr>
        <p:txBody>
          <a:bodyPr/>
          <a:lstStyle>
            <a:lvl1pPr rtl="0">
              <a:defRPr>
                <a:solidFill>
                  <a:schemeClr val="bg1"/>
                </a:solidFill>
                <a:latin typeface="+mn-lt"/>
                <a:ea typeface="+mn-ea"/>
                <a:cs typeface="+mn-cs"/>
                <a:sym typeface="Trebuchet MS" panose="020B0603020202020204" pitchFamily="34" charset="0"/>
              </a:defRPr>
            </a:lvl1pPr>
          </a:lstStyle>
          <a:p>
            <a:endParaRPr lang="en-US"/>
          </a:p>
        </p:txBody>
      </p:sp>
      <p:sp>
        <p:nvSpPr>
          <p:cNvPr id="9" name="Copyright" hidden="1"/>
          <p:cNvSpPr txBox="1"/>
          <p:nvPr userDrawn="1"/>
        </p:nvSpPr>
        <p:spPr>
          <a:xfrm rot="16200000">
            <a:off x="9486900" y="3921600"/>
            <a:ext cx="5133975" cy="98745"/>
          </a:xfrm>
          <a:prstGeom prst="rect">
            <a:avLst/>
          </a:prstGeom>
          <a:noFill/>
        </p:spPr>
        <p:txBody>
          <a:bodyPr wrap="square" lIns="0" tIns="0" rIns="0" bIns="0" rtlCol="0" anchor="t">
            <a:spAutoFit/>
          </a:bodyPr>
          <a:lstStyle/>
          <a:p>
            <a:pPr rtl="0">
              <a:lnSpc>
                <a:spcPct val="90000"/>
              </a:lnSpc>
              <a:spcAft>
                <a:spcPts val="600"/>
              </a:spcAft>
            </a:pPr>
            <a:r>
              <a:rPr lang="en-US" sz="700">
                <a:solidFill>
                  <a:schemeClr val="bg1"/>
                </a:solidFill>
                <a:latin typeface="+mn-lt"/>
                <a:ea typeface="+mn-ea"/>
                <a:cs typeface="+mn-cs"/>
                <a:sym typeface="Trebuchet MS" panose="020B0603020202020204" pitchFamily="34" charset="0"/>
              </a:rPr>
              <a:t>Copyright © 2023 by Boston Consulting Group. All rights reserved.</a:t>
            </a:r>
          </a:p>
        </p:txBody>
      </p:sp>
      <p:sp>
        <p:nvSpPr>
          <p:cNvPr id="11" name="TextBox 10"/>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sp>
        <p:nvSpPr>
          <p:cNvPr id="3" name="TextBox 2">
            <a:extLst>
              <a:ext uri="{FF2B5EF4-FFF2-40B4-BE49-F238E27FC236}">
                <a16:creationId xmlns:a16="http://schemas.microsoft.com/office/drawing/2014/main" id="{8B15CF4A-6AA1-9A3A-0735-BA5BF703267C}"/>
              </a:ext>
            </a:extLst>
          </p:cNvPr>
          <p:cNvSpPr txBox="1"/>
          <p:nvPr userDrawn="1"/>
        </p:nvSpPr>
        <p:spPr>
          <a:xfrm>
            <a:off x="840259" y="2866768"/>
            <a:ext cx="0" cy="0"/>
          </a:xfrm>
          <a:prstGeom prst="rect">
            <a:avLst/>
          </a:prstGeom>
          <a:noFill/>
          <a:ln w="9525" cap="rnd">
            <a:noFill/>
            <a:prstDash val="solid"/>
            <a:round/>
          </a:ln>
          <a:extLst>
            <a:ext uri="{909E8E84-426E-40DD-AFC4-6F175D3DCCD1}">
              <a14:hiddenFill xmlns:a14="http://schemas.microsoft.com/office/drawing/2010/main">
                <a:solidFill>
                  <a:srgbClr val="29BA74"/>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rtl="0"/>
            <a:endParaRPr lang="en-US">
              <a:solidFill>
                <a:schemeClr val="tx1"/>
              </a:solidFill>
            </a:endParaRPr>
          </a:p>
        </p:txBody>
      </p:sp>
    </p:spTree>
    <p:extLst>
      <p:ext uri="{BB962C8B-B14F-4D97-AF65-F5344CB8AC3E}">
        <p14:creationId xmlns:p14="http://schemas.microsoft.com/office/powerpoint/2010/main" val="36185635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D. 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56232575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86" imgH="286" progId="TCLayout.ActiveDocument.1">
                  <p:embed/>
                </p:oleObj>
              </mc:Choice>
              <mc:Fallback>
                <p:oleObj name="think-cell Slide" r:id="rId3" imgW="286" imgH="286" progId="TCLayout.ActiveDocument.1">
                  <p:embed/>
                  <p:pic>
                    <p:nvPicPr>
                      <p:cNvPr id="3" name="Object 2"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0" name="Rectangle 9">
            <a:extLst>
              <a:ext uri="{FF2B5EF4-FFF2-40B4-BE49-F238E27FC236}">
                <a16:creationId xmlns:a16="http://schemas.microsoft.com/office/drawing/2014/main" id="{AB67AA52-B8D2-F1D6-D923-C87F3AB906AB}"/>
              </a:ext>
            </a:extLst>
          </p:cNvPr>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Trebuchet MS" panose="020B0603020202020204" pitchFamily="34" charset="0"/>
            </a:endParaRPr>
          </a:p>
        </p:txBody>
      </p:sp>
      <p:pic>
        <p:nvPicPr>
          <p:cNvPr id="23" name="Picture 22"/>
          <p:cNvPicPr>
            <a:picLocks noChangeAspect="1"/>
          </p:cNvPicPr>
          <p:nvPr userDrawn="1"/>
        </p:nvPicPr>
        <p:blipFill rotWithShape="1">
          <a:blip r:embed="rId5">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24" name="Title 4"/>
          <p:cNvSpPr>
            <a:spLocks noGrp="1"/>
          </p:cNvSpPr>
          <p:nvPr>
            <p:ph type="title" hasCustomPrompt="1"/>
          </p:nvPr>
        </p:nvSpPr>
        <p:spPr>
          <a:xfrm>
            <a:off x="630000" y="2681103"/>
            <a:ext cx="3127881" cy="1495794"/>
          </a:xfrm>
          <a:prstGeom prst="rect">
            <a:avLst/>
          </a:prstGeom>
        </p:spPr>
        <p:txBody>
          <a:bodyPr vert="horz" anchor="ctr">
            <a:noAutofit/>
          </a:bodyPr>
          <a:lstStyle>
            <a:lvl1pPr rtl="0">
              <a:defRPr sz="4000">
                <a:solidFill>
                  <a:schemeClr val="bg1"/>
                </a:solidFill>
                <a:latin typeface="+mj-lt"/>
                <a:ea typeface="+mj-ea"/>
                <a:cs typeface="+mj-cs"/>
                <a:sym typeface="Trebuchet MS" panose="020B0603020202020204" pitchFamily="34" charset="0"/>
              </a:defRPr>
            </a:lvl1pPr>
          </a:lstStyle>
          <a:p>
            <a:r>
              <a:rPr lang="en-US"/>
              <a:t>Click to add title</a:t>
            </a:r>
          </a:p>
        </p:txBody>
      </p:sp>
      <p:sp>
        <p:nvSpPr>
          <p:cNvPr id="25" name="Date Placeholder 1"/>
          <p:cNvSpPr>
            <a:spLocks noGrp="1"/>
          </p:cNvSpPr>
          <p:nvPr>
            <p:ph type="dt" sz="half" idx="29"/>
          </p:nvPr>
        </p:nvSpPr>
        <p:spPr>
          <a:xfrm>
            <a:off x="9677400" y="6405036"/>
            <a:ext cx="1482051" cy="153888"/>
          </a:xfrm>
          <a:prstGeom prst="rect">
            <a:avLst/>
          </a:prstGeom>
        </p:spPr>
        <p:txBody>
          <a:bodyPr/>
          <a:lstStyle>
            <a:lvl1pPr rtl="0">
              <a:defRPr>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29" name="Copyright" hidden="1"/>
          <p:cNvSpPr txBox="1"/>
          <p:nvPr userDrawn="1"/>
        </p:nvSpPr>
        <p:spPr>
          <a:xfrm rot="16200000">
            <a:off x="9486900" y="3921600"/>
            <a:ext cx="5133975" cy="98745"/>
          </a:xfrm>
          <a:prstGeom prst="rect">
            <a:avLst/>
          </a:prstGeom>
          <a:noFill/>
        </p:spPr>
        <p:txBody>
          <a:bodyPr wrap="square" lIns="0" tIns="0" rIns="0" bIns="0" rtlCol="0" anchor="t">
            <a:spAutoFit/>
          </a:bodyPr>
          <a:lstStyle/>
          <a:p>
            <a:pPr rtl="0">
              <a:lnSpc>
                <a:spcPct val="90000"/>
              </a:lnSpc>
              <a:spcAft>
                <a:spcPts val="600"/>
              </a:spcAft>
            </a:pPr>
            <a:r>
              <a:rPr lang="en-US" sz="700">
                <a:solidFill>
                  <a:schemeClr val="bg1">
                    <a:lumMod val="50000"/>
                  </a:schemeClr>
                </a:solidFill>
                <a:latin typeface="+mn-lt"/>
                <a:ea typeface="+mn-ea"/>
                <a:cs typeface="+mn-cs"/>
                <a:sym typeface="Trebuchet MS" panose="020B0603020202020204" pitchFamily="34" charset="0"/>
              </a:rPr>
              <a:t>Copyright © 2023 by Boston Consulting Group. All rights reserved.</a:t>
            </a: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pic>
        <p:nvPicPr>
          <p:cNvPr id="2" name="Google Shape;16;p2" descr="Picture 7">
            <a:extLst>
              <a:ext uri="{FF2B5EF4-FFF2-40B4-BE49-F238E27FC236}">
                <a16:creationId xmlns:a16="http://schemas.microsoft.com/office/drawing/2014/main" id="{B1447AA5-0BA5-A8B7-373E-A28FCFE393DD}"/>
              </a:ext>
            </a:extLst>
          </p:cNvPr>
          <p:cNvPicPr preferRelativeResize="0"/>
          <p:nvPr userDrawn="1"/>
        </p:nvPicPr>
        <p:blipFill rotWithShape="1">
          <a:blip r:embed="rId6" cstate="screen">
            <a:alphaModFix/>
            <a:extLst>
              <a:ext uri="{28A0092B-C50C-407E-A947-70E740481C1C}">
                <a14:useLocalDpi xmlns:a14="http://schemas.microsoft.com/office/drawing/2010/main"/>
              </a:ext>
            </a:extLst>
          </a:blip>
          <a:srcRect/>
          <a:stretch/>
        </p:blipFill>
        <p:spPr>
          <a:xfrm>
            <a:off x="0" y="0"/>
            <a:ext cx="4088019" cy="6858000"/>
          </a:xfrm>
          <a:prstGeom prst="rect">
            <a:avLst/>
          </a:prstGeom>
          <a:noFill/>
          <a:ln>
            <a:noFill/>
          </a:ln>
        </p:spPr>
      </p:pic>
    </p:spTree>
    <p:extLst>
      <p:ext uri="{BB962C8B-B14F-4D97-AF65-F5344CB8AC3E}">
        <p14:creationId xmlns:p14="http://schemas.microsoft.com/office/powerpoint/2010/main" val="38413742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Title Slide" type="tx" preserve="1">
  <p:cSld name="Title Slide">
    <p:spTree>
      <p:nvGrpSpPr>
        <p:cNvPr id="1" name="Shape 15"/>
        <p:cNvGrpSpPr/>
        <p:nvPr/>
      </p:nvGrpSpPr>
      <p:grpSpPr>
        <a:xfrm>
          <a:off x="0" y="0"/>
          <a:ext cx="0" cy="0"/>
          <a:chOff x="0" y="0"/>
          <a:chExt cx="0" cy="0"/>
        </a:xfrm>
      </p:grpSpPr>
    </p:spTree>
    <p:extLst>
      <p:ext uri="{BB962C8B-B14F-4D97-AF65-F5344CB8AC3E}">
        <p14:creationId xmlns:p14="http://schemas.microsoft.com/office/powerpoint/2010/main" val="30825658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26C5336C-6185-AF94-8964-929A600EE243}"/>
              </a:ext>
            </a:extLst>
          </p:cNvPr>
          <p:cNvGraphicFramePr>
            <a:graphicFrameLocks noChangeAspect="1"/>
          </p:cNvGraphicFramePr>
          <p:nvPr userDrawn="1">
            <p:custDataLst>
              <p:tags r:id="rId1"/>
            </p:custDataLst>
            <p:extLst>
              <p:ext uri="{D42A27DB-BD31-4B8C-83A1-F6EECF244321}">
                <p14:modId xmlns:p14="http://schemas.microsoft.com/office/powerpoint/2010/main" val="340634738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26C5336C-6185-AF94-8964-929A600EE24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TextBox 6">
            <a:extLst>
              <a:ext uri="{FF2B5EF4-FFF2-40B4-BE49-F238E27FC236}">
                <a16:creationId xmlns:a16="http://schemas.microsoft.com/office/drawing/2014/main" id="{F2B30F13-C60D-4C27-DB47-E90FBE903794}"/>
              </a:ext>
            </a:extLst>
          </p:cNvPr>
          <p:cNvSpPr txBox="1"/>
          <p:nvPr/>
        </p:nvSpPr>
        <p:spPr>
          <a:xfrm>
            <a:off x="624840" y="2808550"/>
            <a:ext cx="3718560" cy="830997"/>
          </a:xfrm>
          <a:prstGeom prst="rect">
            <a:avLst/>
          </a:prstGeom>
          <a:noFill/>
        </p:spPr>
        <p:txBody>
          <a:bodyPr wrap="square" lIns="0" tIns="0" rIns="0" bIns="0" rtlCol="0">
            <a:spAutoFit/>
          </a:bodyPr>
          <a:lstStyle/>
          <a:p>
            <a:pPr algn="l" rtl="0"/>
            <a:r>
              <a:rPr lang="en-US" sz="5400" b="1">
                <a:solidFill>
                  <a:schemeClr val="bg1"/>
                </a:solidFill>
                <a:latin typeface="Open sans" panose="020B0606030504020204" pitchFamily="34" charset="0"/>
                <a:ea typeface="Open sans" panose="020B0606030504020204" pitchFamily="34" charset="0"/>
                <a:cs typeface="Open sans" panose="020B0606030504020204" pitchFamily="34" charset="0"/>
              </a:rPr>
              <a:t>Appendix</a:t>
            </a:r>
          </a:p>
        </p:txBody>
      </p:sp>
      <p:cxnSp>
        <p:nvCxnSpPr>
          <p:cNvPr id="14" name="Straight Connector 13">
            <a:extLst>
              <a:ext uri="{FF2B5EF4-FFF2-40B4-BE49-F238E27FC236}">
                <a16:creationId xmlns:a16="http://schemas.microsoft.com/office/drawing/2014/main" id="{A226D828-D834-822C-F0D7-8FDE186F9CE1}"/>
              </a:ext>
            </a:extLst>
          </p:cNvPr>
          <p:cNvCxnSpPr/>
          <p:nvPr userDrawn="1"/>
        </p:nvCxnSpPr>
        <p:spPr>
          <a:xfrm flipH="1">
            <a:off x="624840" y="3866824"/>
            <a:ext cx="910791"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 Placeholder 5">
            <a:extLst>
              <a:ext uri="{FF2B5EF4-FFF2-40B4-BE49-F238E27FC236}">
                <a16:creationId xmlns:a16="http://schemas.microsoft.com/office/drawing/2014/main" id="{D8828A28-006A-17EA-1CD6-2E3209EA8FFE}"/>
              </a:ext>
            </a:extLst>
          </p:cNvPr>
          <p:cNvSpPr>
            <a:spLocks noGrp="1"/>
          </p:cNvSpPr>
          <p:nvPr userDrawn="1">
            <p:ph type="body" sz="quarter" idx="13" hasCustomPrompt="1"/>
          </p:nvPr>
        </p:nvSpPr>
        <p:spPr>
          <a:xfrm>
            <a:off x="624840" y="4021443"/>
            <a:ext cx="3718560" cy="431057"/>
          </a:xfrm>
          <a:prstGeom prst="rect">
            <a:avLst/>
          </a:prstGeom>
          <a:noFill/>
        </p:spPr>
        <p:txBody>
          <a:bodyPr wrap="square" lIns="0" tIns="108000" rIns="108000" bIns="72000" anchor="ctr" anchorCtr="0">
            <a:spAutoFit/>
          </a:bodyPr>
          <a:lstStyle>
            <a:lvl1pPr marL="0" indent="0" rtl="0">
              <a:lnSpc>
                <a:spcPct val="90000"/>
              </a:lnSpc>
              <a:spcBef>
                <a:spcPts val="0"/>
              </a:spcBef>
              <a:buFont typeface="Arial" panose="020B0604020202020204" pitchFamily="34" charset="0"/>
              <a:buNone/>
              <a:defRPr sz="1800" b="1">
                <a:solidFill>
                  <a:schemeClr val="accent5">
                    <a:lumMod val="60000"/>
                    <a:lumOff val="40000"/>
                  </a:schemeClr>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XXXX</a:t>
            </a:r>
          </a:p>
        </p:txBody>
      </p:sp>
      <p:pic>
        <p:nvPicPr>
          <p:cNvPr id="44" name="Graphic 43">
            <a:extLst>
              <a:ext uri="{FF2B5EF4-FFF2-40B4-BE49-F238E27FC236}">
                <a16:creationId xmlns:a16="http://schemas.microsoft.com/office/drawing/2014/main" id="{ED646078-E25F-613B-489E-AC0254B04978}"/>
              </a:ext>
            </a:extLst>
          </p:cNvPr>
          <p:cNvPicPr>
            <a:picLocks noChangeAspect="1"/>
          </p:cNvPicPr>
          <p:nvPr userDrawn="1"/>
        </p:nvPicPr>
        <p:blipFill>
          <a:blip>
            <a:extLst>
              <a:ext uri="{96DAC541-7B7A-43D3-8B79-37D633B846F1}">
                <asvg:svgBlip xmlns:asvg="http://schemas.microsoft.com/office/drawing/2016/SVG/main" r:embed="rId5"/>
              </a:ext>
            </a:extLst>
          </a:blip>
          <a:srcRect t="-655" r="57062" b="34280"/>
          <a:stretch/>
        </p:blipFill>
        <p:spPr>
          <a:xfrm>
            <a:off x="9980930" y="3886200"/>
            <a:ext cx="2134870" cy="2895600"/>
          </a:xfrm>
          <a:prstGeom prst="rect">
            <a:avLst/>
          </a:prstGeom>
        </p:spPr>
      </p:pic>
      <p:sp>
        <p:nvSpPr>
          <p:cNvPr id="4" name="Rectangle 3"/>
          <p:cNvSpPr/>
          <p:nvPr userDrawn="1"/>
        </p:nvSpPr>
        <p:spPr>
          <a:xfrm>
            <a:off x="-15240" y="-15240"/>
            <a:ext cx="12222480" cy="6888480"/>
          </a:xfrm>
          <a:prstGeom prst="rect">
            <a:avLst/>
          </a:prstGeom>
          <a:gradFill flip="none" rotWithShape="1">
            <a:gsLst>
              <a:gs pos="30000">
                <a:schemeClr val="accent1">
                  <a:alpha val="27000"/>
                </a:schemeClr>
              </a:gs>
              <a:gs pos="96000">
                <a:schemeClr val="tx2">
                  <a:lumMod val="66000"/>
                  <a:alpha val="84000"/>
                </a:schemeClr>
              </a:gs>
              <a:gs pos="7000">
                <a:schemeClr val="tx2"/>
              </a:gs>
              <a:gs pos="65000">
                <a:schemeClr val="tx2">
                  <a:alpha val="83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5681165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B6A332B-DCB9-742B-D35B-C2FD7C6C437C}"/>
              </a:ext>
            </a:extLst>
          </p:cNvPr>
          <p:cNvGraphicFramePr>
            <a:graphicFrameLocks noChangeAspect="1"/>
          </p:cNvGraphicFramePr>
          <p:nvPr userDrawn="1">
            <p:custDataLst>
              <p:tags r:id="rId1"/>
            </p:custDataLst>
            <p:extLst>
              <p:ext uri="{D42A27DB-BD31-4B8C-83A1-F6EECF244321}">
                <p14:modId xmlns:p14="http://schemas.microsoft.com/office/powerpoint/2010/main" val="5409114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3" name="think-cell data - do not delete" hidden="1">
                        <a:extLst>
                          <a:ext uri="{FF2B5EF4-FFF2-40B4-BE49-F238E27FC236}">
                            <a16:creationId xmlns:a16="http://schemas.microsoft.com/office/drawing/2014/main" id="{DB6A332B-DCB9-742B-D35B-C2FD7C6C437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cxnSp>
        <p:nvCxnSpPr>
          <p:cNvPr id="18" name="Straight Connector 17">
            <a:extLst>
              <a:ext uri="{FF2B5EF4-FFF2-40B4-BE49-F238E27FC236}">
                <a16:creationId xmlns:a16="http://schemas.microsoft.com/office/drawing/2014/main" id="{C77182F0-7DD0-DA70-5475-B424D78FE996}"/>
              </a:ext>
            </a:extLst>
          </p:cNvPr>
          <p:cNvCxnSpPr/>
          <p:nvPr userDrawn="1"/>
        </p:nvCxnSpPr>
        <p:spPr>
          <a:xfrm flipH="1">
            <a:off x="624840" y="4171624"/>
            <a:ext cx="910791"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 Placeholder 5">
            <a:extLst>
              <a:ext uri="{FF2B5EF4-FFF2-40B4-BE49-F238E27FC236}">
                <a16:creationId xmlns:a16="http://schemas.microsoft.com/office/drawing/2014/main" id="{23331E65-2A9E-3B1B-228C-BC3BA813F150}"/>
              </a:ext>
            </a:extLst>
          </p:cNvPr>
          <p:cNvSpPr>
            <a:spLocks noGrp="1"/>
          </p:cNvSpPr>
          <p:nvPr>
            <p:ph type="body" sz="quarter" idx="13" hasCustomPrompt="1"/>
          </p:nvPr>
        </p:nvSpPr>
        <p:spPr>
          <a:xfrm>
            <a:off x="624840" y="4992993"/>
            <a:ext cx="3718560" cy="431057"/>
          </a:xfrm>
          <a:prstGeom prst="rect">
            <a:avLst/>
          </a:prstGeom>
          <a:noFill/>
        </p:spPr>
        <p:txBody>
          <a:bodyPr wrap="square" lIns="0" tIns="108000" rIns="108000" bIns="72000" anchor="ctr" anchorCtr="0">
            <a:spAutoFit/>
          </a:bodyPr>
          <a:lstStyle>
            <a:lvl1pPr marL="0" indent="0" rtl="0">
              <a:lnSpc>
                <a:spcPct val="90000"/>
              </a:lnSpc>
              <a:spcBef>
                <a:spcPts val="0"/>
              </a:spcBef>
              <a:buFont typeface="Arial" panose="020B0604020202020204" pitchFamily="34" charset="0"/>
              <a:buNone/>
              <a:defRPr sz="1800" b="1">
                <a:solidFill>
                  <a:schemeClr val="accent5">
                    <a:lumMod val="60000"/>
                    <a:lumOff val="40000"/>
                  </a:schemeClr>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XXXX</a:t>
            </a:r>
          </a:p>
        </p:txBody>
      </p:sp>
      <p:sp>
        <p:nvSpPr>
          <p:cNvPr id="27" name="Text Placeholder 5">
            <a:extLst>
              <a:ext uri="{FF2B5EF4-FFF2-40B4-BE49-F238E27FC236}">
                <a16:creationId xmlns:a16="http://schemas.microsoft.com/office/drawing/2014/main" id="{6AFFEC4E-D7C4-5C94-F624-97B807D261A2}"/>
              </a:ext>
            </a:extLst>
          </p:cNvPr>
          <p:cNvSpPr>
            <a:spLocks noGrp="1"/>
          </p:cNvSpPr>
          <p:nvPr>
            <p:ph type="body" sz="quarter" idx="14" hasCustomPrompt="1"/>
          </p:nvPr>
        </p:nvSpPr>
        <p:spPr>
          <a:xfrm>
            <a:off x="624840" y="4385051"/>
            <a:ext cx="3947160" cy="276999"/>
          </a:xfrm>
          <a:prstGeom prst="rect">
            <a:avLst/>
          </a:prstGeom>
          <a:noFill/>
        </p:spPr>
        <p:txBody>
          <a:bodyPr wrap="square" lIns="0" tIns="0" rIns="0" bIns="0" anchor="ctr" anchorCtr="0">
            <a:spAutoFit/>
          </a:bodyPr>
          <a:lstStyle>
            <a:lvl1pPr marL="0" indent="0" rtl="0">
              <a:lnSpc>
                <a:spcPct val="90000"/>
              </a:lnSpc>
              <a:spcBef>
                <a:spcPts val="0"/>
              </a:spcBef>
              <a:buFont typeface="Arial" panose="020B0604020202020204" pitchFamily="34" charset="0"/>
              <a:buNone/>
              <a:defRPr sz="2000" b="1">
                <a:solidFill>
                  <a:schemeClr val="bg1"/>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Title</a:t>
            </a:r>
          </a:p>
        </p:txBody>
      </p:sp>
      <p:sp>
        <p:nvSpPr>
          <p:cNvPr id="28" name="Text Placeholder 5">
            <a:extLst>
              <a:ext uri="{FF2B5EF4-FFF2-40B4-BE49-F238E27FC236}">
                <a16:creationId xmlns:a16="http://schemas.microsoft.com/office/drawing/2014/main" id="{BC14B0F6-67D6-8CCD-A36E-724BDEF56D4C}"/>
              </a:ext>
            </a:extLst>
          </p:cNvPr>
          <p:cNvSpPr>
            <a:spLocks noGrp="1"/>
          </p:cNvSpPr>
          <p:nvPr>
            <p:ph type="body" sz="quarter" idx="15" hasCustomPrompt="1"/>
          </p:nvPr>
        </p:nvSpPr>
        <p:spPr>
          <a:xfrm>
            <a:off x="624840" y="3131403"/>
            <a:ext cx="3718560" cy="830997"/>
          </a:xfrm>
          <a:prstGeom prst="rect">
            <a:avLst/>
          </a:prstGeom>
          <a:noFill/>
        </p:spPr>
        <p:txBody>
          <a:bodyPr wrap="square" lIns="0" tIns="0" rIns="0" bIns="0" anchor="b" anchorCtr="0">
            <a:spAutoFit/>
          </a:bodyPr>
          <a:lstStyle>
            <a:lvl1pPr marL="0" indent="0" rtl="0">
              <a:lnSpc>
                <a:spcPct val="90000"/>
              </a:lnSpc>
              <a:spcBef>
                <a:spcPts val="0"/>
              </a:spcBef>
              <a:buFont typeface="Arial" panose="020B0604020202020204" pitchFamily="34" charset="0"/>
              <a:buNone/>
              <a:defRPr sz="6000" b="1">
                <a:solidFill>
                  <a:schemeClr val="bg1"/>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Title</a:t>
            </a:r>
          </a:p>
        </p:txBody>
      </p:sp>
      <p:pic>
        <p:nvPicPr>
          <p:cNvPr id="31" name="Graphic 30">
            <a:extLst>
              <a:ext uri="{FF2B5EF4-FFF2-40B4-BE49-F238E27FC236}">
                <a16:creationId xmlns:a16="http://schemas.microsoft.com/office/drawing/2014/main" id="{10026C64-4E25-7F11-ACD6-665FC130A185}"/>
              </a:ext>
            </a:extLst>
          </p:cNvPr>
          <p:cNvPicPr>
            <a:picLocks noChangeAspect="1"/>
          </p:cNvPicPr>
          <p:nvPr userDrawn="1"/>
        </p:nvPicPr>
        <p:blipFill>
          <a:blip>
            <a:extLst>
              <a:ext uri="{96DAC541-7B7A-43D3-8B79-37D633B846F1}">
                <asvg:svgBlip xmlns:asvg="http://schemas.microsoft.com/office/drawing/2016/SVG/main" r:embed="rId5"/>
              </a:ext>
            </a:extLst>
          </a:blip>
          <a:srcRect r="27969" b="37118"/>
          <a:stretch/>
        </p:blipFill>
        <p:spPr>
          <a:xfrm>
            <a:off x="8534400" y="3429000"/>
            <a:ext cx="3581400" cy="2743200"/>
          </a:xfrm>
          <a:prstGeom prst="rect">
            <a:avLst/>
          </a:prstGeom>
        </p:spPr>
      </p:pic>
      <p:sp>
        <p:nvSpPr>
          <p:cNvPr id="2" name="Rectangle 1">
            <a:extLst>
              <a:ext uri="{FF2B5EF4-FFF2-40B4-BE49-F238E27FC236}">
                <a16:creationId xmlns:a16="http://schemas.microsoft.com/office/drawing/2014/main" id="{B0241E8C-3F22-80C7-59F1-A84010798887}"/>
              </a:ext>
            </a:extLst>
          </p:cNvPr>
          <p:cNvSpPr/>
          <p:nvPr userDrawn="1"/>
        </p:nvSpPr>
        <p:spPr>
          <a:xfrm>
            <a:off x="-15240" y="-15240"/>
            <a:ext cx="12222480" cy="6888480"/>
          </a:xfrm>
          <a:prstGeom prst="rect">
            <a:avLst/>
          </a:prstGeom>
          <a:gradFill flip="none" rotWithShape="1">
            <a:gsLst>
              <a:gs pos="30000">
                <a:schemeClr val="accent1">
                  <a:alpha val="27000"/>
                </a:schemeClr>
              </a:gs>
              <a:gs pos="96000">
                <a:schemeClr val="tx2">
                  <a:lumMod val="66000"/>
                  <a:alpha val="84000"/>
                </a:schemeClr>
              </a:gs>
              <a:gs pos="7000">
                <a:schemeClr val="tx2"/>
              </a:gs>
              <a:gs pos="65000">
                <a:schemeClr val="tx2">
                  <a:alpha val="83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118246321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pic>
        <p:nvPicPr>
          <p:cNvPr id="31" name="Graphic 30">
            <a:extLst>
              <a:ext uri="{FF2B5EF4-FFF2-40B4-BE49-F238E27FC236}">
                <a16:creationId xmlns:a16="http://schemas.microsoft.com/office/drawing/2014/main" id="{10026C64-4E25-7F11-ACD6-665FC130A185}"/>
              </a:ext>
            </a:extLst>
          </p:cNvPr>
          <p:cNvPicPr>
            <a:picLocks noChangeAspect="1"/>
          </p:cNvPicPr>
          <p:nvPr userDrawn="1"/>
        </p:nvPicPr>
        <p:blipFill>
          <a:blip>
            <a:extLst>
              <a:ext uri="{96DAC541-7B7A-43D3-8B79-37D633B846F1}">
                <asvg:svgBlip xmlns:asvg="http://schemas.microsoft.com/office/drawing/2016/SVG/main" r:embed="rId2"/>
              </a:ext>
            </a:extLst>
          </a:blip>
          <a:srcRect r="27969" b="37118"/>
          <a:stretch/>
        </p:blipFill>
        <p:spPr>
          <a:xfrm>
            <a:off x="8534400" y="3429000"/>
            <a:ext cx="3581400" cy="2743200"/>
          </a:xfrm>
          <a:prstGeom prst="rect">
            <a:avLst/>
          </a:prstGeom>
        </p:spPr>
      </p:pic>
    </p:spTree>
    <p:extLst>
      <p:ext uri="{BB962C8B-B14F-4D97-AF65-F5344CB8AC3E}">
        <p14:creationId xmlns:p14="http://schemas.microsoft.com/office/powerpoint/2010/main" val="5461565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II">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userDrawn="1">
            <p:custDataLst>
              <p:tags r:id="rId1"/>
            </p:custDataLst>
            <p:extLst>
              <p:ext uri="{D42A27DB-BD31-4B8C-83A1-F6EECF244321}">
                <p14:modId xmlns:p14="http://schemas.microsoft.com/office/powerpoint/2010/main" val="10729611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59" imgH="355" progId="TCLayout.ActiveDocument.1">
                  <p:embed/>
                </p:oleObj>
              </mc:Choice>
              <mc:Fallback>
                <p:oleObj name="think-cell Slide" r:id="rId4" imgW="359" imgH="355" progId="TCLayout.ActiveDocument.1">
                  <p:embed/>
                  <p:pic>
                    <p:nvPicPr>
                      <p:cNvPr id="9" name="Object 8"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0B556A00-D60B-42ED-AE9C-B3EB831768D7}"/>
              </a:ext>
            </a:extLst>
          </p:cNvPr>
          <p:cNvSpPr/>
          <p:nvPr userDrawn="1">
            <p:custDataLst>
              <p:tags r:id="rId2"/>
            </p:custDataLst>
          </p:nvPr>
        </p:nvSpPr>
        <p:spPr>
          <a:xfrm>
            <a:off x="0" y="0"/>
            <a:ext cx="158750" cy="158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endParaRPr kumimoji="0" lang="en-US" sz="6000" b="1" i="0" u="none" cap="none" baseline="0">
              <a:solidFill>
                <a:schemeClr val="bg1"/>
              </a:solidFill>
              <a:latin typeface="Century Gothic" panose="020B0502020202020204" pitchFamily="34" charset="0"/>
              <a:ea typeface="+mn-ea"/>
              <a:cs typeface="+mn-cs"/>
            </a:endParaRPr>
          </a:p>
        </p:txBody>
      </p:sp>
    </p:spTree>
    <p:extLst>
      <p:ext uri="{BB962C8B-B14F-4D97-AF65-F5344CB8AC3E}">
        <p14:creationId xmlns:p14="http://schemas.microsoft.com/office/powerpoint/2010/main" val="21826683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B8573BB-82A2-467A-83EB-58BDDE0A7EFF}"/>
              </a:ext>
            </a:extLst>
          </p:cNvPr>
          <p:cNvGraphicFramePr>
            <a:graphicFrameLocks noChangeAspect="1"/>
          </p:cNvGraphicFramePr>
          <p:nvPr userDrawn="1">
            <p:custDataLst>
              <p:tags r:id="rId1"/>
            </p:custDataLst>
            <p:extLst>
              <p:ext uri="{D42A27DB-BD31-4B8C-83A1-F6EECF244321}">
                <p14:modId xmlns:p14="http://schemas.microsoft.com/office/powerpoint/2010/main" val="40150913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3B8573BB-82A2-467A-83EB-58BDDE0A7EF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50" name="Graphic 49">
            <a:extLst>
              <a:ext uri="{FF2B5EF4-FFF2-40B4-BE49-F238E27FC236}">
                <a16:creationId xmlns:a16="http://schemas.microsoft.com/office/drawing/2014/main" id="{0EA4E886-9362-E4A2-BCC8-BD0E78E3E337}"/>
              </a:ext>
            </a:extLst>
          </p:cNvPr>
          <p:cNvPicPr>
            <a:picLocks noChangeAspect="1"/>
          </p:cNvPicPr>
          <p:nvPr userDrawn="1"/>
        </p:nvPicPr>
        <p:blipFill>
          <a:blip>
            <a:extLst>
              <a:ext uri="{96DAC541-7B7A-43D3-8B79-37D633B846F1}">
                <asvg:svgBlip xmlns:asvg="http://schemas.microsoft.com/office/drawing/2016/SVG/main" r:embed="rId5"/>
              </a:ext>
            </a:extLst>
          </a:blip>
          <a:srcRect r="66731" b="50463"/>
          <a:stretch/>
        </p:blipFill>
        <p:spPr>
          <a:xfrm>
            <a:off x="10080625" y="4696968"/>
            <a:ext cx="1654175" cy="2161032"/>
          </a:xfrm>
          <a:prstGeom prst="rect">
            <a:avLst/>
          </a:prstGeom>
        </p:spPr>
      </p:pic>
      <p:sp>
        <p:nvSpPr>
          <p:cNvPr id="14" name="TextBox 13"/>
          <p:cNvSpPr txBox="1"/>
          <p:nvPr/>
        </p:nvSpPr>
        <p:spPr>
          <a:xfrm>
            <a:off x="4050792" y="2180483"/>
            <a:ext cx="4090416" cy="923330"/>
          </a:xfrm>
          <a:prstGeom prst="rect">
            <a:avLst/>
          </a:prstGeom>
          <a:noFill/>
        </p:spPr>
        <p:txBody>
          <a:bodyPr wrap="square" lIns="0" tIns="0" rIns="0" bIns="0" rtlCol="0">
            <a:spAutoFit/>
          </a:bodyPr>
          <a:lstStyle/>
          <a:p>
            <a:pPr algn="ctr" rtl="0"/>
            <a:r>
              <a:rPr lang="en-US" sz="6000" b="1">
                <a:solidFill>
                  <a:schemeClr val="bg1"/>
                </a:solidFill>
                <a:latin typeface="+mn-lt"/>
                <a:ea typeface="Open sans" panose="020B0606030504020204" pitchFamily="34" charset="0"/>
                <a:cs typeface="Open sans" panose="020B0606030504020204" pitchFamily="34" charset="0"/>
              </a:rPr>
              <a:t>Appendix</a:t>
            </a:r>
          </a:p>
        </p:txBody>
      </p:sp>
      <p:cxnSp>
        <p:nvCxnSpPr>
          <p:cNvPr id="11" name="Straight Connector 10">
            <a:extLst>
              <a:ext uri="{FF2B5EF4-FFF2-40B4-BE49-F238E27FC236}">
                <a16:creationId xmlns:a16="http://schemas.microsoft.com/office/drawing/2014/main" id="{67183BB5-530D-2092-7481-2B571AD3C05D}"/>
              </a:ext>
            </a:extLst>
          </p:cNvPr>
          <p:cNvCxnSpPr/>
          <p:nvPr userDrawn="1"/>
        </p:nvCxnSpPr>
        <p:spPr>
          <a:xfrm flipH="1">
            <a:off x="5289239" y="3208650"/>
            <a:ext cx="1613522"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B0241E8C-3F22-80C7-59F1-A84010798887}"/>
              </a:ext>
            </a:extLst>
          </p:cNvPr>
          <p:cNvSpPr/>
          <p:nvPr userDrawn="1"/>
        </p:nvSpPr>
        <p:spPr>
          <a:xfrm>
            <a:off x="-15240" y="-15240"/>
            <a:ext cx="12222480" cy="6888480"/>
          </a:xfrm>
          <a:prstGeom prst="rect">
            <a:avLst/>
          </a:prstGeom>
          <a:solidFill>
            <a:srgbClr val="015C63">
              <a:alpha val="5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18393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hank you ">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1318C6EE-9D61-CBCB-9F21-B6D9CE341772}"/>
              </a:ext>
            </a:extLst>
          </p:cNvPr>
          <p:cNvGraphicFramePr>
            <a:graphicFrameLocks noChangeAspect="1"/>
          </p:cNvGraphicFramePr>
          <p:nvPr userDrawn="1">
            <p:custDataLst>
              <p:tags r:id="rId1"/>
            </p:custDataLst>
            <p:extLst>
              <p:ext uri="{D42A27DB-BD31-4B8C-83A1-F6EECF244321}">
                <p14:modId xmlns:p14="http://schemas.microsoft.com/office/powerpoint/2010/main" val="136121614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1318C6EE-9D61-CBCB-9F21-B6D9CE34177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50" name="Graphic 49">
            <a:extLst>
              <a:ext uri="{FF2B5EF4-FFF2-40B4-BE49-F238E27FC236}">
                <a16:creationId xmlns:a16="http://schemas.microsoft.com/office/drawing/2014/main" id="{0EA4E886-9362-E4A2-BCC8-BD0E78E3E337}"/>
              </a:ext>
            </a:extLst>
          </p:cNvPr>
          <p:cNvPicPr>
            <a:picLocks noChangeAspect="1"/>
          </p:cNvPicPr>
          <p:nvPr userDrawn="1"/>
        </p:nvPicPr>
        <p:blipFill>
          <a:blip>
            <a:extLst>
              <a:ext uri="{96DAC541-7B7A-43D3-8B79-37D633B846F1}">
                <asvg:svgBlip xmlns:asvg="http://schemas.microsoft.com/office/drawing/2016/SVG/main" r:embed="rId5"/>
              </a:ext>
            </a:extLst>
          </a:blip>
          <a:srcRect r="66731" b="50463"/>
          <a:stretch/>
        </p:blipFill>
        <p:spPr>
          <a:xfrm>
            <a:off x="10080625" y="4696968"/>
            <a:ext cx="1654175" cy="2161032"/>
          </a:xfrm>
          <a:prstGeom prst="rect">
            <a:avLst/>
          </a:prstGeom>
        </p:spPr>
      </p:pic>
      <p:sp>
        <p:nvSpPr>
          <p:cNvPr id="14" name="TextBox 13"/>
          <p:cNvSpPr txBox="1"/>
          <p:nvPr/>
        </p:nvSpPr>
        <p:spPr>
          <a:xfrm>
            <a:off x="4050792" y="2180483"/>
            <a:ext cx="4090416" cy="923330"/>
          </a:xfrm>
          <a:prstGeom prst="rect">
            <a:avLst/>
          </a:prstGeom>
          <a:noFill/>
        </p:spPr>
        <p:txBody>
          <a:bodyPr wrap="square" lIns="0" tIns="0" rIns="0" bIns="0" rtlCol="0">
            <a:spAutoFit/>
          </a:bodyPr>
          <a:lstStyle/>
          <a:p>
            <a:pPr algn="ctr" rtl="0"/>
            <a:r>
              <a:rPr lang="en-US" sz="6000" b="1">
                <a:solidFill>
                  <a:schemeClr val="bg1"/>
                </a:solidFill>
                <a:latin typeface="+mn-lt"/>
                <a:ea typeface="Open sans" panose="020B0606030504020204" pitchFamily="34" charset="0"/>
                <a:cs typeface="Open sans" panose="020B0606030504020204" pitchFamily="34" charset="0"/>
              </a:rPr>
              <a:t>Thank You</a:t>
            </a:r>
          </a:p>
        </p:txBody>
      </p:sp>
      <p:cxnSp>
        <p:nvCxnSpPr>
          <p:cNvPr id="11" name="Straight Connector 10">
            <a:extLst>
              <a:ext uri="{FF2B5EF4-FFF2-40B4-BE49-F238E27FC236}">
                <a16:creationId xmlns:a16="http://schemas.microsoft.com/office/drawing/2014/main" id="{67183BB5-530D-2092-7481-2B571AD3C05D}"/>
              </a:ext>
            </a:extLst>
          </p:cNvPr>
          <p:cNvCxnSpPr/>
          <p:nvPr userDrawn="1"/>
        </p:nvCxnSpPr>
        <p:spPr>
          <a:xfrm flipH="1">
            <a:off x="5289239" y="3208650"/>
            <a:ext cx="1613522"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B0241E8C-3F22-80C7-59F1-A84010798887}"/>
              </a:ext>
            </a:extLst>
          </p:cNvPr>
          <p:cNvSpPr/>
          <p:nvPr userDrawn="1"/>
        </p:nvSpPr>
        <p:spPr>
          <a:xfrm>
            <a:off x="-15240" y="-15240"/>
            <a:ext cx="12222480" cy="6888480"/>
          </a:xfrm>
          <a:prstGeom prst="rect">
            <a:avLst/>
          </a:prstGeom>
          <a:solidFill>
            <a:srgbClr val="015C63">
              <a:alpha val="5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9289171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AF0FF441-0FF9-8752-932E-D95E8CFC3D01}"/>
              </a:ext>
            </a:extLst>
          </p:cNvPr>
          <p:cNvGraphicFramePr>
            <a:graphicFrameLocks noChangeAspect="1"/>
          </p:cNvGraphicFramePr>
          <p:nvPr userDrawn="1">
            <p:custDataLst>
              <p:tags r:id="rId1"/>
            </p:custDataLst>
            <p:extLst>
              <p:ext uri="{D42A27DB-BD31-4B8C-83A1-F6EECF244321}">
                <p14:modId xmlns:p14="http://schemas.microsoft.com/office/powerpoint/2010/main" val="20255487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AF0FF441-0FF9-8752-932E-D95E8CFC3D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Text Placeholder 5">
            <a:extLst>
              <a:ext uri="{FF2B5EF4-FFF2-40B4-BE49-F238E27FC236}">
                <a16:creationId xmlns:a16="http://schemas.microsoft.com/office/drawing/2014/main" id="{7950ED24-877E-B1B9-0962-78149A8BD53E}"/>
              </a:ext>
            </a:extLst>
          </p:cNvPr>
          <p:cNvSpPr>
            <a:spLocks noGrp="1"/>
          </p:cNvSpPr>
          <p:nvPr>
            <p:ph type="body" sz="quarter" idx="13" hasCustomPrompt="1"/>
          </p:nvPr>
        </p:nvSpPr>
        <p:spPr>
          <a:xfrm>
            <a:off x="457200" y="349980"/>
            <a:ext cx="10673046" cy="304699"/>
          </a:xfrm>
          <a:prstGeom prst="rect">
            <a:avLst/>
          </a:prstGeom>
        </p:spPr>
        <p:txBody>
          <a:bodyPr wrap="square" lIns="0" tIns="0" rIns="0" bIns="0" anchor="ctr" anchorCtr="0">
            <a:spAutoFit/>
          </a:bodyPr>
          <a:lstStyle>
            <a:lvl1pPr marL="0" indent="0" rtl="0">
              <a:lnSpc>
                <a:spcPct val="90000"/>
              </a:lnSpc>
              <a:spcBef>
                <a:spcPts val="0"/>
              </a:spcBef>
              <a:buFont typeface="Arial" panose="020B0604020202020204" pitchFamily="34" charset="0"/>
              <a:buNone/>
              <a:defRPr sz="2200" b="1">
                <a:solidFill>
                  <a:srgbClr val="16654B"/>
                </a:solidFill>
                <a:latin typeface="+mn-lt"/>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Title</a:t>
            </a:r>
          </a:p>
        </p:txBody>
      </p:sp>
      <p:sp>
        <p:nvSpPr>
          <p:cNvPr id="14" name="Text Placeholder 4">
            <a:extLst>
              <a:ext uri="{FF2B5EF4-FFF2-40B4-BE49-F238E27FC236}">
                <a16:creationId xmlns:a16="http://schemas.microsoft.com/office/drawing/2014/main" id="{08F92808-AB57-5B4E-7A67-77A9C789ED0B}"/>
              </a:ext>
            </a:extLst>
          </p:cNvPr>
          <p:cNvSpPr>
            <a:spLocks noGrp="1"/>
          </p:cNvSpPr>
          <p:nvPr>
            <p:ph type="body" sz="quarter" idx="10" hasCustomPrompt="1"/>
          </p:nvPr>
        </p:nvSpPr>
        <p:spPr>
          <a:xfrm>
            <a:off x="457200" y="6446832"/>
            <a:ext cx="9588500" cy="357185"/>
          </a:xfrm>
          <a:prstGeom prst="rect">
            <a:avLst/>
          </a:prstGeom>
        </p:spPr>
        <p:txBody>
          <a:bodyPr lIns="0" tIns="0" rIns="0" bIns="0" anchor="ctr"/>
          <a:lstStyle>
            <a:lvl1pPr marL="447675" indent="-447675" rtl="0">
              <a:buNone/>
              <a:defRPr sz="800">
                <a:solidFill>
                  <a:schemeClr val="tx2"/>
                </a:solidFill>
                <a:latin typeface="+mn-lt"/>
                <a:cs typeface="Open Sans" panose="020B0606030504020204" pitchFamily="34" charset="0"/>
                <a:sym typeface="Open Sans" panose="020B0606030504020204" pitchFamily="34" charset="0"/>
              </a:defRPr>
            </a:lvl1pPr>
            <a:lvl2pPr>
              <a:defRPr sz="700"/>
            </a:lvl2pPr>
            <a:lvl3pPr>
              <a:defRPr sz="700"/>
            </a:lvl3pPr>
            <a:lvl4pPr>
              <a:defRPr sz="700"/>
            </a:lvl4pPr>
            <a:lvl5pPr>
              <a:defRPr sz="700"/>
            </a:lvl5pPr>
          </a:lstStyle>
          <a:p>
            <a:pPr lvl="0"/>
            <a:r>
              <a:rPr lang="en-US"/>
              <a:t>Source: Portas analysis</a:t>
            </a:r>
          </a:p>
        </p:txBody>
      </p:sp>
      <p:cxnSp>
        <p:nvCxnSpPr>
          <p:cNvPr id="3" name="Straight Connector 2">
            <a:extLst>
              <a:ext uri="{FF2B5EF4-FFF2-40B4-BE49-F238E27FC236}">
                <a16:creationId xmlns:a16="http://schemas.microsoft.com/office/drawing/2014/main" id="{42425E41-F3F9-609A-9066-F76C24F76312}"/>
              </a:ext>
            </a:extLst>
          </p:cNvPr>
          <p:cNvCxnSpPr>
            <a:cxnSpLocks/>
          </p:cNvCxnSpPr>
          <p:nvPr userDrawn="1"/>
        </p:nvCxnSpPr>
        <p:spPr>
          <a:xfrm>
            <a:off x="0" y="980175"/>
            <a:ext cx="12192000" cy="0"/>
          </a:xfrm>
          <a:prstGeom prst="line">
            <a:avLst/>
          </a:prstGeom>
          <a:ln w="12700">
            <a:gradFill flip="none" rotWithShape="1">
              <a:gsLst>
                <a:gs pos="0">
                  <a:schemeClr val="accent5">
                    <a:lumMod val="20000"/>
                    <a:lumOff val="80000"/>
                    <a:alpha val="10000"/>
                  </a:schemeClr>
                </a:gs>
                <a:gs pos="23760">
                  <a:srgbClr val="C3DDC6"/>
                </a:gs>
                <a:gs pos="67000">
                  <a:schemeClr val="accent5"/>
                </a:gs>
                <a:gs pos="100000">
                  <a:srgbClr val="00602B"/>
                </a:gs>
              </a:gsLst>
              <a:lin ang="1080000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5971562"/>
      </p:ext>
    </p:extLst>
  </p:cSld>
  <p:clrMapOvr>
    <a:masterClrMapping/>
  </p:clrMapOvr>
  <p:extLst>
    <p:ext uri="{DCECCB84-F9BA-43D5-87BE-67443E8EF086}">
      <p15:sldGuideLst xmlns:p15="http://schemas.microsoft.com/office/powerpoint/2012/main">
        <p15:guide id="1">
          <p15:clr>
            <a:srgbClr val="FBAE40"/>
          </p15:clr>
        </p15:guide>
        <p15:guide id="2" pos="7680">
          <p15:clr>
            <a:srgbClr val="FBAE40"/>
          </p15:clr>
        </p15:guide>
        <p15:guide id="5" orient="horz">
          <p15:clr>
            <a:srgbClr val="FBAE40"/>
          </p15:clr>
        </p15:guide>
        <p15:guide id="6" orient="horz" pos="432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5C69FB32-40E2-BD0C-EF0D-B7C868938C7D}"/>
              </a:ext>
            </a:extLst>
          </p:cNvPr>
          <p:cNvGraphicFramePr>
            <a:graphicFrameLocks noChangeAspect="1"/>
          </p:cNvGraphicFramePr>
          <p:nvPr userDrawn="1">
            <p:custDataLst>
              <p:tags r:id="rId1"/>
            </p:custDataLst>
            <p:extLst>
              <p:ext uri="{D42A27DB-BD31-4B8C-83A1-F6EECF244321}">
                <p14:modId xmlns:p14="http://schemas.microsoft.com/office/powerpoint/2010/main" val="355607208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5C69FB32-40E2-BD0C-EF0D-B7C868938C7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TextBox 6">
            <a:extLst>
              <a:ext uri="{FF2B5EF4-FFF2-40B4-BE49-F238E27FC236}">
                <a16:creationId xmlns:a16="http://schemas.microsoft.com/office/drawing/2014/main" id="{F2B30F13-C60D-4C27-DB47-E90FBE903794}"/>
              </a:ext>
            </a:extLst>
          </p:cNvPr>
          <p:cNvSpPr txBox="1"/>
          <p:nvPr/>
        </p:nvSpPr>
        <p:spPr>
          <a:xfrm>
            <a:off x="624840" y="2808550"/>
            <a:ext cx="3718560" cy="830997"/>
          </a:xfrm>
          <a:prstGeom prst="rect">
            <a:avLst/>
          </a:prstGeom>
          <a:noFill/>
        </p:spPr>
        <p:txBody>
          <a:bodyPr wrap="square" lIns="0" tIns="0" rIns="0" bIns="0" rtlCol="0">
            <a:spAutoFit/>
          </a:bodyPr>
          <a:lstStyle/>
          <a:p>
            <a:pPr algn="l" rtl="0"/>
            <a:r>
              <a:rPr lang="en-US" sz="5400" b="1">
                <a:solidFill>
                  <a:schemeClr val="bg1"/>
                </a:solidFill>
                <a:latin typeface="Open sans" panose="020B0606030504020204" pitchFamily="34" charset="0"/>
                <a:ea typeface="Open sans" panose="020B0606030504020204" pitchFamily="34" charset="0"/>
                <a:cs typeface="Open sans" panose="020B0606030504020204" pitchFamily="34" charset="0"/>
              </a:rPr>
              <a:t>Appendix</a:t>
            </a:r>
          </a:p>
        </p:txBody>
      </p:sp>
      <p:cxnSp>
        <p:nvCxnSpPr>
          <p:cNvPr id="14" name="Straight Connector 13">
            <a:extLst>
              <a:ext uri="{FF2B5EF4-FFF2-40B4-BE49-F238E27FC236}">
                <a16:creationId xmlns:a16="http://schemas.microsoft.com/office/drawing/2014/main" id="{A226D828-D834-822C-F0D7-8FDE186F9CE1}"/>
              </a:ext>
            </a:extLst>
          </p:cNvPr>
          <p:cNvCxnSpPr/>
          <p:nvPr userDrawn="1"/>
        </p:nvCxnSpPr>
        <p:spPr>
          <a:xfrm flipH="1">
            <a:off x="624840" y="3866824"/>
            <a:ext cx="910791"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 Placeholder 5">
            <a:extLst>
              <a:ext uri="{FF2B5EF4-FFF2-40B4-BE49-F238E27FC236}">
                <a16:creationId xmlns:a16="http://schemas.microsoft.com/office/drawing/2014/main" id="{D8828A28-006A-17EA-1CD6-2E3209EA8FFE}"/>
              </a:ext>
            </a:extLst>
          </p:cNvPr>
          <p:cNvSpPr>
            <a:spLocks noGrp="1"/>
          </p:cNvSpPr>
          <p:nvPr userDrawn="1">
            <p:ph type="body" sz="quarter" idx="13" hasCustomPrompt="1"/>
          </p:nvPr>
        </p:nvSpPr>
        <p:spPr>
          <a:xfrm>
            <a:off x="624840" y="4021443"/>
            <a:ext cx="3718560" cy="431057"/>
          </a:xfrm>
          <a:prstGeom prst="rect">
            <a:avLst/>
          </a:prstGeom>
          <a:noFill/>
        </p:spPr>
        <p:txBody>
          <a:bodyPr wrap="square" lIns="0" tIns="108000" rIns="108000" bIns="72000" anchor="ctr" anchorCtr="0">
            <a:spAutoFit/>
          </a:bodyPr>
          <a:lstStyle>
            <a:lvl1pPr marL="0" indent="0" rtl="0">
              <a:lnSpc>
                <a:spcPct val="90000"/>
              </a:lnSpc>
              <a:spcBef>
                <a:spcPts val="0"/>
              </a:spcBef>
              <a:buFont typeface="Arial" panose="020B0604020202020204" pitchFamily="34" charset="0"/>
              <a:buNone/>
              <a:defRPr sz="1800" b="1">
                <a:solidFill>
                  <a:schemeClr val="accent5">
                    <a:lumMod val="60000"/>
                    <a:lumOff val="40000"/>
                  </a:schemeClr>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XXXX</a:t>
            </a:r>
          </a:p>
        </p:txBody>
      </p:sp>
      <p:pic>
        <p:nvPicPr>
          <p:cNvPr id="44" name="Graphic 43">
            <a:extLst>
              <a:ext uri="{FF2B5EF4-FFF2-40B4-BE49-F238E27FC236}">
                <a16:creationId xmlns:a16="http://schemas.microsoft.com/office/drawing/2014/main" id="{ED646078-E25F-613B-489E-AC0254B04978}"/>
              </a:ext>
            </a:extLst>
          </p:cNvPr>
          <p:cNvPicPr>
            <a:picLocks noChangeAspect="1"/>
          </p:cNvPicPr>
          <p:nvPr userDrawn="1"/>
        </p:nvPicPr>
        <p:blipFill>
          <a:blip>
            <a:extLst>
              <a:ext uri="{96DAC541-7B7A-43D3-8B79-37D633B846F1}">
                <asvg:svgBlip xmlns:asvg="http://schemas.microsoft.com/office/drawing/2016/SVG/main" r:embed="rId5"/>
              </a:ext>
            </a:extLst>
          </a:blip>
          <a:srcRect t="-655" r="57062" b="34280"/>
          <a:stretch/>
        </p:blipFill>
        <p:spPr>
          <a:xfrm>
            <a:off x="9980930" y="3886200"/>
            <a:ext cx="2134870" cy="2895600"/>
          </a:xfrm>
          <a:prstGeom prst="rect">
            <a:avLst/>
          </a:prstGeom>
        </p:spPr>
      </p:pic>
      <p:sp>
        <p:nvSpPr>
          <p:cNvPr id="4" name="Rectangle 3"/>
          <p:cNvSpPr/>
          <p:nvPr userDrawn="1"/>
        </p:nvSpPr>
        <p:spPr>
          <a:xfrm>
            <a:off x="-15240" y="-15240"/>
            <a:ext cx="12222480" cy="6888480"/>
          </a:xfrm>
          <a:prstGeom prst="rect">
            <a:avLst/>
          </a:prstGeom>
          <a:gradFill flip="none" rotWithShape="1">
            <a:gsLst>
              <a:gs pos="30000">
                <a:schemeClr val="accent1">
                  <a:alpha val="27000"/>
                </a:schemeClr>
              </a:gs>
              <a:gs pos="96000">
                <a:schemeClr val="tx2">
                  <a:lumMod val="66000"/>
                  <a:alpha val="84000"/>
                </a:schemeClr>
              </a:gs>
              <a:gs pos="7000">
                <a:schemeClr val="tx2"/>
              </a:gs>
              <a:gs pos="65000">
                <a:schemeClr val="tx2">
                  <a:alpha val="83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37353255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472D9C12-2E2D-C102-1096-35A0DA9FB319}"/>
              </a:ext>
            </a:extLst>
          </p:cNvPr>
          <p:cNvGraphicFramePr>
            <a:graphicFrameLocks noChangeAspect="1"/>
          </p:cNvGraphicFramePr>
          <p:nvPr userDrawn="1">
            <p:custDataLst>
              <p:tags r:id="rId1"/>
            </p:custDataLst>
            <p:extLst>
              <p:ext uri="{D42A27DB-BD31-4B8C-83A1-F6EECF244321}">
                <p14:modId xmlns:p14="http://schemas.microsoft.com/office/powerpoint/2010/main" val="1684245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3" name="think-cell data - do not delete" hidden="1">
                        <a:extLst>
                          <a:ext uri="{FF2B5EF4-FFF2-40B4-BE49-F238E27FC236}">
                            <a16:creationId xmlns:a16="http://schemas.microsoft.com/office/drawing/2014/main" id="{472D9C12-2E2D-C102-1096-35A0DA9FB31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cxnSp>
        <p:nvCxnSpPr>
          <p:cNvPr id="18" name="Straight Connector 17">
            <a:extLst>
              <a:ext uri="{FF2B5EF4-FFF2-40B4-BE49-F238E27FC236}">
                <a16:creationId xmlns:a16="http://schemas.microsoft.com/office/drawing/2014/main" id="{C77182F0-7DD0-DA70-5475-B424D78FE996}"/>
              </a:ext>
            </a:extLst>
          </p:cNvPr>
          <p:cNvCxnSpPr/>
          <p:nvPr userDrawn="1"/>
        </p:nvCxnSpPr>
        <p:spPr>
          <a:xfrm flipH="1">
            <a:off x="624840" y="4171624"/>
            <a:ext cx="910791"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 Placeholder 5">
            <a:extLst>
              <a:ext uri="{FF2B5EF4-FFF2-40B4-BE49-F238E27FC236}">
                <a16:creationId xmlns:a16="http://schemas.microsoft.com/office/drawing/2014/main" id="{23331E65-2A9E-3B1B-228C-BC3BA813F150}"/>
              </a:ext>
            </a:extLst>
          </p:cNvPr>
          <p:cNvSpPr>
            <a:spLocks noGrp="1"/>
          </p:cNvSpPr>
          <p:nvPr>
            <p:ph type="body" sz="quarter" idx="13" hasCustomPrompt="1"/>
          </p:nvPr>
        </p:nvSpPr>
        <p:spPr>
          <a:xfrm>
            <a:off x="624840" y="4992993"/>
            <a:ext cx="3718560" cy="431057"/>
          </a:xfrm>
          <a:prstGeom prst="rect">
            <a:avLst/>
          </a:prstGeom>
          <a:noFill/>
        </p:spPr>
        <p:txBody>
          <a:bodyPr wrap="square" lIns="0" tIns="108000" rIns="108000" bIns="72000" anchor="ctr" anchorCtr="0">
            <a:spAutoFit/>
          </a:bodyPr>
          <a:lstStyle>
            <a:lvl1pPr marL="0" indent="0" rtl="0">
              <a:lnSpc>
                <a:spcPct val="90000"/>
              </a:lnSpc>
              <a:spcBef>
                <a:spcPts val="0"/>
              </a:spcBef>
              <a:buFont typeface="Arial" panose="020B0604020202020204" pitchFamily="34" charset="0"/>
              <a:buNone/>
              <a:defRPr sz="1800" b="1">
                <a:solidFill>
                  <a:schemeClr val="accent5">
                    <a:lumMod val="60000"/>
                    <a:lumOff val="40000"/>
                  </a:schemeClr>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XXXX</a:t>
            </a:r>
          </a:p>
        </p:txBody>
      </p:sp>
      <p:sp>
        <p:nvSpPr>
          <p:cNvPr id="27" name="Text Placeholder 5">
            <a:extLst>
              <a:ext uri="{FF2B5EF4-FFF2-40B4-BE49-F238E27FC236}">
                <a16:creationId xmlns:a16="http://schemas.microsoft.com/office/drawing/2014/main" id="{6AFFEC4E-D7C4-5C94-F624-97B807D261A2}"/>
              </a:ext>
            </a:extLst>
          </p:cNvPr>
          <p:cNvSpPr>
            <a:spLocks noGrp="1"/>
          </p:cNvSpPr>
          <p:nvPr>
            <p:ph type="body" sz="quarter" idx="14" hasCustomPrompt="1"/>
          </p:nvPr>
        </p:nvSpPr>
        <p:spPr>
          <a:xfrm>
            <a:off x="624840" y="4385051"/>
            <a:ext cx="3947160" cy="276999"/>
          </a:xfrm>
          <a:prstGeom prst="rect">
            <a:avLst/>
          </a:prstGeom>
          <a:noFill/>
        </p:spPr>
        <p:txBody>
          <a:bodyPr wrap="square" lIns="0" tIns="0" rIns="0" bIns="0" anchor="ctr" anchorCtr="0">
            <a:spAutoFit/>
          </a:bodyPr>
          <a:lstStyle>
            <a:lvl1pPr marL="0" indent="0" rtl="0">
              <a:lnSpc>
                <a:spcPct val="90000"/>
              </a:lnSpc>
              <a:spcBef>
                <a:spcPts val="0"/>
              </a:spcBef>
              <a:buFont typeface="Arial" panose="020B0604020202020204" pitchFamily="34" charset="0"/>
              <a:buNone/>
              <a:defRPr sz="2000" b="1">
                <a:solidFill>
                  <a:schemeClr val="bg1"/>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Title</a:t>
            </a:r>
          </a:p>
        </p:txBody>
      </p:sp>
      <p:sp>
        <p:nvSpPr>
          <p:cNvPr id="28" name="Text Placeholder 5">
            <a:extLst>
              <a:ext uri="{FF2B5EF4-FFF2-40B4-BE49-F238E27FC236}">
                <a16:creationId xmlns:a16="http://schemas.microsoft.com/office/drawing/2014/main" id="{BC14B0F6-67D6-8CCD-A36E-724BDEF56D4C}"/>
              </a:ext>
            </a:extLst>
          </p:cNvPr>
          <p:cNvSpPr>
            <a:spLocks noGrp="1"/>
          </p:cNvSpPr>
          <p:nvPr>
            <p:ph type="body" sz="quarter" idx="15" hasCustomPrompt="1"/>
          </p:nvPr>
        </p:nvSpPr>
        <p:spPr>
          <a:xfrm>
            <a:off x="624840" y="3131403"/>
            <a:ext cx="3718560" cy="830997"/>
          </a:xfrm>
          <a:prstGeom prst="rect">
            <a:avLst/>
          </a:prstGeom>
          <a:noFill/>
        </p:spPr>
        <p:txBody>
          <a:bodyPr wrap="square" lIns="0" tIns="0" rIns="0" bIns="0" anchor="b" anchorCtr="0">
            <a:spAutoFit/>
          </a:bodyPr>
          <a:lstStyle>
            <a:lvl1pPr marL="0" indent="0" rtl="0">
              <a:lnSpc>
                <a:spcPct val="90000"/>
              </a:lnSpc>
              <a:spcBef>
                <a:spcPts val="0"/>
              </a:spcBef>
              <a:buFont typeface="Arial" panose="020B0604020202020204" pitchFamily="34" charset="0"/>
              <a:buNone/>
              <a:defRPr sz="6000" b="1">
                <a:solidFill>
                  <a:schemeClr val="bg1"/>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Title</a:t>
            </a:r>
          </a:p>
        </p:txBody>
      </p:sp>
      <p:pic>
        <p:nvPicPr>
          <p:cNvPr id="31" name="Graphic 30">
            <a:extLst>
              <a:ext uri="{FF2B5EF4-FFF2-40B4-BE49-F238E27FC236}">
                <a16:creationId xmlns:a16="http://schemas.microsoft.com/office/drawing/2014/main" id="{10026C64-4E25-7F11-ACD6-665FC130A185}"/>
              </a:ext>
            </a:extLst>
          </p:cNvPr>
          <p:cNvPicPr>
            <a:picLocks noChangeAspect="1"/>
          </p:cNvPicPr>
          <p:nvPr userDrawn="1"/>
        </p:nvPicPr>
        <p:blipFill>
          <a:blip>
            <a:extLst>
              <a:ext uri="{96DAC541-7B7A-43D3-8B79-37D633B846F1}">
                <asvg:svgBlip xmlns:asvg="http://schemas.microsoft.com/office/drawing/2016/SVG/main" r:embed="rId5"/>
              </a:ext>
            </a:extLst>
          </a:blip>
          <a:srcRect r="27969" b="37118"/>
          <a:stretch/>
        </p:blipFill>
        <p:spPr>
          <a:xfrm>
            <a:off x="8534400" y="3429000"/>
            <a:ext cx="3581400" cy="2743200"/>
          </a:xfrm>
          <a:prstGeom prst="rect">
            <a:avLst/>
          </a:prstGeom>
        </p:spPr>
      </p:pic>
      <p:sp>
        <p:nvSpPr>
          <p:cNvPr id="2" name="Rectangle 1">
            <a:extLst>
              <a:ext uri="{FF2B5EF4-FFF2-40B4-BE49-F238E27FC236}">
                <a16:creationId xmlns:a16="http://schemas.microsoft.com/office/drawing/2014/main" id="{B0241E8C-3F22-80C7-59F1-A84010798887}"/>
              </a:ext>
            </a:extLst>
          </p:cNvPr>
          <p:cNvSpPr/>
          <p:nvPr userDrawn="1"/>
        </p:nvSpPr>
        <p:spPr>
          <a:xfrm>
            <a:off x="-15240" y="-15240"/>
            <a:ext cx="12222480" cy="6888480"/>
          </a:xfrm>
          <a:prstGeom prst="rect">
            <a:avLst/>
          </a:prstGeom>
          <a:gradFill flip="none" rotWithShape="1">
            <a:gsLst>
              <a:gs pos="30000">
                <a:schemeClr val="accent1">
                  <a:alpha val="27000"/>
                </a:schemeClr>
              </a:gs>
              <a:gs pos="96000">
                <a:schemeClr val="tx2">
                  <a:lumMod val="66000"/>
                  <a:alpha val="84000"/>
                </a:schemeClr>
              </a:gs>
              <a:gs pos="7000">
                <a:schemeClr val="tx2"/>
              </a:gs>
              <a:gs pos="65000">
                <a:schemeClr val="tx2">
                  <a:alpha val="83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45429066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pic>
        <p:nvPicPr>
          <p:cNvPr id="31" name="Graphic 30">
            <a:extLst>
              <a:ext uri="{FF2B5EF4-FFF2-40B4-BE49-F238E27FC236}">
                <a16:creationId xmlns:a16="http://schemas.microsoft.com/office/drawing/2014/main" id="{10026C64-4E25-7F11-ACD6-665FC130A185}"/>
              </a:ext>
            </a:extLst>
          </p:cNvPr>
          <p:cNvPicPr>
            <a:picLocks noChangeAspect="1"/>
          </p:cNvPicPr>
          <p:nvPr userDrawn="1"/>
        </p:nvPicPr>
        <p:blipFill>
          <a:blip>
            <a:extLst>
              <a:ext uri="{96DAC541-7B7A-43D3-8B79-37D633B846F1}">
                <asvg:svgBlip xmlns:asvg="http://schemas.microsoft.com/office/drawing/2016/SVG/main" r:embed="rId2"/>
              </a:ext>
            </a:extLst>
          </a:blip>
          <a:srcRect r="27969" b="37118"/>
          <a:stretch/>
        </p:blipFill>
        <p:spPr>
          <a:xfrm>
            <a:off x="8534400" y="3429000"/>
            <a:ext cx="3581400" cy="2743200"/>
          </a:xfrm>
          <a:prstGeom prst="rect">
            <a:avLst/>
          </a:prstGeom>
        </p:spPr>
      </p:pic>
    </p:spTree>
    <p:extLst>
      <p:ext uri="{BB962C8B-B14F-4D97-AF65-F5344CB8AC3E}">
        <p14:creationId xmlns:p14="http://schemas.microsoft.com/office/powerpoint/2010/main" val="22283873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II">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userDrawn="1">
            <p:custDataLst>
              <p:tags r:id="rId1"/>
            </p:custDataLst>
            <p:extLst>
              <p:ext uri="{D42A27DB-BD31-4B8C-83A1-F6EECF244321}">
                <p14:modId xmlns:p14="http://schemas.microsoft.com/office/powerpoint/2010/main" val="246596016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59" imgH="355" progId="TCLayout.ActiveDocument.1">
                  <p:embed/>
                </p:oleObj>
              </mc:Choice>
              <mc:Fallback>
                <p:oleObj name="think-cell Slide" r:id="rId4" imgW="359" imgH="355" progId="TCLayout.ActiveDocument.1">
                  <p:embed/>
                  <p:pic>
                    <p:nvPicPr>
                      <p:cNvPr id="9" name="Object 8"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0B556A00-D60B-42ED-AE9C-B3EB831768D7}"/>
              </a:ext>
            </a:extLst>
          </p:cNvPr>
          <p:cNvSpPr/>
          <p:nvPr userDrawn="1">
            <p:custDataLst>
              <p:tags r:id="rId2"/>
            </p:custDataLst>
          </p:nvPr>
        </p:nvSpPr>
        <p:spPr>
          <a:xfrm>
            <a:off x="0" y="0"/>
            <a:ext cx="158750" cy="158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endParaRPr kumimoji="0" lang="en-US" sz="6000" b="1" i="0" u="none" cap="none" baseline="0">
              <a:solidFill>
                <a:schemeClr val="bg1"/>
              </a:solidFill>
              <a:latin typeface="Century Gothic" panose="020B0502020202020204" pitchFamily="34" charset="0"/>
              <a:ea typeface="+mn-ea"/>
              <a:cs typeface="+mn-cs"/>
            </a:endParaRPr>
          </a:p>
        </p:txBody>
      </p:sp>
    </p:spTree>
    <p:extLst>
      <p:ext uri="{BB962C8B-B14F-4D97-AF65-F5344CB8AC3E}">
        <p14:creationId xmlns:p14="http://schemas.microsoft.com/office/powerpoint/2010/main" val="415972345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ank you ">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5DF71D58-CE2F-E9F4-0820-20DF2BCB1361}"/>
              </a:ext>
            </a:extLst>
          </p:cNvPr>
          <p:cNvGraphicFramePr>
            <a:graphicFrameLocks noChangeAspect="1"/>
          </p:cNvGraphicFramePr>
          <p:nvPr userDrawn="1">
            <p:custDataLst>
              <p:tags r:id="rId1"/>
            </p:custDataLst>
            <p:extLst>
              <p:ext uri="{D42A27DB-BD31-4B8C-83A1-F6EECF244321}">
                <p14:modId xmlns:p14="http://schemas.microsoft.com/office/powerpoint/2010/main" val="14438750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5DF71D58-CE2F-E9F4-0820-20DF2BCB136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50" name="Graphic 49">
            <a:extLst>
              <a:ext uri="{FF2B5EF4-FFF2-40B4-BE49-F238E27FC236}">
                <a16:creationId xmlns:a16="http://schemas.microsoft.com/office/drawing/2014/main" id="{0EA4E886-9362-E4A2-BCC8-BD0E78E3E337}"/>
              </a:ext>
            </a:extLst>
          </p:cNvPr>
          <p:cNvPicPr>
            <a:picLocks noChangeAspect="1"/>
          </p:cNvPicPr>
          <p:nvPr userDrawn="1"/>
        </p:nvPicPr>
        <p:blipFill>
          <a:blip>
            <a:extLst>
              <a:ext uri="{96DAC541-7B7A-43D3-8B79-37D633B846F1}">
                <asvg:svgBlip xmlns:asvg="http://schemas.microsoft.com/office/drawing/2016/SVG/main" r:embed="rId5"/>
              </a:ext>
            </a:extLst>
          </a:blip>
          <a:srcRect r="66731" b="50463"/>
          <a:stretch/>
        </p:blipFill>
        <p:spPr>
          <a:xfrm>
            <a:off x="10080625" y="4696968"/>
            <a:ext cx="1654175" cy="2161032"/>
          </a:xfrm>
          <a:prstGeom prst="rect">
            <a:avLst/>
          </a:prstGeom>
        </p:spPr>
      </p:pic>
      <p:sp>
        <p:nvSpPr>
          <p:cNvPr id="14" name="TextBox 13"/>
          <p:cNvSpPr txBox="1"/>
          <p:nvPr/>
        </p:nvSpPr>
        <p:spPr>
          <a:xfrm>
            <a:off x="4050792" y="2180483"/>
            <a:ext cx="4090416" cy="923330"/>
          </a:xfrm>
          <a:prstGeom prst="rect">
            <a:avLst/>
          </a:prstGeom>
          <a:noFill/>
        </p:spPr>
        <p:txBody>
          <a:bodyPr wrap="square" lIns="0" tIns="0" rIns="0" bIns="0" rtlCol="0">
            <a:spAutoFit/>
          </a:bodyPr>
          <a:lstStyle/>
          <a:p>
            <a:pPr algn="ctr" rtl="0"/>
            <a:r>
              <a:rPr lang="en-US" sz="6000" b="1">
                <a:solidFill>
                  <a:schemeClr val="bg1"/>
                </a:solidFill>
                <a:latin typeface="+mn-lt"/>
                <a:ea typeface="Open sans" panose="020B0606030504020204" pitchFamily="34" charset="0"/>
                <a:cs typeface="Open sans" panose="020B0606030504020204" pitchFamily="34" charset="0"/>
              </a:rPr>
              <a:t>Appendix</a:t>
            </a:r>
          </a:p>
        </p:txBody>
      </p:sp>
      <p:cxnSp>
        <p:nvCxnSpPr>
          <p:cNvPr id="11" name="Straight Connector 10">
            <a:extLst>
              <a:ext uri="{FF2B5EF4-FFF2-40B4-BE49-F238E27FC236}">
                <a16:creationId xmlns:a16="http://schemas.microsoft.com/office/drawing/2014/main" id="{67183BB5-530D-2092-7481-2B571AD3C05D}"/>
              </a:ext>
            </a:extLst>
          </p:cNvPr>
          <p:cNvCxnSpPr/>
          <p:nvPr userDrawn="1"/>
        </p:nvCxnSpPr>
        <p:spPr>
          <a:xfrm flipH="1">
            <a:off x="5289239" y="3208650"/>
            <a:ext cx="1613522"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B0241E8C-3F22-80C7-59F1-A84010798887}"/>
              </a:ext>
            </a:extLst>
          </p:cNvPr>
          <p:cNvSpPr/>
          <p:nvPr userDrawn="1"/>
        </p:nvSpPr>
        <p:spPr>
          <a:xfrm>
            <a:off x="-15240" y="-15240"/>
            <a:ext cx="12222480" cy="6888480"/>
          </a:xfrm>
          <a:prstGeom prst="rect">
            <a:avLst/>
          </a:prstGeom>
          <a:solidFill>
            <a:srgbClr val="015C63">
              <a:alpha val="5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14514872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hank you ">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543547F7-96F6-4C62-7B07-D9AFA3D25E85}"/>
              </a:ext>
            </a:extLst>
          </p:cNvPr>
          <p:cNvGraphicFramePr>
            <a:graphicFrameLocks noChangeAspect="1"/>
          </p:cNvGraphicFramePr>
          <p:nvPr userDrawn="1">
            <p:custDataLst>
              <p:tags r:id="rId1"/>
            </p:custDataLst>
            <p:extLst>
              <p:ext uri="{D42A27DB-BD31-4B8C-83A1-F6EECF244321}">
                <p14:modId xmlns:p14="http://schemas.microsoft.com/office/powerpoint/2010/main" val="425214715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543547F7-96F6-4C62-7B07-D9AFA3D25E85}"/>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50" name="Graphic 49">
            <a:extLst>
              <a:ext uri="{FF2B5EF4-FFF2-40B4-BE49-F238E27FC236}">
                <a16:creationId xmlns:a16="http://schemas.microsoft.com/office/drawing/2014/main" id="{0EA4E886-9362-E4A2-BCC8-BD0E78E3E337}"/>
              </a:ext>
            </a:extLst>
          </p:cNvPr>
          <p:cNvPicPr>
            <a:picLocks noChangeAspect="1"/>
          </p:cNvPicPr>
          <p:nvPr userDrawn="1"/>
        </p:nvPicPr>
        <p:blipFill>
          <a:blip>
            <a:extLst>
              <a:ext uri="{96DAC541-7B7A-43D3-8B79-37D633B846F1}">
                <asvg:svgBlip xmlns:asvg="http://schemas.microsoft.com/office/drawing/2016/SVG/main" r:embed="rId5"/>
              </a:ext>
            </a:extLst>
          </a:blip>
          <a:srcRect r="66731" b="50463"/>
          <a:stretch/>
        </p:blipFill>
        <p:spPr>
          <a:xfrm>
            <a:off x="10080625" y="4696968"/>
            <a:ext cx="1654175" cy="2161032"/>
          </a:xfrm>
          <a:prstGeom prst="rect">
            <a:avLst/>
          </a:prstGeom>
        </p:spPr>
      </p:pic>
      <p:sp>
        <p:nvSpPr>
          <p:cNvPr id="14" name="TextBox 13"/>
          <p:cNvSpPr txBox="1"/>
          <p:nvPr/>
        </p:nvSpPr>
        <p:spPr>
          <a:xfrm>
            <a:off x="4050792" y="2180483"/>
            <a:ext cx="4090416" cy="923330"/>
          </a:xfrm>
          <a:prstGeom prst="rect">
            <a:avLst/>
          </a:prstGeom>
          <a:noFill/>
        </p:spPr>
        <p:txBody>
          <a:bodyPr wrap="square" lIns="0" tIns="0" rIns="0" bIns="0" rtlCol="0">
            <a:spAutoFit/>
          </a:bodyPr>
          <a:lstStyle/>
          <a:p>
            <a:pPr algn="ctr" rtl="0"/>
            <a:r>
              <a:rPr lang="en-US" sz="6000" b="1">
                <a:solidFill>
                  <a:schemeClr val="bg1"/>
                </a:solidFill>
                <a:latin typeface="+mn-lt"/>
                <a:ea typeface="Open sans" panose="020B0606030504020204" pitchFamily="34" charset="0"/>
                <a:cs typeface="Open sans" panose="020B0606030504020204" pitchFamily="34" charset="0"/>
              </a:rPr>
              <a:t>Thank You</a:t>
            </a:r>
          </a:p>
        </p:txBody>
      </p:sp>
      <p:cxnSp>
        <p:nvCxnSpPr>
          <p:cNvPr id="11" name="Straight Connector 10">
            <a:extLst>
              <a:ext uri="{FF2B5EF4-FFF2-40B4-BE49-F238E27FC236}">
                <a16:creationId xmlns:a16="http://schemas.microsoft.com/office/drawing/2014/main" id="{67183BB5-530D-2092-7481-2B571AD3C05D}"/>
              </a:ext>
            </a:extLst>
          </p:cNvPr>
          <p:cNvCxnSpPr/>
          <p:nvPr userDrawn="1"/>
        </p:nvCxnSpPr>
        <p:spPr>
          <a:xfrm flipH="1">
            <a:off x="5289239" y="3208650"/>
            <a:ext cx="1613522"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B0241E8C-3F22-80C7-59F1-A84010798887}"/>
              </a:ext>
            </a:extLst>
          </p:cNvPr>
          <p:cNvSpPr/>
          <p:nvPr userDrawn="1"/>
        </p:nvSpPr>
        <p:spPr>
          <a:xfrm>
            <a:off x="-15240" y="-15240"/>
            <a:ext cx="12222480" cy="6888480"/>
          </a:xfrm>
          <a:prstGeom prst="rect">
            <a:avLst/>
          </a:prstGeom>
          <a:solidFill>
            <a:srgbClr val="015C63">
              <a:alpha val="5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13449333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77E22B7F-6342-5605-9954-7B8A90841677}"/>
              </a:ext>
            </a:extLst>
          </p:cNvPr>
          <p:cNvGraphicFramePr>
            <a:graphicFrameLocks noChangeAspect="1"/>
          </p:cNvGraphicFramePr>
          <p:nvPr userDrawn="1">
            <p:custDataLst>
              <p:tags r:id="rId1"/>
            </p:custDataLst>
            <p:extLst>
              <p:ext uri="{D42A27DB-BD31-4B8C-83A1-F6EECF244321}">
                <p14:modId xmlns:p14="http://schemas.microsoft.com/office/powerpoint/2010/main" val="218515249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77E22B7F-6342-5605-9954-7B8A9084167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Text Placeholder 5">
            <a:extLst>
              <a:ext uri="{FF2B5EF4-FFF2-40B4-BE49-F238E27FC236}">
                <a16:creationId xmlns:a16="http://schemas.microsoft.com/office/drawing/2014/main" id="{7950ED24-877E-B1B9-0962-78149A8BD53E}"/>
              </a:ext>
            </a:extLst>
          </p:cNvPr>
          <p:cNvSpPr>
            <a:spLocks noGrp="1"/>
          </p:cNvSpPr>
          <p:nvPr>
            <p:ph type="body" sz="quarter" idx="13" hasCustomPrompt="1"/>
          </p:nvPr>
        </p:nvSpPr>
        <p:spPr>
          <a:xfrm>
            <a:off x="457200" y="349980"/>
            <a:ext cx="10673046" cy="304699"/>
          </a:xfrm>
          <a:prstGeom prst="rect">
            <a:avLst/>
          </a:prstGeom>
        </p:spPr>
        <p:txBody>
          <a:bodyPr wrap="square" lIns="0" tIns="0" rIns="0" bIns="0" anchor="ctr" anchorCtr="0">
            <a:spAutoFit/>
          </a:bodyPr>
          <a:lstStyle>
            <a:lvl1pPr marL="0" indent="0" rtl="0">
              <a:lnSpc>
                <a:spcPct val="90000"/>
              </a:lnSpc>
              <a:spcBef>
                <a:spcPts val="0"/>
              </a:spcBef>
              <a:buFont typeface="Arial" panose="020B0604020202020204" pitchFamily="34" charset="0"/>
              <a:buNone/>
              <a:defRPr sz="2200" b="1">
                <a:solidFill>
                  <a:srgbClr val="16654B"/>
                </a:solidFill>
                <a:latin typeface="+mn-lt"/>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Title</a:t>
            </a:r>
          </a:p>
        </p:txBody>
      </p:sp>
      <p:sp>
        <p:nvSpPr>
          <p:cNvPr id="14" name="Text Placeholder 4">
            <a:extLst>
              <a:ext uri="{FF2B5EF4-FFF2-40B4-BE49-F238E27FC236}">
                <a16:creationId xmlns:a16="http://schemas.microsoft.com/office/drawing/2014/main" id="{08F92808-AB57-5B4E-7A67-77A9C789ED0B}"/>
              </a:ext>
            </a:extLst>
          </p:cNvPr>
          <p:cNvSpPr>
            <a:spLocks noGrp="1"/>
          </p:cNvSpPr>
          <p:nvPr>
            <p:ph type="body" sz="quarter" idx="10" hasCustomPrompt="1"/>
          </p:nvPr>
        </p:nvSpPr>
        <p:spPr>
          <a:xfrm>
            <a:off x="457200" y="6446832"/>
            <a:ext cx="9588500" cy="357185"/>
          </a:xfrm>
          <a:prstGeom prst="rect">
            <a:avLst/>
          </a:prstGeom>
        </p:spPr>
        <p:txBody>
          <a:bodyPr lIns="0" tIns="0" rIns="0" bIns="0" anchor="ctr"/>
          <a:lstStyle>
            <a:lvl1pPr marL="447675" indent="-447675" rtl="0">
              <a:buNone/>
              <a:defRPr sz="800">
                <a:solidFill>
                  <a:schemeClr val="tx2"/>
                </a:solidFill>
                <a:latin typeface="+mn-lt"/>
                <a:cs typeface="Open Sans" panose="020B0606030504020204" pitchFamily="34" charset="0"/>
                <a:sym typeface="Open Sans" panose="020B0606030504020204" pitchFamily="34" charset="0"/>
              </a:defRPr>
            </a:lvl1pPr>
            <a:lvl2pPr>
              <a:defRPr sz="700"/>
            </a:lvl2pPr>
            <a:lvl3pPr>
              <a:defRPr sz="700"/>
            </a:lvl3pPr>
            <a:lvl4pPr>
              <a:defRPr sz="700"/>
            </a:lvl4pPr>
            <a:lvl5pPr>
              <a:defRPr sz="700"/>
            </a:lvl5pPr>
          </a:lstStyle>
          <a:p>
            <a:pPr lvl="0"/>
            <a:r>
              <a:rPr lang="en-US"/>
              <a:t>Source: Portas analysis</a:t>
            </a:r>
          </a:p>
        </p:txBody>
      </p:sp>
      <p:cxnSp>
        <p:nvCxnSpPr>
          <p:cNvPr id="3" name="Straight Connector 2">
            <a:extLst>
              <a:ext uri="{FF2B5EF4-FFF2-40B4-BE49-F238E27FC236}">
                <a16:creationId xmlns:a16="http://schemas.microsoft.com/office/drawing/2014/main" id="{42425E41-F3F9-609A-9066-F76C24F76312}"/>
              </a:ext>
            </a:extLst>
          </p:cNvPr>
          <p:cNvCxnSpPr>
            <a:cxnSpLocks/>
          </p:cNvCxnSpPr>
          <p:nvPr userDrawn="1"/>
        </p:nvCxnSpPr>
        <p:spPr>
          <a:xfrm>
            <a:off x="0" y="980175"/>
            <a:ext cx="12192000" cy="0"/>
          </a:xfrm>
          <a:prstGeom prst="line">
            <a:avLst/>
          </a:prstGeom>
          <a:ln w="12700">
            <a:gradFill flip="none" rotWithShape="1">
              <a:gsLst>
                <a:gs pos="0">
                  <a:schemeClr val="accent5">
                    <a:lumMod val="20000"/>
                    <a:lumOff val="80000"/>
                    <a:alpha val="10000"/>
                  </a:schemeClr>
                </a:gs>
                <a:gs pos="23760">
                  <a:srgbClr val="C3DDC6"/>
                </a:gs>
                <a:gs pos="67000">
                  <a:schemeClr val="accent5"/>
                </a:gs>
                <a:gs pos="100000">
                  <a:srgbClr val="00602B"/>
                </a:gs>
              </a:gsLst>
              <a:lin ang="1080000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0450299"/>
      </p:ext>
    </p:extLst>
  </p:cSld>
  <p:clrMapOvr>
    <a:masterClrMapping/>
  </p:clrMapOvr>
  <p:extLst>
    <p:ext uri="{DCECCB84-F9BA-43D5-87BE-67443E8EF086}">
      <p15:sldGuideLst xmlns:p15="http://schemas.microsoft.com/office/powerpoint/2012/main">
        <p15:guide id="1">
          <p15:clr>
            <a:srgbClr val="FBAE40"/>
          </p15:clr>
        </p15:guide>
        <p15:guide id="2" pos="7680">
          <p15:clr>
            <a:srgbClr val="FBAE40"/>
          </p15:clr>
        </p15:guide>
        <p15:guide id="5" orient="horz">
          <p15:clr>
            <a:srgbClr val="FBAE40"/>
          </p15:clr>
        </p15:guide>
        <p15:guide id="6" orient="horz"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1"/>
            </p:custDataLst>
            <p:extLst>
              <p:ext uri="{D42A27DB-BD31-4B8C-83A1-F6EECF244321}">
                <p14:modId xmlns:p14="http://schemas.microsoft.com/office/powerpoint/2010/main" val="276412655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592" imgH="591" progId="TCLayout.ActiveDocument.1">
                  <p:embed/>
                </p:oleObj>
              </mc:Choice>
              <mc:Fallback>
                <p:oleObj name="think-cell Slide" r:id="rId7"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pic>
        <p:nvPicPr>
          <p:cNvPr id="22" name="Picture 21">
            <a:extLst>
              <a:ext uri="{FF2B5EF4-FFF2-40B4-BE49-F238E27FC236}">
                <a16:creationId xmlns:a16="http://schemas.microsoft.com/office/drawing/2014/main" id="{B212ECE2-BAE0-44B1-9718-14924A4AB1CD}"/>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774" y="0"/>
            <a:ext cx="12192000" cy="6858000"/>
          </a:xfrm>
          <a:prstGeom prst="rect">
            <a:avLst/>
          </a:prstGeom>
        </p:spPr>
      </p:pic>
      <p:sp>
        <p:nvSpPr>
          <p:cNvPr id="23" name="Rectangle 22">
            <a:extLst>
              <a:ext uri="{FF2B5EF4-FFF2-40B4-BE49-F238E27FC236}">
                <a16:creationId xmlns:a16="http://schemas.microsoft.com/office/drawing/2014/main" id="{FB8C177D-EE5F-4186-8BD2-86EB4D1B8ABF}"/>
              </a:ext>
            </a:extLst>
          </p:cNvPr>
          <p:cNvSpPr/>
          <p:nvPr userDrawn="1"/>
        </p:nvSpPr>
        <p:spPr>
          <a:xfrm>
            <a:off x="774" y="0"/>
            <a:ext cx="12192000" cy="6858000"/>
          </a:xfrm>
          <a:prstGeom prst="rect">
            <a:avLst/>
          </a:prstGeom>
          <a:solidFill>
            <a:schemeClr val="bg2">
              <a:lumMod val="10000"/>
              <a:alpha val="49000"/>
            </a:schemeClr>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FFFFFF"/>
              </a:solidFill>
              <a:effectLst/>
              <a:uLnTx/>
              <a:uFillTx/>
              <a:latin typeface="+mn-lt"/>
              <a:ea typeface="+mn-ea"/>
              <a:cs typeface="+mn-cs"/>
            </a:endParaRPr>
          </a:p>
        </p:txBody>
      </p:sp>
      <p:sp>
        <p:nvSpPr>
          <p:cNvPr id="24" name="Google Shape;18;p2">
            <a:extLst>
              <a:ext uri="{FF2B5EF4-FFF2-40B4-BE49-F238E27FC236}">
                <a16:creationId xmlns:a16="http://schemas.microsoft.com/office/drawing/2014/main" id="{18854959-0660-4E30-A8A0-CA15CB3C243A}"/>
              </a:ext>
            </a:extLst>
          </p:cNvPr>
          <p:cNvSpPr/>
          <p:nvPr userDrawn="1"/>
        </p:nvSpPr>
        <p:spPr>
          <a:xfrm rot="10800000">
            <a:off x="1222533" y="912471"/>
            <a:ext cx="5759738" cy="4393325"/>
          </a:xfrm>
          <a:custGeom>
            <a:avLst/>
            <a:gdLst/>
            <a:ahLst/>
            <a:cxnLst/>
            <a:rect l="l" t="t" r="r" b="b"/>
            <a:pathLst>
              <a:path w="4783232" h="3657600" extrusionOk="0">
                <a:moveTo>
                  <a:pt x="760360" y="0"/>
                </a:moveTo>
                <a:lnTo>
                  <a:pt x="4783232" y="0"/>
                </a:lnTo>
                <a:lnTo>
                  <a:pt x="4783232" y="3657600"/>
                </a:lnTo>
                <a:lnTo>
                  <a:pt x="0" y="3657600"/>
                </a:lnTo>
                <a:lnTo>
                  <a:pt x="0" y="724468"/>
                </a:lnTo>
                <a:lnTo>
                  <a:pt x="760360" y="724468"/>
                </a:lnTo>
                <a:lnTo>
                  <a:pt x="760360" y="0"/>
                </a:lnTo>
                <a:close/>
              </a:path>
            </a:pathLst>
          </a:custGeom>
          <a:solidFill>
            <a:srgbClr val="031D0B">
              <a:alpha val="69804"/>
            </a:srgbClr>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1200" cap="none" spc="0" normalizeH="0" baseline="0" noProof="0">
              <a:ln>
                <a:noFill/>
              </a:ln>
              <a:solidFill>
                <a:srgbClr val="FFFFFF"/>
              </a:solidFill>
              <a:effectLst/>
              <a:uLnTx/>
              <a:uFillTx/>
              <a:latin typeface="+mn-lt"/>
              <a:ea typeface="+mn-ea"/>
              <a:cs typeface="+mn-cs"/>
              <a:sym typeface="Arial"/>
            </a:endParaRPr>
          </a:p>
        </p:txBody>
      </p:sp>
      <p:sp>
        <p:nvSpPr>
          <p:cNvPr id="25" name="Google Shape;20;p2">
            <a:extLst>
              <a:ext uri="{FF2B5EF4-FFF2-40B4-BE49-F238E27FC236}">
                <a16:creationId xmlns:a16="http://schemas.microsoft.com/office/drawing/2014/main" id="{A846C2AA-8E2A-402E-B4D1-B1936B3DC1C3}"/>
              </a:ext>
            </a:extLst>
          </p:cNvPr>
          <p:cNvSpPr/>
          <p:nvPr userDrawn="1"/>
        </p:nvSpPr>
        <p:spPr>
          <a:xfrm>
            <a:off x="1730708" y="605061"/>
            <a:ext cx="4662341" cy="5029200"/>
          </a:xfrm>
          <a:custGeom>
            <a:avLst/>
            <a:gdLst/>
            <a:ahLst/>
            <a:cxnLst/>
            <a:rect l="l" t="t" r="r" b="b"/>
            <a:pathLst>
              <a:path w="5175422" h="5420050" extrusionOk="0">
                <a:moveTo>
                  <a:pt x="0" y="0"/>
                </a:moveTo>
                <a:lnTo>
                  <a:pt x="1204082" y="0"/>
                </a:lnTo>
                <a:lnTo>
                  <a:pt x="1204082" y="225036"/>
                </a:lnTo>
                <a:lnTo>
                  <a:pt x="225036" y="225036"/>
                </a:lnTo>
                <a:lnTo>
                  <a:pt x="225036" y="5175386"/>
                </a:lnTo>
                <a:lnTo>
                  <a:pt x="5175386" y="5175386"/>
                </a:lnTo>
                <a:cubicBezTo>
                  <a:pt x="5175978" y="5257758"/>
                  <a:pt x="5169211" y="5337678"/>
                  <a:pt x="5169803" y="5420050"/>
                </a:cubicBezTo>
                <a:lnTo>
                  <a:pt x="0" y="5400422"/>
                </a:lnTo>
                <a:lnTo>
                  <a:pt x="0" y="0"/>
                </a:lnTo>
                <a:close/>
              </a:path>
            </a:pathLst>
          </a:custGeom>
          <a:solidFill>
            <a:schemeClr val="lt1">
              <a:alpha val="60000"/>
            </a:schemeClr>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srgbClr val="575757"/>
              </a:solidFill>
              <a:effectLst/>
              <a:uLnTx/>
              <a:uFillTx/>
              <a:latin typeface="+mn-lt"/>
              <a:ea typeface="+mn-ea"/>
              <a:cs typeface="+mn-cs"/>
              <a:sym typeface="Calibri"/>
            </a:endParaRPr>
          </a:p>
        </p:txBody>
      </p:sp>
      <p:pic>
        <p:nvPicPr>
          <p:cNvPr id="26" name="Picture 25">
            <a:extLst>
              <a:ext uri="{FF2B5EF4-FFF2-40B4-BE49-F238E27FC236}">
                <a16:creationId xmlns:a16="http://schemas.microsoft.com/office/drawing/2014/main" id="{67A1FDD8-8EC5-4634-B9AB-756C3F57F3E2}"/>
              </a:ext>
            </a:extLst>
          </p:cNvPr>
          <p:cNvPicPr>
            <a:picLocks noChangeAspect="1"/>
          </p:cNvPicPr>
          <p:nvPr userDrawn="1"/>
        </p:nvPicPr>
        <p:blipFill rotWithShape="1">
          <a:blip r:embed="rId10"/>
          <a:srcRect l="10663" t="29916" r="16754" b="21802"/>
          <a:stretch/>
        </p:blipFill>
        <p:spPr>
          <a:xfrm>
            <a:off x="9836600" y="6050184"/>
            <a:ext cx="2227578" cy="731520"/>
          </a:xfrm>
          <a:prstGeom prst="rect">
            <a:avLst/>
          </a:prstGeom>
        </p:spPr>
      </p:pic>
      <p:sp>
        <p:nvSpPr>
          <p:cNvPr id="27" name="Google Shape;19;p2">
            <a:extLst>
              <a:ext uri="{FF2B5EF4-FFF2-40B4-BE49-F238E27FC236}">
                <a16:creationId xmlns:a16="http://schemas.microsoft.com/office/drawing/2014/main" id="{A6BA9158-B9A9-4F41-A3AE-330753ED1B9A}"/>
              </a:ext>
            </a:extLst>
          </p:cNvPr>
          <p:cNvSpPr/>
          <p:nvPr userDrawn="1"/>
        </p:nvSpPr>
        <p:spPr>
          <a:xfrm>
            <a:off x="2379261" y="1407662"/>
            <a:ext cx="4327212" cy="379288"/>
          </a:xfrm>
          <a:custGeom>
            <a:avLst/>
            <a:gdLst/>
            <a:ahLst/>
            <a:cxnLst/>
            <a:rect l="l" t="t" r="r" b="b"/>
            <a:pathLst>
              <a:path w="5029200" h="213359" extrusionOk="0">
                <a:moveTo>
                  <a:pt x="0" y="213360"/>
                </a:moveTo>
                <a:lnTo>
                  <a:pt x="0" y="0"/>
                </a:lnTo>
                <a:lnTo>
                  <a:pt x="5029200" y="0"/>
                </a:lnTo>
              </a:path>
            </a:pathLst>
          </a:custGeom>
          <a:noFill/>
          <a:ln w="952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575757"/>
              </a:solidFill>
              <a:effectLst/>
              <a:uLnTx/>
              <a:uFillTx/>
              <a:latin typeface="+mn-lt"/>
              <a:ea typeface="+mn-ea"/>
              <a:cs typeface="+mn-cs"/>
              <a:sym typeface="Calibri"/>
            </a:endParaRPr>
          </a:p>
        </p:txBody>
      </p:sp>
      <p:grpSp>
        <p:nvGrpSpPr>
          <p:cNvPr id="28" name="Google Shape;21;p2">
            <a:extLst>
              <a:ext uri="{FF2B5EF4-FFF2-40B4-BE49-F238E27FC236}">
                <a16:creationId xmlns:a16="http://schemas.microsoft.com/office/drawing/2014/main" id="{927787D6-125A-49BE-BFEB-118123CB29D4}"/>
              </a:ext>
            </a:extLst>
          </p:cNvPr>
          <p:cNvGrpSpPr/>
          <p:nvPr userDrawn="1"/>
        </p:nvGrpSpPr>
        <p:grpSpPr>
          <a:xfrm>
            <a:off x="6068229" y="4435155"/>
            <a:ext cx="914243" cy="870801"/>
            <a:chOff x="4234180" y="3657600"/>
            <a:chExt cx="795008" cy="760807"/>
          </a:xfrm>
        </p:grpSpPr>
        <p:sp>
          <p:nvSpPr>
            <p:cNvPr id="29" name="Google Shape;22;p2">
              <a:extLst>
                <a:ext uri="{FF2B5EF4-FFF2-40B4-BE49-F238E27FC236}">
                  <a16:creationId xmlns:a16="http://schemas.microsoft.com/office/drawing/2014/main" id="{17754AAF-341A-4DA1-ABDD-45D5B6AD8FE7}"/>
                </a:ext>
              </a:extLst>
            </p:cNvPr>
            <p:cNvSpPr/>
            <p:nvPr/>
          </p:nvSpPr>
          <p:spPr>
            <a:xfrm>
              <a:off x="4631688" y="3657600"/>
              <a:ext cx="397500" cy="380400"/>
            </a:xfrm>
            <a:prstGeom prst="rect">
              <a:avLst/>
            </a:prstGeom>
            <a:solidFill>
              <a:srgbClr val="FFFFFF">
                <a:alpha val="36080"/>
              </a:srgbClr>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1200" cap="none" spc="0" normalizeH="0" baseline="0" noProof="0">
                <a:ln>
                  <a:noFill/>
                </a:ln>
                <a:solidFill>
                  <a:srgbClr val="FFFFFF"/>
                </a:solidFill>
                <a:effectLst/>
                <a:uLnTx/>
                <a:uFillTx/>
                <a:latin typeface="+mn-lt"/>
                <a:ea typeface="+mn-ea"/>
                <a:cs typeface="+mn-cs"/>
                <a:sym typeface="Arial"/>
              </a:endParaRPr>
            </a:p>
          </p:txBody>
        </p:sp>
        <p:sp>
          <p:nvSpPr>
            <p:cNvPr id="30" name="Google Shape;23;p2">
              <a:extLst>
                <a:ext uri="{FF2B5EF4-FFF2-40B4-BE49-F238E27FC236}">
                  <a16:creationId xmlns:a16="http://schemas.microsoft.com/office/drawing/2014/main" id="{1116041E-9CAA-4846-8E0B-610CF61CD397}"/>
                </a:ext>
              </a:extLst>
            </p:cNvPr>
            <p:cNvSpPr/>
            <p:nvPr/>
          </p:nvSpPr>
          <p:spPr>
            <a:xfrm>
              <a:off x="4234180" y="4038007"/>
              <a:ext cx="397500" cy="380400"/>
            </a:xfrm>
            <a:prstGeom prst="rect">
              <a:avLst/>
            </a:prstGeom>
            <a:solidFill>
              <a:schemeClr val="lt1">
                <a:alpha val="80000"/>
              </a:schemeClr>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1200" cap="none" spc="0" normalizeH="0" baseline="0" noProof="0">
                <a:ln>
                  <a:noFill/>
                </a:ln>
                <a:solidFill>
                  <a:srgbClr val="FFFFFF"/>
                </a:solidFill>
                <a:effectLst/>
                <a:uLnTx/>
                <a:uFillTx/>
                <a:latin typeface="+mn-lt"/>
                <a:ea typeface="+mn-ea"/>
                <a:cs typeface="+mn-cs"/>
                <a:sym typeface="Arial"/>
              </a:endParaRPr>
            </a:p>
          </p:txBody>
        </p:sp>
      </p:grpSp>
      <p:sp>
        <p:nvSpPr>
          <p:cNvPr id="31" name="TextBox 30">
            <a:extLst>
              <a:ext uri="{FF2B5EF4-FFF2-40B4-BE49-F238E27FC236}">
                <a16:creationId xmlns:a16="http://schemas.microsoft.com/office/drawing/2014/main" id="{222742F9-8C59-407A-9787-3B731569BF11}"/>
              </a:ext>
            </a:extLst>
          </p:cNvPr>
          <p:cNvSpPr txBox="1"/>
          <p:nvPr userDrawn="1"/>
        </p:nvSpPr>
        <p:spPr>
          <a:xfrm>
            <a:off x="756745" y="0"/>
            <a:ext cx="2107949" cy="203133"/>
          </a:xfrm>
          <a:prstGeom prst="rect">
            <a:avLst/>
          </a:prstGeom>
        </p:spPr>
        <p:txBody>
          <a:bodyPr vert="horz" wrap="none"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buNone/>
            </a:pPr>
            <a:r>
              <a:rPr lang="en-US" sz="1200" b="1">
                <a:solidFill>
                  <a:schemeClr val="bg1"/>
                </a:solidFill>
              </a:rPr>
              <a:t>CONFIDENTIAL – NOT TO BE DISTRIBUTED </a:t>
            </a:r>
          </a:p>
        </p:txBody>
      </p:sp>
      <p:sp>
        <p:nvSpPr>
          <p:cNvPr id="2" name="Rectangle 1" hidden="1">
            <a:extLst>
              <a:ext uri="{FF2B5EF4-FFF2-40B4-BE49-F238E27FC236}">
                <a16:creationId xmlns:a16="http://schemas.microsoft.com/office/drawing/2014/main" id="{CC42428D-965F-410A-AAB0-2F4E028AF079}"/>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44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3"/>
            </p:custDataLst>
          </p:nvPr>
        </p:nvSpPr>
        <p:spPr bwMode="ltGray">
          <a:xfrm>
            <a:off x="2415127" y="4750177"/>
            <a:ext cx="3409184" cy="43088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bg1"/>
                </a:solidFill>
              </a:defRPr>
            </a:lvl1pPr>
          </a:lstStyle>
          <a:p>
            <a:pPr lvl="0">
              <a:buNone/>
            </a:pPr>
            <a:r>
              <a:rPr lang="en-US"/>
              <a:t>Edit date </a:t>
            </a:r>
            <a:br>
              <a:rPr lang="en-US"/>
            </a:br>
            <a:r>
              <a:rPr lang="en-US"/>
              <a:t>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hasCustomPrompt="1"/>
            <p:custDataLst>
              <p:tags r:id="rId4"/>
            </p:custDataLst>
          </p:nvPr>
        </p:nvSpPr>
        <p:spPr bwMode="ltGray">
          <a:xfrm>
            <a:off x="2415127" y="4058110"/>
            <a:ext cx="3409184"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noAutofit/>
          </a:bodyPr>
          <a:lstStyle>
            <a:lvl1pPr>
              <a:defRPr lang="en-US" sz="2000" dirty="0">
                <a:solidFill>
                  <a:schemeClr val="bg1"/>
                </a:solidFill>
              </a:defRPr>
            </a:lvl1pPr>
          </a:lstStyle>
          <a:p>
            <a:pPr lvl="0">
              <a:buNone/>
            </a:pPr>
            <a:r>
              <a:rPr lang="en-US"/>
              <a:t>Click to edit </a:t>
            </a:r>
            <a:br>
              <a:rPr lang="en-US"/>
            </a:br>
            <a:r>
              <a:rPr lang="en-US"/>
              <a:t>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hasCustomPrompt="1"/>
            <p:custDataLst>
              <p:tags r:id="rId5"/>
            </p:custDataLst>
          </p:nvPr>
        </p:nvSpPr>
        <p:spPr bwMode="ltGray">
          <a:xfrm>
            <a:off x="2415128" y="1488607"/>
            <a:ext cx="4291346" cy="2492990"/>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b" anchorCtr="0">
            <a:spAutoFit/>
          </a:bodyPr>
          <a:lstStyle>
            <a:lvl1pPr>
              <a:defRPr lang="en-US" sz="5400" baseline="0" dirty="0">
                <a:solidFill>
                  <a:schemeClr val="bg1"/>
                </a:solidFill>
              </a:defRPr>
            </a:lvl1pPr>
          </a:lstStyle>
          <a:p>
            <a:pPr lvl="0"/>
            <a:r>
              <a:rPr lang="en-US"/>
              <a:t>Click to </a:t>
            </a:r>
            <a:br>
              <a:rPr lang="en-US"/>
            </a:br>
            <a:r>
              <a:rPr lang="en-US"/>
              <a:t>edit Master </a:t>
            </a:r>
            <a:br>
              <a:rPr lang="en-US"/>
            </a:br>
            <a:r>
              <a:rPr lang="en-US"/>
              <a:t>title style</a:t>
            </a:r>
          </a:p>
        </p:txBody>
      </p:sp>
    </p:spTree>
    <p:extLst>
      <p:ext uri="{BB962C8B-B14F-4D97-AF65-F5344CB8AC3E}">
        <p14:creationId xmlns:p14="http://schemas.microsoft.com/office/powerpoint/2010/main" val="26465326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extLst>
              <p:ext uri="{D42A27DB-BD31-4B8C-83A1-F6EECF244321}">
                <p14:modId xmlns:p14="http://schemas.microsoft.com/office/powerpoint/2010/main" val="2369603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13" imgH="416" progId="TCLayout.ActiveDocument.1">
                  <p:embed/>
                </p:oleObj>
              </mc:Choice>
              <mc:Fallback>
                <p:oleObj name="think-cell Slide" r:id="rId8"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3"/>
            </p:custDataLst>
          </p:nvPr>
        </p:nvSpPr>
        <p:spPr>
          <a:xfrm>
            <a:off x="756745" y="945582"/>
            <a:ext cx="9186759"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b="0" baseline="0" dirty="0"/>
            </a:lvl1pPr>
          </a:lstStyle>
          <a:p>
            <a:pPr lvl="0">
              <a:buNone/>
            </a:pPr>
            <a:r>
              <a:rPr lang="en-US"/>
              <a:t>Click to edit Master subtitle style</a:t>
            </a: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4"/>
            </p:custDataLst>
          </p:nvPr>
        </p:nvSpPr>
        <p:spPr>
          <a:xfrm>
            <a:off x="75674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5"/>
            </p:custDataLst>
          </p:nvPr>
        </p:nvSpPr>
        <p:spPr>
          <a:xfrm>
            <a:off x="75674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6"/>
            </p:custDataLst>
          </p:nvPr>
        </p:nvSpPr>
        <p:spPr>
          <a:xfrm>
            <a:off x="756745" y="317139"/>
            <a:ext cx="9186759"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000" baseline="0" dirty="0"/>
            </a:lvl1pPr>
          </a:lstStyle>
          <a:p>
            <a:pPr lvl="0"/>
            <a:r>
              <a:rPr lang="en-US"/>
              <a:t>Click to edit Master title style</a:t>
            </a:r>
          </a:p>
        </p:txBody>
      </p:sp>
      <p:sp>
        <p:nvSpPr>
          <p:cNvPr id="12" name="Date Placeholder 3">
            <a:extLst>
              <a:ext uri="{FF2B5EF4-FFF2-40B4-BE49-F238E27FC236}">
                <a16:creationId xmlns:a16="http://schemas.microsoft.com/office/drawing/2014/main" id="{24CD5FF2-01A5-4C21-BC3A-A060F56D2AA8}"/>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Tree>
    <p:extLst>
      <p:ext uri="{BB962C8B-B14F-4D97-AF65-F5344CB8AC3E}">
        <p14:creationId xmlns:p14="http://schemas.microsoft.com/office/powerpoint/2010/main" val="135601788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line + Subtitle">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extLst>
              <p:ext uri="{D42A27DB-BD31-4B8C-83A1-F6EECF244321}">
                <p14:modId xmlns:p14="http://schemas.microsoft.com/office/powerpoint/2010/main" val="348289026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13" imgH="416" progId="TCLayout.ActiveDocument.1">
                  <p:embed/>
                </p:oleObj>
              </mc:Choice>
              <mc:Fallback>
                <p:oleObj name="think-cell Slide" r:id="rId8"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2"/>
            </p:custDataLst>
          </p:nvPr>
        </p:nvSpPr>
        <p:spPr bwMode="gray">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99" name="Sticker" hidden="1">
            <a:extLst>
              <a:ext uri="{FF2B5EF4-FFF2-40B4-BE49-F238E27FC236}">
                <a16:creationId xmlns:a16="http://schemas.microsoft.com/office/drawing/2014/main" id="{64F3132B-1605-45D5-B06F-B703D774997D}"/>
              </a:ext>
            </a:extLst>
          </p:cNvPr>
          <p:cNvSpPr txBox="1"/>
          <p:nvPr userDrawn="1"/>
        </p:nvSpPr>
        <p:spPr bwMode="gray">
          <a:xfrm>
            <a:off x="756745" y="1882493"/>
            <a:ext cx="450444" cy="123111"/>
          </a:xfrm>
          <a:prstGeom prst="rect">
            <a:avLst/>
          </a:prstGeom>
          <a:noFill/>
          <a:ln w="6350">
            <a:noFill/>
            <a:miter lim="800000"/>
          </a:ln>
        </p:spPr>
        <p:txBody>
          <a:bodyPr vert="horz" wrap="none" lIns="0" tIns="0" rIns="0" bIns="0" rtlCol="0">
            <a:spAutoFit/>
          </a:bodyPr>
          <a:lstStyle/>
          <a:p>
            <a:pPr algn="l" rtl="0">
              <a:spcBef>
                <a:spcPts val="300"/>
              </a:spcBef>
              <a:spcAft>
                <a:spcPts val="300"/>
              </a:spcAft>
              <a:buNone/>
            </a:pPr>
            <a:r>
              <a:rPr lang="en-US" sz="800" b="1" cap="all" baseline="0"/>
              <a:t>STICKER</a:t>
            </a:r>
          </a:p>
        </p:txBody>
      </p:sp>
      <p:sp>
        <p:nvSpPr>
          <p:cNvPr id="12" name="Date Placeholder 3">
            <a:extLst>
              <a:ext uri="{FF2B5EF4-FFF2-40B4-BE49-F238E27FC236}">
                <a16:creationId xmlns:a16="http://schemas.microsoft.com/office/drawing/2014/main" id="{9D946AE2-379A-4734-9B7E-87F125A7A150}"/>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3" name="5. Source" hidden="1">
            <a:extLst>
              <a:ext uri="{FF2B5EF4-FFF2-40B4-BE49-F238E27FC236}">
                <a16:creationId xmlns:a16="http://schemas.microsoft.com/office/drawing/2014/main" id="{11D6F573-A812-4BB0-BD07-04B308138CB4}"/>
              </a:ext>
            </a:extLst>
          </p:cNvPr>
          <p:cNvSpPr txBox="1"/>
          <p:nvPr userDrawn="1">
            <p:custDataLst>
              <p:tags r:id="rId3"/>
            </p:custDataLst>
          </p:nvPr>
        </p:nvSpPr>
        <p:spPr>
          <a:xfrm>
            <a:off x="75674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5" name="1. On-page tracker">
            <a:extLst>
              <a:ext uri="{FF2B5EF4-FFF2-40B4-BE49-F238E27FC236}">
                <a16:creationId xmlns:a16="http://schemas.microsoft.com/office/drawing/2014/main" id="{87594482-17BE-4989-B9BE-9F62DC8A27FB}"/>
              </a:ext>
            </a:extLst>
          </p:cNvPr>
          <p:cNvSpPr>
            <a:spLocks noGrp="1"/>
          </p:cNvSpPr>
          <p:nvPr>
            <p:ph type="body" sz="quarter" idx="10" hasCustomPrompt="1"/>
            <p:custDataLst>
              <p:tags r:id="rId4"/>
            </p:custDataLst>
          </p:nvPr>
        </p:nvSpPr>
        <p:spPr>
          <a:xfrm>
            <a:off x="75674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6" name="3. Subtitle">
            <a:extLst>
              <a:ext uri="{FF2B5EF4-FFF2-40B4-BE49-F238E27FC236}">
                <a16:creationId xmlns:a16="http://schemas.microsoft.com/office/drawing/2014/main" id="{BD9FD28E-E0C0-498B-BA4C-5A240E195AEB}"/>
              </a:ext>
            </a:extLst>
          </p:cNvPr>
          <p:cNvSpPr>
            <a:spLocks noGrp="1"/>
          </p:cNvSpPr>
          <p:nvPr>
            <p:ph type="subTitle" idx="1"/>
            <p:custDataLst>
              <p:tags r:id="rId5"/>
            </p:custDataLst>
          </p:nvPr>
        </p:nvSpPr>
        <p:spPr>
          <a:xfrm>
            <a:off x="756745" y="1555185"/>
            <a:ext cx="9186759"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b="0" baseline="0" dirty="0"/>
            </a:lvl1pPr>
          </a:lstStyle>
          <a:p>
            <a:pPr lvl="0">
              <a:buNone/>
            </a:pPr>
            <a:r>
              <a:rPr lang="en-US"/>
              <a:t>Click to edit Master subtitle style</a:t>
            </a:r>
          </a:p>
        </p:txBody>
      </p:sp>
      <p:sp>
        <p:nvSpPr>
          <p:cNvPr id="17" name="2. Slide Title">
            <a:extLst>
              <a:ext uri="{FF2B5EF4-FFF2-40B4-BE49-F238E27FC236}">
                <a16:creationId xmlns:a16="http://schemas.microsoft.com/office/drawing/2014/main" id="{CF1D09B4-34AA-4F87-9CBF-690170C07E19}"/>
              </a:ext>
            </a:extLst>
          </p:cNvPr>
          <p:cNvSpPr>
            <a:spLocks noGrp="1"/>
          </p:cNvSpPr>
          <p:nvPr>
            <p:ph type="title" hasCustomPrompt="1"/>
            <p:custDataLst>
              <p:tags r:id="rId6"/>
            </p:custDataLst>
          </p:nvPr>
        </p:nvSpPr>
        <p:spPr>
          <a:xfrm>
            <a:off x="756745" y="317139"/>
            <a:ext cx="9186759" cy="1231106"/>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000" baseline="0" dirty="0"/>
            </a:lvl1pPr>
          </a:lstStyle>
          <a:p>
            <a:pPr lvl="0"/>
            <a:r>
              <a:rPr lang="en-US"/>
              <a:t>Click to edit Master title style</a:t>
            </a:r>
            <a:br>
              <a:rPr lang="en-US"/>
            </a:br>
            <a:endParaRPr lang="en-US"/>
          </a:p>
        </p:txBody>
      </p:sp>
    </p:spTree>
    <p:extLst>
      <p:ext uri="{BB962C8B-B14F-4D97-AF65-F5344CB8AC3E}">
        <p14:creationId xmlns:p14="http://schemas.microsoft.com/office/powerpoint/2010/main" val="28687307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9BA84E71-6FE7-4585-B82E-BE5603311945}"/>
              </a:ext>
            </a:extLst>
          </p:cNvPr>
          <p:cNvGraphicFramePr>
            <a:graphicFrameLocks noChangeAspect="1"/>
          </p:cNvGraphicFramePr>
          <p:nvPr userDrawn="1">
            <p:custDataLst>
              <p:tags r:id="rId1"/>
            </p:custDataLst>
            <p:extLst>
              <p:ext uri="{D42A27DB-BD31-4B8C-83A1-F6EECF244321}">
                <p14:modId xmlns:p14="http://schemas.microsoft.com/office/powerpoint/2010/main" val="125545529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592" imgH="591" progId="TCLayout.ActiveDocument.1">
                  <p:embed/>
                </p:oleObj>
              </mc:Choice>
              <mc:Fallback>
                <p:oleObj name="think-cell Slide" r:id="rId7" imgW="592" imgH="591" progId="TCLayout.ActiveDocument.1">
                  <p:embed/>
                  <p:pic>
                    <p:nvPicPr>
                      <p:cNvPr id="10" name="Object 9" hidden="1">
                        <a:extLst>
                          <a:ext uri="{FF2B5EF4-FFF2-40B4-BE49-F238E27FC236}">
                            <a16:creationId xmlns:a16="http://schemas.microsoft.com/office/drawing/2014/main" id="{9BA84E71-6FE7-4585-B82E-BE5603311945}"/>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9" name="Rectangle 8" hidden="1">
            <a:extLst>
              <a:ext uri="{FF2B5EF4-FFF2-40B4-BE49-F238E27FC236}">
                <a16:creationId xmlns:a16="http://schemas.microsoft.com/office/drawing/2014/main" id="{D62A08AB-557D-4245-84FA-9DB6B6C6845A}"/>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3"/>
            </p:custDataLst>
          </p:nvPr>
        </p:nvSpPr>
        <p:spPr>
          <a:xfrm>
            <a:off x="756745" y="1408557"/>
            <a:ext cx="3813048" cy="1231106"/>
          </a:xfrm>
          <a:prstGeom prst="rect">
            <a:avLst/>
          </a:prstGeom>
        </p:spPr>
        <p:txBody>
          <a:bodyPr vert="horz" anchor="t">
            <a:spAutoFit/>
          </a:bodyPr>
          <a:lstStyle>
            <a:lvl1pPr rtl="0">
              <a:lnSpc>
                <a:spcPct val="100000"/>
              </a:lnSpc>
              <a:defRPr>
                <a:ln w="6350" cap="flat">
                  <a:noFill/>
                  <a:miter lim="800000"/>
                </a:ln>
              </a:defRPr>
            </a:lvl1pPr>
          </a:lstStyle>
          <a:p>
            <a:r>
              <a:rPr lang="en-US"/>
              <a:t>Click to edit Master title style</a:t>
            </a:r>
          </a:p>
        </p:txBody>
      </p:sp>
      <p:sp>
        <p:nvSpPr>
          <p:cNvPr id="8" name="Date Placeholder 3">
            <a:extLst>
              <a:ext uri="{FF2B5EF4-FFF2-40B4-BE49-F238E27FC236}">
                <a16:creationId xmlns:a16="http://schemas.microsoft.com/office/drawing/2014/main" id="{4907FC45-432E-4B12-8120-AF40E03E810C}"/>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2" name="5. Source" hidden="1">
            <a:extLst>
              <a:ext uri="{FF2B5EF4-FFF2-40B4-BE49-F238E27FC236}">
                <a16:creationId xmlns:a16="http://schemas.microsoft.com/office/drawing/2014/main" id="{2C6B3BD8-2D4F-4FB0-858D-FF0EEE91176B}"/>
              </a:ext>
            </a:extLst>
          </p:cNvPr>
          <p:cNvSpPr txBox="1"/>
          <p:nvPr userDrawn="1">
            <p:custDataLst>
              <p:tags r:id="rId4"/>
            </p:custDataLst>
          </p:nvPr>
        </p:nvSpPr>
        <p:spPr>
          <a:xfrm>
            <a:off x="75674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3" name="1. On-page tracker">
            <a:extLst>
              <a:ext uri="{FF2B5EF4-FFF2-40B4-BE49-F238E27FC236}">
                <a16:creationId xmlns:a16="http://schemas.microsoft.com/office/drawing/2014/main" id="{4085CF31-E6F0-408F-A2B2-D1084ACEA5C4}"/>
              </a:ext>
            </a:extLst>
          </p:cNvPr>
          <p:cNvSpPr>
            <a:spLocks noGrp="1"/>
          </p:cNvSpPr>
          <p:nvPr>
            <p:ph type="body" sz="quarter" idx="10" hasCustomPrompt="1"/>
            <p:custDataLst>
              <p:tags r:id="rId5"/>
            </p:custDataLst>
          </p:nvPr>
        </p:nvSpPr>
        <p:spPr>
          <a:xfrm>
            <a:off x="75674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184056842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C4F5195-E8F7-4A2F-B02E-643BB3D88381}"/>
              </a:ext>
            </a:extLst>
          </p:cNvPr>
          <p:cNvGraphicFramePr>
            <a:graphicFrameLocks noChangeAspect="1"/>
          </p:cNvGraphicFramePr>
          <p:nvPr userDrawn="1">
            <p:custDataLst>
              <p:tags r:id="rId1"/>
            </p:custDataLst>
            <p:extLst>
              <p:ext uri="{D42A27DB-BD31-4B8C-83A1-F6EECF244321}">
                <p14:modId xmlns:p14="http://schemas.microsoft.com/office/powerpoint/2010/main" val="337785578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592" imgH="591" progId="TCLayout.ActiveDocument.1">
                  <p:embed/>
                </p:oleObj>
              </mc:Choice>
              <mc:Fallback>
                <p:oleObj name="think-cell Slide" r:id="rId7" imgW="592" imgH="591" progId="TCLayout.ActiveDocument.1">
                  <p:embed/>
                  <p:pic>
                    <p:nvPicPr>
                      <p:cNvPr id="4" name="Object 3" hidden="1">
                        <a:extLst>
                          <a:ext uri="{FF2B5EF4-FFF2-40B4-BE49-F238E27FC236}">
                            <a16:creationId xmlns:a16="http://schemas.microsoft.com/office/drawing/2014/main" id="{3C4F5195-E8F7-4A2F-B02E-643BB3D88381}"/>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15EFC92-5E3D-4BDC-A378-85D30212A9E2}"/>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3"/>
            </p:custDataLst>
          </p:nvPr>
        </p:nvSpPr>
        <p:spPr>
          <a:xfrm>
            <a:off x="756745" y="3121224"/>
            <a:ext cx="5065776" cy="615553"/>
          </a:xfrm>
          <a:prstGeom prst="rect">
            <a:avLst/>
          </a:prstGeom>
        </p:spPr>
        <p:txBody>
          <a:bodyPr vert="horz" rIns="365760" anchor="ctr">
            <a:spAutoFit/>
          </a:bodyPr>
          <a:lstStyle>
            <a:lvl1pPr rtl="0">
              <a:defRPr>
                <a:ln w="6350" cap="flat">
                  <a:noFill/>
                  <a:miter lim="800000"/>
                </a:ln>
              </a:defRPr>
            </a:lvl1pPr>
          </a:lstStyle>
          <a:p>
            <a:r>
              <a:rPr lang="en-US"/>
              <a:t>Click to edit Master title style</a:t>
            </a:r>
          </a:p>
        </p:txBody>
      </p:sp>
      <p:sp>
        <p:nvSpPr>
          <p:cNvPr id="11" name="Date Placeholder 3">
            <a:extLst>
              <a:ext uri="{FF2B5EF4-FFF2-40B4-BE49-F238E27FC236}">
                <a16:creationId xmlns:a16="http://schemas.microsoft.com/office/drawing/2014/main" id="{8C0D0849-92FA-470B-B1CB-39B41C3FFA34}"/>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2" name="5. Source" hidden="1">
            <a:extLst>
              <a:ext uri="{FF2B5EF4-FFF2-40B4-BE49-F238E27FC236}">
                <a16:creationId xmlns:a16="http://schemas.microsoft.com/office/drawing/2014/main" id="{F3A45F60-783D-4E35-8F82-36D95C76EF89}"/>
              </a:ext>
            </a:extLst>
          </p:cNvPr>
          <p:cNvSpPr txBox="1"/>
          <p:nvPr userDrawn="1">
            <p:custDataLst>
              <p:tags r:id="rId4"/>
            </p:custDataLst>
          </p:nvPr>
        </p:nvSpPr>
        <p:spPr>
          <a:xfrm>
            <a:off x="75674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3" name="1. On-page tracker">
            <a:extLst>
              <a:ext uri="{FF2B5EF4-FFF2-40B4-BE49-F238E27FC236}">
                <a16:creationId xmlns:a16="http://schemas.microsoft.com/office/drawing/2014/main" id="{A7981EF2-4489-4214-92F9-625C4FFF9A87}"/>
              </a:ext>
            </a:extLst>
          </p:cNvPr>
          <p:cNvSpPr>
            <a:spLocks noGrp="1"/>
          </p:cNvSpPr>
          <p:nvPr>
            <p:ph type="body" sz="quarter" idx="10" hasCustomPrompt="1"/>
            <p:custDataLst>
              <p:tags r:id="rId5"/>
            </p:custDataLst>
          </p:nvPr>
        </p:nvSpPr>
        <p:spPr>
          <a:xfrm>
            <a:off x="75674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49459870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05B6D76-6B4B-4ED5-B8F1-5D1D09831257}"/>
              </a:ext>
            </a:extLst>
          </p:cNvPr>
          <p:cNvGraphicFramePr>
            <a:graphicFrameLocks noChangeAspect="1"/>
          </p:cNvGraphicFramePr>
          <p:nvPr userDrawn="1">
            <p:custDataLst>
              <p:tags r:id="rId1"/>
            </p:custDataLst>
            <p:extLst>
              <p:ext uri="{D42A27DB-BD31-4B8C-83A1-F6EECF244321}">
                <p14:modId xmlns:p14="http://schemas.microsoft.com/office/powerpoint/2010/main" val="113266169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592" imgH="591" progId="TCLayout.ActiveDocument.1">
                  <p:embed/>
                </p:oleObj>
              </mc:Choice>
              <mc:Fallback>
                <p:oleObj name="think-cell Slide" r:id="rId7" imgW="592" imgH="591" progId="TCLayout.ActiveDocument.1">
                  <p:embed/>
                  <p:pic>
                    <p:nvPicPr>
                      <p:cNvPr id="3" name="Object 2" hidden="1">
                        <a:extLst>
                          <a:ext uri="{FF2B5EF4-FFF2-40B4-BE49-F238E27FC236}">
                            <a16:creationId xmlns:a16="http://schemas.microsoft.com/office/drawing/2014/main" id="{305B6D76-6B4B-4ED5-B8F1-5D1D09831257}"/>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2"/>
            </p:custDataLst>
          </p:nvPr>
        </p:nvSpPr>
        <p:spPr bwMode="ltGray">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rtl="0"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r" defTabSz="610744" rtl="0"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pic>
        <p:nvPicPr>
          <p:cNvPr id="10" name="Picture 9">
            <a:extLst>
              <a:ext uri="{FF2B5EF4-FFF2-40B4-BE49-F238E27FC236}">
                <a16:creationId xmlns:a16="http://schemas.microsoft.com/office/drawing/2014/main" id="{47A29DD9-BE86-4093-BC4D-7EE2776AB2BA}"/>
              </a:ext>
            </a:extLst>
          </p:cNvPr>
          <p:cNvPicPr>
            <a:picLocks noChangeAspect="1"/>
          </p:cNvPicPr>
          <p:nvPr userDrawn="1"/>
        </p:nvPicPr>
        <p:blipFill>
          <a:blip r:embed="rId9" cstate="email">
            <a:extLst>
              <a:ext uri="{28A0092B-C50C-407E-A947-70E740481C1C}">
                <a14:useLocalDpi xmlns:a14="http://schemas.microsoft.com/office/drawing/2010/main"/>
              </a:ext>
            </a:extLst>
          </a:blip>
          <a:stretch>
            <a:fillRect/>
          </a:stretch>
        </p:blipFill>
        <p:spPr bwMode="ltGray">
          <a:xfrm>
            <a:off x="0" y="0"/>
            <a:ext cx="12192000" cy="6858000"/>
          </a:xfrm>
          <a:prstGeom prst="rect">
            <a:avLst/>
          </a:prstGeom>
        </p:spPr>
      </p:pic>
      <p:sp>
        <p:nvSpPr>
          <p:cNvPr id="11" name="Rectangle 10">
            <a:extLst>
              <a:ext uri="{FF2B5EF4-FFF2-40B4-BE49-F238E27FC236}">
                <a16:creationId xmlns:a16="http://schemas.microsoft.com/office/drawing/2014/main" id="{CCD59BFD-9ED9-42ED-B8D9-B6F4519952A5}"/>
              </a:ext>
            </a:extLst>
          </p:cNvPr>
          <p:cNvSpPr/>
          <p:nvPr userDrawn="1"/>
        </p:nvSpPr>
        <p:spPr bwMode="ltGray">
          <a:xfrm>
            <a:off x="774" y="0"/>
            <a:ext cx="12192000" cy="6858000"/>
          </a:xfrm>
          <a:prstGeom prst="rect">
            <a:avLst/>
          </a:prstGeom>
          <a:solidFill>
            <a:schemeClr val="bg2">
              <a:lumMod val="10000"/>
              <a:alpha val="49000"/>
            </a:schemeClr>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FFFFFF"/>
              </a:solidFill>
              <a:effectLst/>
              <a:uLnTx/>
              <a:uFillTx/>
              <a:latin typeface="+mn-lt"/>
              <a:ea typeface="+mn-ea"/>
              <a:cs typeface="+mn-cs"/>
            </a:endParaRPr>
          </a:p>
        </p:txBody>
      </p:sp>
      <p:pic>
        <p:nvPicPr>
          <p:cNvPr id="12" name="Picture 11">
            <a:extLst>
              <a:ext uri="{FF2B5EF4-FFF2-40B4-BE49-F238E27FC236}">
                <a16:creationId xmlns:a16="http://schemas.microsoft.com/office/drawing/2014/main" id="{486E3BC9-E906-4831-A00B-A87E8B17A7BE}"/>
              </a:ext>
            </a:extLst>
          </p:cNvPr>
          <p:cNvPicPr>
            <a:picLocks noChangeAspect="1"/>
          </p:cNvPicPr>
          <p:nvPr userDrawn="1"/>
        </p:nvPicPr>
        <p:blipFill rotWithShape="1">
          <a:blip r:embed="rId10"/>
          <a:srcRect l="10663" t="29916" r="16754" b="21802"/>
          <a:stretch/>
        </p:blipFill>
        <p:spPr bwMode="ltGray">
          <a:xfrm>
            <a:off x="9836600" y="6050184"/>
            <a:ext cx="2227578" cy="731520"/>
          </a:xfrm>
          <a:prstGeom prst="rect">
            <a:avLst/>
          </a:prstGeom>
        </p:spPr>
      </p:pic>
      <p:sp>
        <p:nvSpPr>
          <p:cNvPr id="13" name="Google Shape;1863;p148">
            <a:extLst>
              <a:ext uri="{FF2B5EF4-FFF2-40B4-BE49-F238E27FC236}">
                <a16:creationId xmlns:a16="http://schemas.microsoft.com/office/drawing/2014/main" id="{C43A0364-4312-452F-8F70-A1E4A7FFD492}"/>
              </a:ext>
            </a:extLst>
          </p:cNvPr>
          <p:cNvSpPr/>
          <p:nvPr userDrawn="1"/>
        </p:nvSpPr>
        <p:spPr bwMode="ltGray">
          <a:xfrm>
            <a:off x="1326041" y="965191"/>
            <a:ext cx="2479800" cy="3421200"/>
          </a:xfrm>
          <a:prstGeom prst="rect">
            <a:avLst/>
          </a:prstGeom>
          <a:solidFill>
            <a:srgbClr val="04260E">
              <a:alpha val="70000"/>
            </a:srgbClr>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1200" cap="none" spc="0" normalizeH="0" baseline="0" noProof="0">
              <a:ln>
                <a:noFill/>
              </a:ln>
              <a:solidFill>
                <a:srgbClr val="FFFFFF"/>
              </a:solidFill>
              <a:effectLst/>
              <a:uLnTx/>
              <a:uFillTx/>
              <a:latin typeface="+mn-lt"/>
              <a:ea typeface="+mn-ea"/>
              <a:cs typeface="+mn-cs"/>
              <a:sym typeface="Arial"/>
            </a:endParaRPr>
          </a:p>
        </p:txBody>
      </p:sp>
      <p:cxnSp>
        <p:nvCxnSpPr>
          <p:cNvPr id="14" name="Google Shape;1864;p148">
            <a:extLst>
              <a:ext uri="{FF2B5EF4-FFF2-40B4-BE49-F238E27FC236}">
                <a16:creationId xmlns:a16="http://schemas.microsoft.com/office/drawing/2014/main" id="{17F3B303-F2AE-4359-BE48-01D8CE86914D}"/>
              </a:ext>
            </a:extLst>
          </p:cNvPr>
          <p:cNvCxnSpPr/>
          <p:nvPr userDrawn="1"/>
        </p:nvCxnSpPr>
        <p:spPr bwMode="ltGray">
          <a:xfrm>
            <a:off x="9306719" y="1260477"/>
            <a:ext cx="0" cy="4044900"/>
          </a:xfrm>
          <a:prstGeom prst="straightConnector1">
            <a:avLst/>
          </a:prstGeom>
          <a:noFill/>
          <a:ln w="9525" cap="flat" cmpd="sng">
            <a:solidFill>
              <a:srgbClr val="FFFFFF">
                <a:alpha val="65882"/>
              </a:srgbClr>
            </a:solidFill>
            <a:prstDash val="solid"/>
            <a:miter lim="800000"/>
            <a:headEnd type="none" w="sm" len="sm"/>
            <a:tailEnd type="none" w="sm" len="sm"/>
          </a:ln>
        </p:spPr>
      </p:cxnSp>
      <p:cxnSp>
        <p:nvCxnSpPr>
          <p:cNvPr id="15" name="Google Shape;1865;p148">
            <a:extLst>
              <a:ext uri="{FF2B5EF4-FFF2-40B4-BE49-F238E27FC236}">
                <a16:creationId xmlns:a16="http://schemas.microsoft.com/office/drawing/2014/main" id="{6812F012-9220-42BC-A886-AE5E1CEAB506}"/>
              </a:ext>
            </a:extLst>
          </p:cNvPr>
          <p:cNvCxnSpPr/>
          <p:nvPr userDrawn="1"/>
        </p:nvCxnSpPr>
        <p:spPr bwMode="ltGray">
          <a:xfrm rot="10800000">
            <a:off x="119" y="5305425"/>
            <a:ext cx="9306600" cy="0"/>
          </a:xfrm>
          <a:prstGeom prst="straightConnector1">
            <a:avLst/>
          </a:prstGeom>
          <a:noFill/>
          <a:ln w="9525" cap="flat" cmpd="sng">
            <a:solidFill>
              <a:srgbClr val="FFFFFF">
                <a:alpha val="65882"/>
              </a:srgbClr>
            </a:solidFill>
            <a:prstDash val="solid"/>
            <a:miter lim="800000"/>
            <a:headEnd type="none" w="sm" len="sm"/>
            <a:tailEnd type="none" w="sm" len="sm"/>
          </a:ln>
        </p:spPr>
      </p:cxnSp>
      <p:cxnSp>
        <p:nvCxnSpPr>
          <p:cNvPr id="16" name="Google Shape;1866;p148">
            <a:extLst>
              <a:ext uri="{FF2B5EF4-FFF2-40B4-BE49-F238E27FC236}">
                <a16:creationId xmlns:a16="http://schemas.microsoft.com/office/drawing/2014/main" id="{4DE4D99E-678E-413B-8E39-65C35EDECDDF}"/>
              </a:ext>
            </a:extLst>
          </p:cNvPr>
          <p:cNvCxnSpPr/>
          <p:nvPr userDrawn="1"/>
        </p:nvCxnSpPr>
        <p:spPr bwMode="ltGray">
          <a:xfrm rot="10800000">
            <a:off x="3805619" y="1260474"/>
            <a:ext cx="5501100" cy="0"/>
          </a:xfrm>
          <a:prstGeom prst="straightConnector1">
            <a:avLst/>
          </a:prstGeom>
          <a:noFill/>
          <a:ln w="9525" cap="flat" cmpd="sng">
            <a:solidFill>
              <a:srgbClr val="FFFFFF">
                <a:alpha val="65882"/>
              </a:srgbClr>
            </a:solidFill>
            <a:prstDash val="solid"/>
            <a:miter lim="800000"/>
            <a:headEnd type="none" w="sm" len="sm"/>
            <a:tailEnd type="none" w="sm" len="sm"/>
          </a:ln>
        </p:spPr>
      </p:cxnSp>
      <p:grpSp>
        <p:nvGrpSpPr>
          <p:cNvPr id="17" name="Google Shape;1867;p148">
            <a:extLst>
              <a:ext uri="{FF2B5EF4-FFF2-40B4-BE49-F238E27FC236}">
                <a16:creationId xmlns:a16="http://schemas.microsoft.com/office/drawing/2014/main" id="{5D8D6D65-DE4F-4F49-9869-BF61D45722E0}"/>
              </a:ext>
            </a:extLst>
          </p:cNvPr>
          <p:cNvGrpSpPr/>
          <p:nvPr userDrawn="1"/>
        </p:nvGrpSpPr>
        <p:grpSpPr bwMode="ltGray">
          <a:xfrm>
            <a:off x="1874956" y="965190"/>
            <a:ext cx="1917737" cy="1172369"/>
            <a:chOff x="7006838" y="-1"/>
            <a:chExt cx="2901266" cy="1725848"/>
          </a:xfrm>
        </p:grpSpPr>
        <p:sp>
          <p:nvSpPr>
            <p:cNvPr id="18" name="Google Shape;1868;p148">
              <a:extLst>
                <a:ext uri="{FF2B5EF4-FFF2-40B4-BE49-F238E27FC236}">
                  <a16:creationId xmlns:a16="http://schemas.microsoft.com/office/drawing/2014/main" id="{AEBFE0C5-55E1-4E48-8EB5-132933DF1729}"/>
                </a:ext>
              </a:extLst>
            </p:cNvPr>
            <p:cNvSpPr/>
            <p:nvPr/>
          </p:nvSpPr>
          <p:spPr bwMode="ltGray">
            <a:xfrm>
              <a:off x="8307648" y="-1"/>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69;p148">
              <a:extLst>
                <a:ext uri="{FF2B5EF4-FFF2-40B4-BE49-F238E27FC236}">
                  <a16:creationId xmlns:a16="http://schemas.microsoft.com/office/drawing/2014/main" id="{8ACC2816-1B36-470D-9C35-3AAB16D88185}"/>
                </a:ext>
              </a:extLst>
            </p:cNvPr>
            <p:cNvSpPr/>
            <p:nvPr/>
          </p:nvSpPr>
          <p:spPr bwMode="ltGray">
            <a:xfrm>
              <a:off x="8307648" y="4482"/>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870;p148">
              <a:extLst>
                <a:ext uri="{FF2B5EF4-FFF2-40B4-BE49-F238E27FC236}">
                  <a16:creationId xmlns:a16="http://schemas.microsoft.com/office/drawing/2014/main" id="{CFABB13F-B6E2-4A99-A21A-36D2E68DF6CC}"/>
                </a:ext>
              </a:extLst>
            </p:cNvPr>
            <p:cNvSpPr/>
            <p:nvPr/>
          </p:nvSpPr>
          <p:spPr bwMode="ltGray">
            <a:xfrm>
              <a:off x="8916537" y="4482"/>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871;p148">
              <a:extLst>
                <a:ext uri="{FF2B5EF4-FFF2-40B4-BE49-F238E27FC236}">
                  <a16:creationId xmlns:a16="http://schemas.microsoft.com/office/drawing/2014/main" id="{C97F0ED1-4815-4CBB-B14D-777EBF9B86E2}"/>
                </a:ext>
              </a:extLst>
            </p:cNvPr>
            <p:cNvSpPr/>
            <p:nvPr/>
          </p:nvSpPr>
          <p:spPr bwMode="ltGray">
            <a:xfrm>
              <a:off x="7009231" y="-1"/>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872;p148">
              <a:extLst>
                <a:ext uri="{FF2B5EF4-FFF2-40B4-BE49-F238E27FC236}">
                  <a16:creationId xmlns:a16="http://schemas.microsoft.com/office/drawing/2014/main" id="{A8C38A80-CC62-48D0-9B2C-F6634A2A2E94}"/>
                </a:ext>
              </a:extLst>
            </p:cNvPr>
            <p:cNvSpPr/>
            <p:nvPr/>
          </p:nvSpPr>
          <p:spPr bwMode="ltGray">
            <a:xfrm>
              <a:off x="7006838" y="0"/>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873;p148">
              <a:extLst>
                <a:ext uri="{FF2B5EF4-FFF2-40B4-BE49-F238E27FC236}">
                  <a16:creationId xmlns:a16="http://schemas.microsoft.com/office/drawing/2014/main" id="{C2F2991A-D162-4D19-A3D8-1E7FCEED5D4F}"/>
                </a:ext>
              </a:extLst>
            </p:cNvPr>
            <p:cNvSpPr/>
            <p:nvPr/>
          </p:nvSpPr>
          <p:spPr bwMode="ltGray">
            <a:xfrm>
              <a:off x="7634180" y="0"/>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874;p148">
              <a:extLst>
                <a:ext uri="{FF2B5EF4-FFF2-40B4-BE49-F238E27FC236}">
                  <a16:creationId xmlns:a16="http://schemas.microsoft.com/office/drawing/2014/main" id="{B9F83AE8-815F-4F0A-99AF-7496FAB8F0E9}"/>
                </a:ext>
              </a:extLst>
            </p:cNvPr>
            <p:cNvSpPr/>
            <p:nvPr/>
          </p:nvSpPr>
          <p:spPr bwMode="ltGray">
            <a:xfrm>
              <a:off x="8270747" y="865092"/>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875;p148">
              <a:extLst>
                <a:ext uri="{FF2B5EF4-FFF2-40B4-BE49-F238E27FC236}">
                  <a16:creationId xmlns:a16="http://schemas.microsoft.com/office/drawing/2014/main" id="{1AD2C35D-CFA1-435E-A46F-A72AD9C9065D}"/>
                </a:ext>
              </a:extLst>
            </p:cNvPr>
            <p:cNvSpPr/>
            <p:nvPr/>
          </p:nvSpPr>
          <p:spPr bwMode="ltGray">
            <a:xfrm>
              <a:off x="7643403" y="434786"/>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876;p148">
              <a:extLst>
                <a:ext uri="{FF2B5EF4-FFF2-40B4-BE49-F238E27FC236}">
                  <a16:creationId xmlns:a16="http://schemas.microsoft.com/office/drawing/2014/main" id="{8ADFEE56-CC4F-4705-91D5-92EA7BCC3152}"/>
                </a:ext>
              </a:extLst>
            </p:cNvPr>
            <p:cNvSpPr/>
            <p:nvPr/>
          </p:nvSpPr>
          <p:spPr bwMode="ltGray">
            <a:xfrm>
              <a:off x="7643405"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7" name="Google Shape;1877;p148">
              <a:extLst>
                <a:ext uri="{FF2B5EF4-FFF2-40B4-BE49-F238E27FC236}">
                  <a16:creationId xmlns:a16="http://schemas.microsoft.com/office/drawing/2014/main" id="{3BCBF295-8192-46BD-876A-2CEDB62B2EF8}"/>
                </a:ext>
              </a:extLst>
            </p:cNvPr>
            <p:cNvSpPr/>
            <p:nvPr/>
          </p:nvSpPr>
          <p:spPr bwMode="ltGray">
            <a:xfrm>
              <a:off x="8953441"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8" name="Google Shape;1878;p148">
              <a:extLst>
                <a:ext uri="{FF2B5EF4-FFF2-40B4-BE49-F238E27FC236}">
                  <a16:creationId xmlns:a16="http://schemas.microsoft.com/office/drawing/2014/main" id="{A76BD1C2-DEAE-4BDB-8338-14972B33C847}"/>
                </a:ext>
              </a:extLst>
            </p:cNvPr>
            <p:cNvSpPr/>
            <p:nvPr/>
          </p:nvSpPr>
          <p:spPr bwMode="ltGray">
            <a:xfrm>
              <a:off x="8953441" y="452717"/>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9" name="Google Shape;1879;p148">
              <a:extLst>
                <a:ext uri="{FF2B5EF4-FFF2-40B4-BE49-F238E27FC236}">
                  <a16:creationId xmlns:a16="http://schemas.microsoft.com/office/drawing/2014/main" id="{FCE02DAF-D1DC-4A9E-8611-AD90EA6638D1}"/>
                </a:ext>
              </a:extLst>
            </p:cNvPr>
            <p:cNvSpPr/>
            <p:nvPr/>
          </p:nvSpPr>
          <p:spPr bwMode="ltGray">
            <a:xfrm>
              <a:off x="8944218"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30" name="Google Shape;1880;p148">
              <a:extLst>
                <a:ext uri="{FF2B5EF4-FFF2-40B4-BE49-F238E27FC236}">
                  <a16:creationId xmlns:a16="http://schemas.microsoft.com/office/drawing/2014/main" id="{9D191A7F-0CCA-42DF-94DF-4B02DB5A34C0}"/>
                </a:ext>
              </a:extLst>
            </p:cNvPr>
            <p:cNvSpPr/>
            <p:nvPr/>
          </p:nvSpPr>
          <p:spPr bwMode="ltGray">
            <a:xfrm>
              <a:off x="9562347"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31" name="Text Placeholder 5">
            <a:extLst>
              <a:ext uri="{FF2B5EF4-FFF2-40B4-BE49-F238E27FC236}">
                <a16:creationId xmlns:a16="http://schemas.microsoft.com/office/drawing/2014/main" id="{57E83E90-170B-4CE2-A66E-0F195B567180}"/>
              </a:ext>
            </a:extLst>
          </p:cNvPr>
          <p:cNvSpPr>
            <a:spLocks noGrp="1"/>
          </p:cNvSpPr>
          <p:nvPr>
            <p:ph type="body" sz="quarter" idx="11" hasCustomPrompt="1"/>
          </p:nvPr>
        </p:nvSpPr>
        <p:spPr bwMode="ltGray">
          <a:xfrm>
            <a:off x="1675186" y="2167443"/>
            <a:ext cx="1916400" cy="1826685"/>
          </a:xfrm>
          <a:prstGeom prst="rect">
            <a:avLst/>
          </a:prstGeom>
          <a:noFill/>
          <a:ln>
            <a:noFill/>
          </a:ln>
        </p:spPr>
        <p:txBody>
          <a:bodyPr spcFirstLastPara="1" wrap="square" lIns="0" tIns="0" rIns="0" bIns="0" anchor="ctr" anchorCtr="0">
            <a:noAutofit/>
          </a:bodyPr>
          <a:lstStyle>
            <a:lvl1pPr>
              <a:defRPr kumimoji="0" lang="en-US" sz="9600" b="1" i="0" u="none" strike="noStrike" cap="none" spc="0" normalizeH="0" baseline="0" smtClean="0">
                <a:ln>
                  <a:noFill/>
                </a:ln>
                <a:solidFill>
                  <a:srgbClr val="FFFFFF"/>
                </a:solidFill>
                <a:effectLst/>
                <a:uLnTx/>
                <a:uFillTx/>
                <a:latin typeface="Sakkal Majalla" panose="02000000000000000000" pitchFamily="2" charset="-78"/>
                <a:ea typeface="+mn-ea"/>
                <a:cs typeface="Sakkal Majalla" panose="02000000000000000000" pitchFamily="2" charset="-78"/>
              </a:defRPr>
            </a:lvl1pPr>
            <a:lvl2pPr>
              <a:defRPr lang="en-US" sz="1800" smtClean="0"/>
            </a:lvl2pPr>
            <a:lvl3pPr>
              <a:defRPr lang="en-US" sz="1800" smtClean="0"/>
            </a:lvl3pPr>
            <a:lvl4pPr>
              <a:defRPr lang="en-US" sz="1800" smtClean="0">
                <a:solidFill>
                  <a:schemeClr val="tx1"/>
                </a:solidFill>
              </a:defRPr>
            </a:lvl4pPr>
            <a:lvl5pPr>
              <a:defRPr lang="en-US" sz="1800"/>
            </a:lvl5pPr>
          </a:lstStyle>
          <a:p>
            <a:pPr marR="0" lvl="0" algn="ctr" fontAlgn="auto">
              <a:lnSpc>
                <a:spcPct val="100000"/>
              </a:lnSpc>
              <a:spcBef>
                <a:spcPts val="0"/>
              </a:spcBef>
              <a:spcAft>
                <a:spcPts val="0"/>
              </a:spcAft>
              <a:buClr>
                <a:srgbClr val="000000"/>
              </a:buClr>
              <a:buSzPts val="7000"/>
              <a:buFont typeface="Arial"/>
              <a:buNone/>
              <a:tabLst/>
            </a:pPr>
            <a:r>
              <a:rPr lang="en-US"/>
              <a:t>1</a:t>
            </a:r>
          </a:p>
        </p:txBody>
      </p:sp>
      <p:sp>
        <p:nvSpPr>
          <p:cNvPr id="2" name="Rectangle 1" hidden="1">
            <a:extLst>
              <a:ext uri="{FF2B5EF4-FFF2-40B4-BE49-F238E27FC236}">
                <a16:creationId xmlns:a16="http://schemas.microsoft.com/office/drawing/2014/main" id="{BDCF374B-2477-45CD-A00B-B8676A45ACD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44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hasCustomPrompt="1"/>
            <p:custDataLst>
              <p:tags r:id="rId4"/>
            </p:custDataLst>
          </p:nvPr>
        </p:nvSpPr>
        <p:spPr bwMode="ltGray">
          <a:xfrm>
            <a:off x="3913786" y="2257869"/>
            <a:ext cx="5171846" cy="1846659"/>
          </a:xfrm>
        </p:spPr>
        <p:txBody>
          <a:bodyPr vert="horz" anchor="ctr" anchorCtr="0">
            <a:spAutoFit/>
          </a:bodyPr>
          <a:lstStyle>
            <a:lvl1pPr rtl="0">
              <a:lnSpc>
                <a:spcPct val="100000"/>
              </a:lnSpc>
              <a:defRPr sz="6000" baseline="0">
                <a:solidFill>
                  <a:schemeClr val="bg1"/>
                </a:solidFill>
              </a:defRPr>
            </a:lvl1pPr>
          </a:lstStyle>
          <a:p>
            <a:r>
              <a:rPr lang="en-US"/>
              <a:t>Click to edit </a:t>
            </a:r>
            <a:br>
              <a:rPr lang="en-US"/>
            </a:br>
            <a:r>
              <a:rPr lang="en-US"/>
              <a:t>Master title style</a:t>
            </a: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rtl="0"/>
            <a:r>
              <a:rPr lang="en-US" sz="800"/>
              <a:t>Source: …</a:t>
            </a:r>
          </a:p>
        </p:txBody>
      </p:sp>
      <p:sp>
        <p:nvSpPr>
          <p:cNvPr id="32" name="TextBox 31">
            <a:extLst>
              <a:ext uri="{FF2B5EF4-FFF2-40B4-BE49-F238E27FC236}">
                <a16:creationId xmlns:a16="http://schemas.microsoft.com/office/drawing/2014/main" id="{0E96127C-01BD-44C5-A45E-4A17231E4935}"/>
              </a:ext>
            </a:extLst>
          </p:cNvPr>
          <p:cNvSpPr txBox="1"/>
          <p:nvPr userDrawn="1"/>
        </p:nvSpPr>
        <p:spPr>
          <a:xfrm>
            <a:off x="756745" y="0"/>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buNone/>
            </a:pPr>
            <a:r>
              <a:rPr lang="en-US" sz="1200" b="1">
                <a:solidFill>
                  <a:schemeClr val="bg1"/>
                </a:solidFill>
              </a:rPr>
              <a:t>CONFIDENTIAL – NOT TO BE DISTRIBUTED </a:t>
            </a:r>
          </a:p>
        </p:txBody>
      </p:sp>
    </p:spTree>
    <p:extLst>
      <p:ext uri="{BB962C8B-B14F-4D97-AF65-F5344CB8AC3E}">
        <p14:creationId xmlns:p14="http://schemas.microsoft.com/office/powerpoint/2010/main" val="29325879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C6EE29E-F64A-419F-BFB0-EEDEB71953F6}"/>
              </a:ext>
            </a:extLst>
          </p:cNvPr>
          <p:cNvGraphicFramePr>
            <a:graphicFrameLocks noChangeAspect="1"/>
          </p:cNvGraphicFramePr>
          <p:nvPr userDrawn="1">
            <p:custDataLst>
              <p:tags r:id="rId1"/>
            </p:custDataLst>
            <p:extLst>
              <p:ext uri="{D42A27DB-BD31-4B8C-83A1-F6EECF244321}">
                <p14:modId xmlns:p14="http://schemas.microsoft.com/office/powerpoint/2010/main" val="18906740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592" imgH="591" progId="TCLayout.ActiveDocument.1">
                  <p:embed/>
                </p:oleObj>
              </mc:Choice>
              <mc:Fallback>
                <p:oleObj name="think-cell Slide" r:id="rId8" imgW="592" imgH="591" progId="TCLayout.ActiveDocument.1">
                  <p:embed/>
                  <p:pic>
                    <p:nvPicPr>
                      <p:cNvPr id="3" name="Object 2" hidden="1">
                        <a:extLst>
                          <a:ext uri="{FF2B5EF4-FFF2-40B4-BE49-F238E27FC236}">
                            <a16:creationId xmlns:a16="http://schemas.microsoft.com/office/drawing/2014/main" id="{EC6EE29E-F64A-419F-BFB0-EEDEB71953F6}"/>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69526043-F22A-4ED3-B0A1-DD7C4F83AF9B}"/>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34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3"/>
            </p:custDataLst>
          </p:nvPr>
        </p:nvSpPr>
        <p:spPr>
          <a:xfrm>
            <a:off x="1505712" y="3433118"/>
            <a:ext cx="9180576" cy="646331"/>
          </a:xfrm>
          <a:prstGeom prst="rect">
            <a:avLst/>
          </a:prstGeom>
        </p:spPr>
        <p:txBody>
          <a:bodyPr vert="horz" anchor="b">
            <a:spAutoFit/>
          </a:bodyPr>
          <a:lstStyle>
            <a:lvl1pPr rtl="0">
              <a:lnSpc>
                <a:spcPct val="105000"/>
              </a:lnSpc>
              <a:defRPr sz="4000" baseline="0"/>
            </a:lvl1pPr>
          </a:lstStyle>
          <a:p>
            <a:r>
              <a:rPr lang="en-US"/>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4"/>
            </p:custDataLst>
          </p:nvPr>
        </p:nvSpPr>
        <p:spPr>
          <a:xfrm>
            <a:off x="1505712" y="4284630"/>
            <a:ext cx="9180576" cy="369332"/>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add quote source</a:t>
            </a:r>
          </a:p>
        </p:txBody>
      </p:sp>
      <p:sp>
        <p:nvSpPr>
          <p:cNvPr id="11" name="Date Placeholder 3">
            <a:extLst>
              <a:ext uri="{FF2B5EF4-FFF2-40B4-BE49-F238E27FC236}">
                <a16:creationId xmlns:a16="http://schemas.microsoft.com/office/drawing/2014/main" id="{21038286-ADDF-467A-9533-2FF243AA1B83}"/>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2" name="5. Source" hidden="1">
            <a:extLst>
              <a:ext uri="{FF2B5EF4-FFF2-40B4-BE49-F238E27FC236}">
                <a16:creationId xmlns:a16="http://schemas.microsoft.com/office/drawing/2014/main" id="{97C26B2D-768A-480F-A720-BB4BB22F450C}"/>
              </a:ext>
            </a:extLst>
          </p:cNvPr>
          <p:cNvSpPr txBox="1"/>
          <p:nvPr userDrawn="1">
            <p:custDataLst>
              <p:tags r:id="rId5"/>
            </p:custDataLst>
          </p:nvPr>
        </p:nvSpPr>
        <p:spPr>
          <a:xfrm>
            <a:off x="75674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3" name="1. On-page tracker">
            <a:extLst>
              <a:ext uri="{FF2B5EF4-FFF2-40B4-BE49-F238E27FC236}">
                <a16:creationId xmlns:a16="http://schemas.microsoft.com/office/drawing/2014/main" id="{661FCBD5-E2D3-4829-BFA1-249E272E7B02}"/>
              </a:ext>
            </a:extLst>
          </p:cNvPr>
          <p:cNvSpPr>
            <a:spLocks noGrp="1"/>
          </p:cNvSpPr>
          <p:nvPr>
            <p:ph type="body" sz="quarter" idx="10" hasCustomPrompt="1"/>
            <p:custDataLst>
              <p:tags r:id="rId6"/>
            </p:custDataLst>
          </p:nvPr>
        </p:nvSpPr>
        <p:spPr>
          <a:xfrm>
            <a:off x="75674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05715569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1"/>
            </p:custDataLst>
            <p:extLst>
              <p:ext uri="{D42A27DB-BD31-4B8C-83A1-F6EECF244321}">
                <p14:modId xmlns:p14="http://schemas.microsoft.com/office/powerpoint/2010/main" val="42763747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6" hidden="1">
                        <a:extLst>
                          <a:ext uri="{FF2B5EF4-FFF2-40B4-BE49-F238E27FC236}">
                            <a16:creationId xmlns:a16="http://schemas.microsoft.com/office/drawing/2014/main" id="{DA8D6A48-EE20-4EB4-A234-9F3B16C02872}"/>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67C50C85-5FB9-4798-A8A4-1DA5B9F3ACC9}"/>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3413760" y="0"/>
            <a:ext cx="8778240" cy="6858000"/>
          </a:xfrm>
          <a:prstGeom prst="rect">
            <a:avLst/>
          </a:prstGeom>
          <a:solidFill>
            <a:srgbClr val="D7F9E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rtl="0"/>
            <a:endParaRPr lang="en-US">
              <a:solidFill>
                <a:srgbClr val="F0F0F0"/>
              </a:solidFill>
              <a:latin typeface="Arial" panose="020B0604020202020204" pitchFamily="34" charset="0"/>
            </a:endParaRPr>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4"/>
            </p:custDataLst>
          </p:nvPr>
        </p:nvSpPr>
        <p:spPr>
          <a:xfrm>
            <a:off x="756745" y="3659644"/>
            <a:ext cx="2514600"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noAutofit/>
          </a:bodyPr>
          <a:lstStyle>
            <a:lvl1pPr>
              <a:defRPr lang="en-US" sz="2000" b="0" baseline="0" dirty="0"/>
            </a:lvl1pPr>
          </a:lstStyle>
          <a:p>
            <a:pPr lvl="0">
              <a:buNone/>
            </a:pPr>
            <a:r>
              <a:rPr lang="en-US"/>
              <a:t>Click to edit Master subtitle style</a:t>
            </a:r>
          </a:p>
        </p:txBody>
      </p:sp>
      <p:sp>
        <p:nvSpPr>
          <p:cNvPr id="11" name="2. Slide Title">
            <a:extLst>
              <a:ext uri="{FF2B5EF4-FFF2-40B4-BE49-F238E27FC236}">
                <a16:creationId xmlns:a16="http://schemas.microsoft.com/office/drawing/2014/main" id="{BD1E8CEA-59CA-420E-955C-4C9FBA24773C}"/>
              </a:ext>
            </a:extLst>
          </p:cNvPr>
          <p:cNvSpPr>
            <a:spLocks noGrp="1"/>
          </p:cNvSpPr>
          <p:nvPr>
            <p:ph type="title"/>
            <p:custDataLst>
              <p:tags r:id="rId5"/>
            </p:custDataLst>
          </p:nvPr>
        </p:nvSpPr>
        <p:spPr>
          <a:xfrm>
            <a:off x="756745" y="1667151"/>
            <a:ext cx="2514600" cy="1846659"/>
          </a:xfrm>
          <a:prstGeom prst="rect">
            <a:avLst/>
          </a:prstGeom>
        </p:spPr>
        <p:txBody>
          <a:bodyPr vert="horz" wrap="square" lIns="0" tIns="0" rIns="0" bIns="0" rtlCol="0" anchor="b" anchorCtr="0">
            <a:noAutofit/>
          </a:bodyPr>
          <a:lstStyle/>
          <a:p>
            <a:pPr lvl="0"/>
            <a:r>
              <a:rPr lang="en-US"/>
              <a:t>Click to edit Master title style</a:t>
            </a:r>
          </a:p>
        </p:txBody>
      </p:sp>
      <p:grpSp>
        <p:nvGrpSpPr>
          <p:cNvPr id="12" name="Deco">
            <a:extLst>
              <a:ext uri="{FF2B5EF4-FFF2-40B4-BE49-F238E27FC236}">
                <a16:creationId xmlns:a16="http://schemas.microsoft.com/office/drawing/2014/main" id="{7FFB42BA-27FB-43FE-A02C-8DDFE08820B1}"/>
              </a:ext>
            </a:extLst>
          </p:cNvPr>
          <p:cNvGrpSpPr/>
          <p:nvPr userDrawn="1"/>
        </p:nvGrpSpPr>
        <p:grpSpPr bwMode="ltGray">
          <a:xfrm>
            <a:off x="10019832" y="-28841"/>
            <a:ext cx="2172168" cy="1289899"/>
            <a:chOff x="7006851" y="0"/>
            <a:chExt cx="2901252" cy="1725848"/>
          </a:xfrm>
        </p:grpSpPr>
        <p:sp>
          <p:nvSpPr>
            <p:cNvPr id="13" name="Google Shape;1893;p149">
              <a:extLst>
                <a:ext uri="{FF2B5EF4-FFF2-40B4-BE49-F238E27FC236}">
                  <a16:creationId xmlns:a16="http://schemas.microsoft.com/office/drawing/2014/main" id="{49E04973-83DB-4A95-BA07-0BD3F79D2920}"/>
                </a:ext>
              </a:extLst>
            </p:cNvPr>
            <p:cNvSpPr/>
            <p:nvPr/>
          </p:nvSpPr>
          <p:spPr bwMode="ltGray">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4;p149">
              <a:extLst>
                <a:ext uri="{FF2B5EF4-FFF2-40B4-BE49-F238E27FC236}">
                  <a16:creationId xmlns:a16="http://schemas.microsoft.com/office/drawing/2014/main" id="{0D2C0E21-1230-4A3D-9329-E84FC05DD91B}"/>
                </a:ext>
              </a:extLst>
            </p:cNvPr>
            <p:cNvSpPr/>
            <p:nvPr/>
          </p:nvSpPr>
          <p:spPr bwMode="ltGray">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5;p149">
              <a:extLst>
                <a:ext uri="{FF2B5EF4-FFF2-40B4-BE49-F238E27FC236}">
                  <a16:creationId xmlns:a16="http://schemas.microsoft.com/office/drawing/2014/main" id="{A1B71ECE-C135-42AE-835F-9B1C201E13E1}"/>
                </a:ext>
              </a:extLst>
            </p:cNvPr>
            <p:cNvSpPr/>
            <p:nvPr/>
          </p:nvSpPr>
          <p:spPr bwMode="ltGray">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6" name="Google Shape;1896;p149">
              <a:extLst>
                <a:ext uri="{FF2B5EF4-FFF2-40B4-BE49-F238E27FC236}">
                  <a16:creationId xmlns:a16="http://schemas.microsoft.com/office/drawing/2014/main" id="{7542EF05-F2E6-4FA4-932C-CF7AA2C5CEA6}"/>
                </a:ext>
              </a:extLst>
            </p:cNvPr>
            <p:cNvSpPr/>
            <p:nvPr/>
          </p:nvSpPr>
          <p:spPr bwMode="ltGray">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7;p149">
              <a:extLst>
                <a:ext uri="{FF2B5EF4-FFF2-40B4-BE49-F238E27FC236}">
                  <a16:creationId xmlns:a16="http://schemas.microsoft.com/office/drawing/2014/main" id="{AD935974-2A85-4BCC-9EF1-D3890B7E9780}"/>
                </a:ext>
              </a:extLst>
            </p:cNvPr>
            <p:cNvSpPr/>
            <p:nvPr/>
          </p:nvSpPr>
          <p:spPr bwMode="ltGray">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8;p149">
              <a:extLst>
                <a:ext uri="{FF2B5EF4-FFF2-40B4-BE49-F238E27FC236}">
                  <a16:creationId xmlns:a16="http://schemas.microsoft.com/office/drawing/2014/main" id="{8DEC5F31-A68B-49B2-B903-4B0103B55027}"/>
                </a:ext>
              </a:extLst>
            </p:cNvPr>
            <p:cNvSpPr/>
            <p:nvPr/>
          </p:nvSpPr>
          <p:spPr bwMode="ltGray">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899;p149">
              <a:extLst>
                <a:ext uri="{FF2B5EF4-FFF2-40B4-BE49-F238E27FC236}">
                  <a16:creationId xmlns:a16="http://schemas.microsoft.com/office/drawing/2014/main" id="{94806E67-3E0F-4D3B-A862-C30BF91BA71C}"/>
                </a:ext>
              </a:extLst>
            </p:cNvPr>
            <p:cNvSpPr/>
            <p:nvPr/>
          </p:nvSpPr>
          <p:spPr bwMode="ltGray">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0;p149">
              <a:extLst>
                <a:ext uri="{FF2B5EF4-FFF2-40B4-BE49-F238E27FC236}">
                  <a16:creationId xmlns:a16="http://schemas.microsoft.com/office/drawing/2014/main" id="{435CBEEB-943D-4EA5-85FB-D9EC0CB80CA2}"/>
                </a:ext>
              </a:extLst>
            </p:cNvPr>
            <p:cNvSpPr/>
            <p:nvPr/>
          </p:nvSpPr>
          <p:spPr bwMode="ltGray">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1;p149">
              <a:extLst>
                <a:ext uri="{FF2B5EF4-FFF2-40B4-BE49-F238E27FC236}">
                  <a16:creationId xmlns:a16="http://schemas.microsoft.com/office/drawing/2014/main" id="{C528ED7F-C4FB-4E2C-8D8A-B6E476EE7ABD}"/>
                </a:ext>
              </a:extLst>
            </p:cNvPr>
            <p:cNvSpPr/>
            <p:nvPr/>
          </p:nvSpPr>
          <p:spPr bwMode="ltGray">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2;p149">
              <a:extLst>
                <a:ext uri="{FF2B5EF4-FFF2-40B4-BE49-F238E27FC236}">
                  <a16:creationId xmlns:a16="http://schemas.microsoft.com/office/drawing/2014/main" id="{3D60E009-B3C2-47E0-A2E8-5A124D5C72B7}"/>
                </a:ext>
              </a:extLst>
            </p:cNvPr>
            <p:cNvSpPr/>
            <p:nvPr/>
          </p:nvSpPr>
          <p:spPr bwMode="ltGray">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3;p149">
              <a:extLst>
                <a:ext uri="{FF2B5EF4-FFF2-40B4-BE49-F238E27FC236}">
                  <a16:creationId xmlns:a16="http://schemas.microsoft.com/office/drawing/2014/main" id="{0F2E11CE-28C4-4A0D-9F19-BD25A22FC1A1}"/>
                </a:ext>
              </a:extLst>
            </p:cNvPr>
            <p:cNvSpPr/>
            <p:nvPr/>
          </p:nvSpPr>
          <p:spPr bwMode="ltGray">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7" name="Google Shape;1904;p149">
              <a:extLst>
                <a:ext uri="{FF2B5EF4-FFF2-40B4-BE49-F238E27FC236}">
                  <a16:creationId xmlns:a16="http://schemas.microsoft.com/office/drawing/2014/main" id="{A5518E8F-FC1C-4AC4-ABF7-337587256AE6}"/>
                </a:ext>
              </a:extLst>
            </p:cNvPr>
            <p:cNvSpPr/>
            <p:nvPr/>
          </p:nvSpPr>
          <p:spPr bwMode="ltGray">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8" name="Google Shape;1905;p149">
              <a:extLst>
                <a:ext uri="{FF2B5EF4-FFF2-40B4-BE49-F238E27FC236}">
                  <a16:creationId xmlns:a16="http://schemas.microsoft.com/office/drawing/2014/main" id="{021F8895-A07A-460B-A3C3-9C6601EB3DB0}"/>
                </a:ext>
              </a:extLst>
            </p:cNvPr>
            <p:cNvSpPr/>
            <p:nvPr/>
          </p:nvSpPr>
          <p:spPr bwMode="ltGray">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30" name="Date Placeholder 3">
            <a:extLst>
              <a:ext uri="{FF2B5EF4-FFF2-40B4-BE49-F238E27FC236}">
                <a16:creationId xmlns:a16="http://schemas.microsoft.com/office/drawing/2014/main" id="{86D5B906-0CEA-4C99-AA50-7CB759F203D3}"/>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31" name="TextBox 30">
            <a:extLst>
              <a:ext uri="{FF2B5EF4-FFF2-40B4-BE49-F238E27FC236}">
                <a16:creationId xmlns:a16="http://schemas.microsoft.com/office/drawing/2014/main" id="{C07F1C27-EB5E-459E-B732-4230AED1C477}"/>
              </a:ext>
            </a:extLst>
          </p:cNvPr>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sp>
        <p:nvSpPr>
          <p:cNvPr id="32" name="TextBox 31">
            <a:extLst>
              <a:ext uri="{FF2B5EF4-FFF2-40B4-BE49-F238E27FC236}">
                <a16:creationId xmlns:a16="http://schemas.microsoft.com/office/drawing/2014/main" id="{C8668AE3-7E5E-48DB-8883-B96B7334B5F9}"/>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
        <p:nvSpPr>
          <p:cNvPr id="33" name="5. Source" hidden="1">
            <a:extLst>
              <a:ext uri="{FF2B5EF4-FFF2-40B4-BE49-F238E27FC236}">
                <a16:creationId xmlns:a16="http://schemas.microsoft.com/office/drawing/2014/main" id="{FA8B767E-6E88-40AB-B6BD-9AAD90C04EFC}"/>
              </a:ext>
            </a:extLst>
          </p:cNvPr>
          <p:cNvSpPr txBox="1"/>
          <p:nvPr userDrawn="1">
            <p:custDataLst>
              <p:tags r:id="rId6"/>
            </p:custDataLst>
          </p:nvPr>
        </p:nvSpPr>
        <p:spPr>
          <a:xfrm>
            <a:off x="75674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34" name="1. On-page tracker">
            <a:extLst>
              <a:ext uri="{FF2B5EF4-FFF2-40B4-BE49-F238E27FC236}">
                <a16:creationId xmlns:a16="http://schemas.microsoft.com/office/drawing/2014/main" id="{34C65C8D-FCDC-4177-A38B-85790752F66C}"/>
              </a:ext>
            </a:extLst>
          </p:cNvPr>
          <p:cNvSpPr>
            <a:spLocks noGrp="1"/>
          </p:cNvSpPr>
          <p:nvPr>
            <p:ph type="body" sz="quarter" idx="10" hasCustomPrompt="1"/>
            <p:custDataLst>
              <p:tags r:id="rId7"/>
            </p:custDataLst>
          </p:nvPr>
        </p:nvSpPr>
        <p:spPr>
          <a:xfrm>
            <a:off x="756745" y="41597"/>
            <a:ext cx="2514600"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no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37536602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1"/>
            </p:custDataLst>
            <p:extLst>
              <p:ext uri="{D42A27DB-BD31-4B8C-83A1-F6EECF244321}">
                <p14:modId xmlns:p14="http://schemas.microsoft.com/office/powerpoint/2010/main" val="41055128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9D2CA90-0144-4292-9526-98A508F53171}"/>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4364736" y="0"/>
            <a:ext cx="7827264" cy="6858000"/>
          </a:xfrm>
          <a:prstGeom prst="rect">
            <a:avLst/>
          </a:prstGeom>
          <a:solidFill>
            <a:srgbClr val="D7F9E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endParaRPr lang="en-US">
              <a:solidFill>
                <a:srgbClr val="F0F0F0"/>
              </a:solidFill>
              <a:latin typeface="Arial" panose="020B0604020202020204" pitchFamily="34" charset="0"/>
            </a:endParaRPr>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4"/>
            </p:custDataLst>
          </p:nvPr>
        </p:nvSpPr>
        <p:spPr>
          <a:xfrm>
            <a:off x="756745" y="3659644"/>
            <a:ext cx="3465575"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b="0" baseline="0" dirty="0"/>
            </a:lvl1pPr>
          </a:lstStyle>
          <a:p>
            <a:pPr lvl="0">
              <a:buNone/>
            </a:pPr>
            <a:r>
              <a:rPr lang="en-US"/>
              <a:t>Click to edit Master subtitle style</a:t>
            </a:r>
          </a:p>
        </p:txBody>
      </p:sp>
      <p:sp>
        <p:nvSpPr>
          <p:cNvPr id="11" name="2. Slide Title">
            <a:extLst>
              <a:ext uri="{FF2B5EF4-FFF2-40B4-BE49-F238E27FC236}">
                <a16:creationId xmlns:a16="http://schemas.microsoft.com/office/drawing/2014/main" id="{B064DA18-FA54-43C0-B981-F306F40179F4}"/>
              </a:ext>
            </a:extLst>
          </p:cNvPr>
          <p:cNvSpPr>
            <a:spLocks noGrp="1"/>
          </p:cNvSpPr>
          <p:nvPr>
            <p:ph type="title"/>
            <p:custDataLst>
              <p:tags r:id="rId5"/>
            </p:custDataLst>
          </p:nvPr>
        </p:nvSpPr>
        <p:spPr>
          <a:xfrm>
            <a:off x="756745" y="2282704"/>
            <a:ext cx="3465575" cy="1231106"/>
          </a:xfrm>
          <a:prstGeom prst="rect">
            <a:avLst/>
          </a:prstGeom>
        </p:spPr>
        <p:txBody>
          <a:bodyPr vert="horz" wrap="square" lIns="0" tIns="0" rIns="0" bIns="0" rtlCol="0" anchor="b" anchorCtr="0">
            <a:spAutoFit/>
          </a:bodyPr>
          <a:lstStyle/>
          <a:p>
            <a:pPr lvl="0"/>
            <a:r>
              <a:rPr lang="en-US"/>
              <a:t>Click to edit Master title style</a:t>
            </a:r>
          </a:p>
        </p:txBody>
      </p:sp>
      <p:grpSp>
        <p:nvGrpSpPr>
          <p:cNvPr id="12" name="Deco">
            <a:extLst>
              <a:ext uri="{FF2B5EF4-FFF2-40B4-BE49-F238E27FC236}">
                <a16:creationId xmlns:a16="http://schemas.microsoft.com/office/drawing/2014/main" id="{C568AD8D-B664-4C84-B01D-DEE851712944}"/>
              </a:ext>
            </a:extLst>
          </p:cNvPr>
          <p:cNvGrpSpPr/>
          <p:nvPr userDrawn="1"/>
        </p:nvGrpSpPr>
        <p:grpSpPr bwMode="ltGray">
          <a:xfrm>
            <a:off x="10019832" y="-28841"/>
            <a:ext cx="2172168" cy="1289899"/>
            <a:chOff x="7006851" y="0"/>
            <a:chExt cx="2901252" cy="1725848"/>
          </a:xfrm>
        </p:grpSpPr>
        <p:sp>
          <p:nvSpPr>
            <p:cNvPr id="13" name="Google Shape;1893;p149">
              <a:extLst>
                <a:ext uri="{FF2B5EF4-FFF2-40B4-BE49-F238E27FC236}">
                  <a16:creationId xmlns:a16="http://schemas.microsoft.com/office/drawing/2014/main" id="{A63878F5-E39D-4C50-BFED-27B9C0618908}"/>
                </a:ext>
              </a:extLst>
            </p:cNvPr>
            <p:cNvSpPr/>
            <p:nvPr/>
          </p:nvSpPr>
          <p:spPr bwMode="ltGray">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4;p149">
              <a:extLst>
                <a:ext uri="{FF2B5EF4-FFF2-40B4-BE49-F238E27FC236}">
                  <a16:creationId xmlns:a16="http://schemas.microsoft.com/office/drawing/2014/main" id="{BB1B06A2-058B-467F-AA68-16543314D23D}"/>
                </a:ext>
              </a:extLst>
            </p:cNvPr>
            <p:cNvSpPr/>
            <p:nvPr/>
          </p:nvSpPr>
          <p:spPr bwMode="ltGray">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5;p149">
              <a:extLst>
                <a:ext uri="{FF2B5EF4-FFF2-40B4-BE49-F238E27FC236}">
                  <a16:creationId xmlns:a16="http://schemas.microsoft.com/office/drawing/2014/main" id="{C4458B5E-4C65-4707-965E-45E71FDA3DDA}"/>
                </a:ext>
              </a:extLst>
            </p:cNvPr>
            <p:cNvSpPr/>
            <p:nvPr/>
          </p:nvSpPr>
          <p:spPr bwMode="ltGray">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6" name="Google Shape;1896;p149">
              <a:extLst>
                <a:ext uri="{FF2B5EF4-FFF2-40B4-BE49-F238E27FC236}">
                  <a16:creationId xmlns:a16="http://schemas.microsoft.com/office/drawing/2014/main" id="{903FEA39-6894-4C15-BD1E-81DF129C00AC}"/>
                </a:ext>
              </a:extLst>
            </p:cNvPr>
            <p:cNvSpPr/>
            <p:nvPr/>
          </p:nvSpPr>
          <p:spPr bwMode="ltGray">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7;p149">
              <a:extLst>
                <a:ext uri="{FF2B5EF4-FFF2-40B4-BE49-F238E27FC236}">
                  <a16:creationId xmlns:a16="http://schemas.microsoft.com/office/drawing/2014/main" id="{949D0644-436F-4801-9266-3C04393D7322}"/>
                </a:ext>
              </a:extLst>
            </p:cNvPr>
            <p:cNvSpPr/>
            <p:nvPr/>
          </p:nvSpPr>
          <p:spPr bwMode="ltGray">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8;p149">
              <a:extLst>
                <a:ext uri="{FF2B5EF4-FFF2-40B4-BE49-F238E27FC236}">
                  <a16:creationId xmlns:a16="http://schemas.microsoft.com/office/drawing/2014/main" id="{0C1BED4A-5AA4-44BF-9C5B-22AE9DC6BF98}"/>
                </a:ext>
              </a:extLst>
            </p:cNvPr>
            <p:cNvSpPr/>
            <p:nvPr/>
          </p:nvSpPr>
          <p:spPr bwMode="ltGray">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899;p149">
              <a:extLst>
                <a:ext uri="{FF2B5EF4-FFF2-40B4-BE49-F238E27FC236}">
                  <a16:creationId xmlns:a16="http://schemas.microsoft.com/office/drawing/2014/main" id="{41718ABE-5707-42CF-AABA-0E8DABF2A53B}"/>
                </a:ext>
              </a:extLst>
            </p:cNvPr>
            <p:cNvSpPr/>
            <p:nvPr/>
          </p:nvSpPr>
          <p:spPr bwMode="ltGray">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0;p149">
              <a:extLst>
                <a:ext uri="{FF2B5EF4-FFF2-40B4-BE49-F238E27FC236}">
                  <a16:creationId xmlns:a16="http://schemas.microsoft.com/office/drawing/2014/main" id="{2CF3A46D-8D7E-4722-BB3A-6FF43B86237B}"/>
                </a:ext>
              </a:extLst>
            </p:cNvPr>
            <p:cNvSpPr/>
            <p:nvPr/>
          </p:nvSpPr>
          <p:spPr bwMode="ltGray">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1;p149">
              <a:extLst>
                <a:ext uri="{FF2B5EF4-FFF2-40B4-BE49-F238E27FC236}">
                  <a16:creationId xmlns:a16="http://schemas.microsoft.com/office/drawing/2014/main" id="{8131D651-B3C3-4A6E-B540-7E6CFE3A7DD7}"/>
                </a:ext>
              </a:extLst>
            </p:cNvPr>
            <p:cNvSpPr/>
            <p:nvPr/>
          </p:nvSpPr>
          <p:spPr bwMode="ltGray">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2;p149">
              <a:extLst>
                <a:ext uri="{FF2B5EF4-FFF2-40B4-BE49-F238E27FC236}">
                  <a16:creationId xmlns:a16="http://schemas.microsoft.com/office/drawing/2014/main" id="{413F4604-62BB-47BE-AF85-DD1CDDF68696}"/>
                </a:ext>
              </a:extLst>
            </p:cNvPr>
            <p:cNvSpPr/>
            <p:nvPr/>
          </p:nvSpPr>
          <p:spPr bwMode="ltGray">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3;p149">
              <a:extLst>
                <a:ext uri="{FF2B5EF4-FFF2-40B4-BE49-F238E27FC236}">
                  <a16:creationId xmlns:a16="http://schemas.microsoft.com/office/drawing/2014/main" id="{0C93DEE7-4AF3-4D84-9724-77EC6535171E}"/>
                </a:ext>
              </a:extLst>
            </p:cNvPr>
            <p:cNvSpPr/>
            <p:nvPr/>
          </p:nvSpPr>
          <p:spPr bwMode="ltGray">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7" name="Google Shape;1904;p149">
              <a:extLst>
                <a:ext uri="{FF2B5EF4-FFF2-40B4-BE49-F238E27FC236}">
                  <a16:creationId xmlns:a16="http://schemas.microsoft.com/office/drawing/2014/main" id="{5B99D4E4-D50F-4798-AAC0-DD5CD1EBBC1E}"/>
                </a:ext>
              </a:extLst>
            </p:cNvPr>
            <p:cNvSpPr/>
            <p:nvPr/>
          </p:nvSpPr>
          <p:spPr bwMode="ltGray">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8" name="Google Shape;1905;p149">
              <a:extLst>
                <a:ext uri="{FF2B5EF4-FFF2-40B4-BE49-F238E27FC236}">
                  <a16:creationId xmlns:a16="http://schemas.microsoft.com/office/drawing/2014/main" id="{36864722-3DA9-4556-B617-14126A021379}"/>
                </a:ext>
              </a:extLst>
            </p:cNvPr>
            <p:cNvSpPr/>
            <p:nvPr/>
          </p:nvSpPr>
          <p:spPr bwMode="ltGray">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30" name="Date Placeholder 3">
            <a:extLst>
              <a:ext uri="{FF2B5EF4-FFF2-40B4-BE49-F238E27FC236}">
                <a16:creationId xmlns:a16="http://schemas.microsoft.com/office/drawing/2014/main" id="{93CF6D49-8EA7-47BF-825E-DA55C9DFF709}"/>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31" name="TextBox 30">
            <a:extLst>
              <a:ext uri="{FF2B5EF4-FFF2-40B4-BE49-F238E27FC236}">
                <a16:creationId xmlns:a16="http://schemas.microsoft.com/office/drawing/2014/main" id="{398E9963-765B-4D90-8DA4-3DE45481B43D}"/>
              </a:ext>
            </a:extLst>
          </p:cNvPr>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sp>
        <p:nvSpPr>
          <p:cNvPr id="32" name="TextBox 31">
            <a:extLst>
              <a:ext uri="{FF2B5EF4-FFF2-40B4-BE49-F238E27FC236}">
                <a16:creationId xmlns:a16="http://schemas.microsoft.com/office/drawing/2014/main" id="{67DC9D15-3574-4F7A-AEAE-CFFE08C35F3D}"/>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
        <p:nvSpPr>
          <p:cNvPr id="33" name="5. Source" hidden="1">
            <a:extLst>
              <a:ext uri="{FF2B5EF4-FFF2-40B4-BE49-F238E27FC236}">
                <a16:creationId xmlns:a16="http://schemas.microsoft.com/office/drawing/2014/main" id="{F0B9267C-5F7E-459B-8B03-1BD68D8E47AD}"/>
              </a:ext>
            </a:extLst>
          </p:cNvPr>
          <p:cNvSpPr txBox="1"/>
          <p:nvPr userDrawn="1">
            <p:custDataLst>
              <p:tags r:id="rId6"/>
            </p:custDataLst>
          </p:nvPr>
        </p:nvSpPr>
        <p:spPr>
          <a:xfrm>
            <a:off x="75674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34" name="1. On-page tracker">
            <a:extLst>
              <a:ext uri="{FF2B5EF4-FFF2-40B4-BE49-F238E27FC236}">
                <a16:creationId xmlns:a16="http://schemas.microsoft.com/office/drawing/2014/main" id="{6FC35656-9B8E-49E3-86D6-012B205466EE}"/>
              </a:ext>
            </a:extLst>
          </p:cNvPr>
          <p:cNvSpPr>
            <a:spLocks noGrp="1"/>
          </p:cNvSpPr>
          <p:nvPr>
            <p:ph type="body" sz="quarter" idx="10" hasCustomPrompt="1"/>
            <p:custDataLst>
              <p:tags r:id="rId7"/>
            </p:custDataLst>
          </p:nvPr>
        </p:nvSpPr>
        <p:spPr>
          <a:xfrm>
            <a:off x="756746" y="41597"/>
            <a:ext cx="3465575"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303003162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382453576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1725BD87-3C3D-45F6-BBCF-F06FD867659F}"/>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6092952" y="0"/>
            <a:ext cx="6099048" cy="6858000"/>
          </a:xfrm>
          <a:prstGeom prst="rect">
            <a:avLst/>
          </a:prstGeom>
          <a:solidFill>
            <a:srgbClr val="D7F9E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endParaRPr lang="en-US">
              <a:solidFill>
                <a:srgbClr val="F0F0F0"/>
              </a:solidFill>
              <a:latin typeface="Arial" panose="020B0604020202020204" pitchFamily="34" charset="0"/>
            </a:endParaRPr>
          </a:p>
        </p:txBody>
      </p:sp>
      <p:grpSp>
        <p:nvGrpSpPr>
          <p:cNvPr id="11" name="Deco">
            <a:extLst>
              <a:ext uri="{FF2B5EF4-FFF2-40B4-BE49-F238E27FC236}">
                <a16:creationId xmlns:a16="http://schemas.microsoft.com/office/drawing/2014/main" id="{906655F1-8523-417C-A638-BC8F81C34229}"/>
              </a:ext>
            </a:extLst>
          </p:cNvPr>
          <p:cNvGrpSpPr/>
          <p:nvPr userDrawn="1"/>
        </p:nvGrpSpPr>
        <p:grpSpPr bwMode="ltGray">
          <a:xfrm>
            <a:off x="10019832" y="-28841"/>
            <a:ext cx="2172168" cy="1289899"/>
            <a:chOff x="7006851" y="0"/>
            <a:chExt cx="2901252" cy="1725848"/>
          </a:xfrm>
        </p:grpSpPr>
        <p:sp>
          <p:nvSpPr>
            <p:cNvPr id="12" name="Google Shape;1893;p149">
              <a:extLst>
                <a:ext uri="{FF2B5EF4-FFF2-40B4-BE49-F238E27FC236}">
                  <a16:creationId xmlns:a16="http://schemas.microsoft.com/office/drawing/2014/main" id="{5A35BFB2-315B-44F0-8032-91026DE05288}"/>
                </a:ext>
              </a:extLst>
            </p:cNvPr>
            <p:cNvSpPr/>
            <p:nvPr/>
          </p:nvSpPr>
          <p:spPr bwMode="ltGray">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3" name="Google Shape;1894;p149">
              <a:extLst>
                <a:ext uri="{FF2B5EF4-FFF2-40B4-BE49-F238E27FC236}">
                  <a16:creationId xmlns:a16="http://schemas.microsoft.com/office/drawing/2014/main" id="{47D3D8B1-477C-461A-BAAA-7CFAF1A2D5AB}"/>
                </a:ext>
              </a:extLst>
            </p:cNvPr>
            <p:cNvSpPr/>
            <p:nvPr/>
          </p:nvSpPr>
          <p:spPr bwMode="ltGray">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5;p149">
              <a:extLst>
                <a:ext uri="{FF2B5EF4-FFF2-40B4-BE49-F238E27FC236}">
                  <a16:creationId xmlns:a16="http://schemas.microsoft.com/office/drawing/2014/main" id="{CE48A993-5B49-4982-9846-DAB2BE30E409}"/>
                </a:ext>
              </a:extLst>
            </p:cNvPr>
            <p:cNvSpPr/>
            <p:nvPr/>
          </p:nvSpPr>
          <p:spPr bwMode="ltGray">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6;p149">
              <a:extLst>
                <a:ext uri="{FF2B5EF4-FFF2-40B4-BE49-F238E27FC236}">
                  <a16:creationId xmlns:a16="http://schemas.microsoft.com/office/drawing/2014/main" id="{C3AB44D1-DB0C-4902-925F-5625808B20C4}"/>
                </a:ext>
              </a:extLst>
            </p:cNvPr>
            <p:cNvSpPr/>
            <p:nvPr/>
          </p:nvSpPr>
          <p:spPr bwMode="ltGray">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6" name="Google Shape;1897;p149">
              <a:extLst>
                <a:ext uri="{FF2B5EF4-FFF2-40B4-BE49-F238E27FC236}">
                  <a16:creationId xmlns:a16="http://schemas.microsoft.com/office/drawing/2014/main" id="{B9162F4E-D33E-402F-B780-3584D6B3DF5D}"/>
                </a:ext>
              </a:extLst>
            </p:cNvPr>
            <p:cNvSpPr/>
            <p:nvPr/>
          </p:nvSpPr>
          <p:spPr bwMode="ltGray">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8;p149">
              <a:extLst>
                <a:ext uri="{FF2B5EF4-FFF2-40B4-BE49-F238E27FC236}">
                  <a16:creationId xmlns:a16="http://schemas.microsoft.com/office/drawing/2014/main" id="{9F4EE8D0-91B3-4295-83A6-2EA3A598C533}"/>
                </a:ext>
              </a:extLst>
            </p:cNvPr>
            <p:cNvSpPr/>
            <p:nvPr/>
          </p:nvSpPr>
          <p:spPr bwMode="ltGray">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899;p149">
              <a:extLst>
                <a:ext uri="{FF2B5EF4-FFF2-40B4-BE49-F238E27FC236}">
                  <a16:creationId xmlns:a16="http://schemas.microsoft.com/office/drawing/2014/main" id="{E7794EC0-9B68-43DF-BB95-0B3DF37D035F}"/>
                </a:ext>
              </a:extLst>
            </p:cNvPr>
            <p:cNvSpPr/>
            <p:nvPr/>
          </p:nvSpPr>
          <p:spPr bwMode="ltGray">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0;p149">
              <a:extLst>
                <a:ext uri="{FF2B5EF4-FFF2-40B4-BE49-F238E27FC236}">
                  <a16:creationId xmlns:a16="http://schemas.microsoft.com/office/drawing/2014/main" id="{B743A60C-77CA-4630-A147-BF4C4E47A33E}"/>
                </a:ext>
              </a:extLst>
            </p:cNvPr>
            <p:cNvSpPr/>
            <p:nvPr/>
          </p:nvSpPr>
          <p:spPr bwMode="ltGray">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1;p149">
              <a:extLst>
                <a:ext uri="{FF2B5EF4-FFF2-40B4-BE49-F238E27FC236}">
                  <a16:creationId xmlns:a16="http://schemas.microsoft.com/office/drawing/2014/main" id="{B5A9622B-A5F1-4391-9C3D-C3936DA0C7B1}"/>
                </a:ext>
              </a:extLst>
            </p:cNvPr>
            <p:cNvSpPr/>
            <p:nvPr/>
          </p:nvSpPr>
          <p:spPr bwMode="ltGray">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2;p149">
              <a:extLst>
                <a:ext uri="{FF2B5EF4-FFF2-40B4-BE49-F238E27FC236}">
                  <a16:creationId xmlns:a16="http://schemas.microsoft.com/office/drawing/2014/main" id="{653BFCD9-A74D-4848-8AFF-599C2A8FA6DE}"/>
                </a:ext>
              </a:extLst>
            </p:cNvPr>
            <p:cNvSpPr/>
            <p:nvPr/>
          </p:nvSpPr>
          <p:spPr bwMode="ltGray">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3;p149">
              <a:extLst>
                <a:ext uri="{FF2B5EF4-FFF2-40B4-BE49-F238E27FC236}">
                  <a16:creationId xmlns:a16="http://schemas.microsoft.com/office/drawing/2014/main" id="{AEE06504-EEF4-42CE-B15B-3A31F946A5AA}"/>
                </a:ext>
              </a:extLst>
            </p:cNvPr>
            <p:cNvSpPr/>
            <p:nvPr/>
          </p:nvSpPr>
          <p:spPr bwMode="ltGray">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7" name="Google Shape;1904;p149">
              <a:extLst>
                <a:ext uri="{FF2B5EF4-FFF2-40B4-BE49-F238E27FC236}">
                  <a16:creationId xmlns:a16="http://schemas.microsoft.com/office/drawing/2014/main" id="{CADC754E-7B33-47F2-846B-FB5D459BA5F1}"/>
                </a:ext>
              </a:extLst>
            </p:cNvPr>
            <p:cNvSpPr/>
            <p:nvPr/>
          </p:nvSpPr>
          <p:spPr bwMode="ltGray">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8" name="Google Shape;1905;p149">
              <a:extLst>
                <a:ext uri="{FF2B5EF4-FFF2-40B4-BE49-F238E27FC236}">
                  <a16:creationId xmlns:a16="http://schemas.microsoft.com/office/drawing/2014/main" id="{1746A80B-2B88-412A-BCF8-A0DE2D67E055}"/>
                </a:ext>
              </a:extLst>
            </p:cNvPr>
            <p:cNvSpPr/>
            <p:nvPr/>
          </p:nvSpPr>
          <p:spPr bwMode="ltGray">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30" name="Date Placeholder 3">
            <a:extLst>
              <a:ext uri="{FF2B5EF4-FFF2-40B4-BE49-F238E27FC236}">
                <a16:creationId xmlns:a16="http://schemas.microsoft.com/office/drawing/2014/main" id="{7132FD36-26E5-4CFC-AC41-605E1DF4B703}"/>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31" name="TextBox 30">
            <a:extLst>
              <a:ext uri="{FF2B5EF4-FFF2-40B4-BE49-F238E27FC236}">
                <a16:creationId xmlns:a16="http://schemas.microsoft.com/office/drawing/2014/main" id="{EA6344C7-5ED6-43A8-8711-01D1F26F9E0A}"/>
              </a:ext>
            </a:extLst>
          </p:cNvPr>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sp>
        <p:nvSpPr>
          <p:cNvPr id="32" name="TextBox 31">
            <a:extLst>
              <a:ext uri="{FF2B5EF4-FFF2-40B4-BE49-F238E27FC236}">
                <a16:creationId xmlns:a16="http://schemas.microsoft.com/office/drawing/2014/main" id="{DA77E53B-96EA-43DF-BD39-2E5FAB3CC7D0}"/>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
        <p:nvSpPr>
          <p:cNvPr id="33" name="5. Source" hidden="1">
            <a:extLst>
              <a:ext uri="{FF2B5EF4-FFF2-40B4-BE49-F238E27FC236}">
                <a16:creationId xmlns:a16="http://schemas.microsoft.com/office/drawing/2014/main" id="{9E14D127-F426-43D6-9EEE-9C285C2ADEB0}"/>
              </a:ext>
            </a:extLst>
          </p:cNvPr>
          <p:cNvSpPr txBox="1"/>
          <p:nvPr userDrawn="1">
            <p:custDataLst>
              <p:tags r:id="rId4"/>
            </p:custDataLst>
          </p:nvPr>
        </p:nvSpPr>
        <p:spPr>
          <a:xfrm>
            <a:off x="75674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34" name="1. On-page tracker">
            <a:extLst>
              <a:ext uri="{FF2B5EF4-FFF2-40B4-BE49-F238E27FC236}">
                <a16:creationId xmlns:a16="http://schemas.microsoft.com/office/drawing/2014/main" id="{E2AFC56B-13D1-4FDD-A656-4B28C170E594}"/>
              </a:ext>
            </a:extLst>
          </p:cNvPr>
          <p:cNvSpPr>
            <a:spLocks noGrp="1"/>
          </p:cNvSpPr>
          <p:nvPr>
            <p:ph type="body" sz="quarter" idx="10" hasCustomPrompt="1"/>
            <p:custDataLst>
              <p:tags r:id="rId5"/>
            </p:custDataLst>
          </p:nvPr>
        </p:nvSpPr>
        <p:spPr>
          <a:xfrm>
            <a:off x="75674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35" name="3. Subtitle">
            <a:extLst>
              <a:ext uri="{FF2B5EF4-FFF2-40B4-BE49-F238E27FC236}">
                <a16:creationId xmlns:a16="http://schemas.microsoft.com/office/drawing/2014/main" id="{C60088D9-C330-45C3-9E69-0E342A7D418C}"/>
              </a:ext>
            </a:extLst>
          </p:cNvPr>
          <p:cNvSpPr>
            <a:spLocks noGrp="1"/>
          </p:cNvSpPr>
          <p:nvPr>
            <p:ph type="subTitle" idx="1"/>
            <p:custDataLst>
              <p:tags r:id="rId6"/>
            </p:custDataLst>
          </p:nvPr>
        </p:nvSpPr>
        <p:spPr>
          <a:xfrm>
            <a:off x="756746" y="945582"/>
            <a:ext cx="5051388"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b="0" baseline="0" dirty="0"/>
            </a:lvl1pPr>
          </a:lstStyle>
          <a:p>
            <a:pPr lvl="0">
              <a:buNone/>
            </a:pPr>
            <a:r>
              <a:rPr lang="en-US"/>
              <a:t>Click to edit Master subtitle style</a:t>
            </a:r>
          </a:p>
        </p:txBody>
      </p:sp>
      <p:sp>
        <p:nvSpPr>
          <p:cNvPr id="36" name="2. Slide Title">
            <a:extLst>
              <a:ext uri="{FF2B5EF4-FFF2-40B4-BE49-F238E27FC236}">
                <a16:creationId xmlns:a16="http://schemas.microsoft.com/office/drawing/2014/main" id="{0385599C-BA81-4381-9648-A69491B447FE}"/>
              </a:ext>
            </a:extLst>
          </p:cNvPr>
          <p:cNvSpPr>
            <a:spLocks noGrp="1"/>
          </p:cNvSpPr>
          <p:nvPr>
            <p:ph type="title"/>
            <p:custDataLst>
              <p:tags r:id="rId7"/>
            </p:custDataLst>
          </p:nvPr>
        </p:nvSpPr>
        <p:spPr>
          <a:xfrm>
            <a:off x="756746" y="317139"/>
            <a:ext cx="505138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000" baseline="0" dirty="0"/>
            </a:lvl1pPr>
          </a:lstStyle>
          <a:p>
            <a:pPr lvl="0"/>
            <a:r>
              <a:rPr lang="en-US"/>
              <a:t>Click to edit Master title style</a:t>
            </a:r>
          </a:p>
        </p:txBody>
      </p:sp>
    </p:spTree>
    <p:extLst>
      <p:ext uri="{BB962C8B-B14F-4D97-AF65-F5344CB8AC3E}">
        <p14:creationId xmlns:p14="http://schemas.microsoft.com/office/powerpoint/2010/main" val="38355150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1"/>
            </p:custDataLst>
            <p:extLst>
              <p:ext uri="{D42A27DB-BD31-4B8C-83A1-F6EECF244321}">
                <p14:modId xmlns:p14="http://schemas.microsoft.com/office/powerpoint/2010/main" val="272212097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572" imgH="588" progId="TCLayout.ActiveDocument.1">
                  <p:embed/>
                </p:oleObj>
              </mc:Choice>
              <mc:Fallback>
                <p:oleObj name="think-cell Slide" r:id="rId9"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D668F04-7049-40BA-8D63-D8BBB6921318}"/>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7830312" y="0"/>
            <a:ext cx="4361688" cy="6858000"/>
          </a:xfrm>
          <a:prstGeom prst="rect">
            <a:avLst/>
          </a:prstGeom>
          <a:solidFill>
            <a:srgbClr val="D7F9E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endParaRPr lang="en-US">
              <a:solidFill>
                <a:srgbClr val="F0F0F0"/>
              </a:solidFill>
              <a:latin typeface="Arial" panose="020B0604020202020204" pitchFamily="34" charset="0"/>
            </a:endParaRPr>
          </a:p>
        </p:txBody>
      </p:sp>
      <p:grpSp>
        <p:nvGrpSpPr>
          <p:cNvPr id="11" name="Deco">
            <a:extLst>
              <a:ext uri="{FF2B5EF4-FFF2-40B4-BE49-F238E27FC236}">
                <a16:creationId xmlns:a16="http://schemas.microsoft.com/office/drawing/2014/main" id="{F8222C47-9437-4A07-8D7B-6FA2E9AA3AF0}"/>
              </a:ext>
            </a:extLst>
          </p:cNvPr>
          <p:cNvGrpSpPr/>
          <p:nvPr userDrawn="1"/>
        </p:nvGrpSpPr>
        <p:grpSpPr bwMode="ltGray">
          <a:xfrm>
            <a:off x="10019832" y="-28841"/>
            <a:ext cx="2172168" cy="1289899"/>
            <a:chOff x="7006851" y="0"/>
            <a:chExt cx="2901252" cy="1725848"/>
          </a:xfrm>
        </p:grpSpPr>
        <p:sp>
          <p:nvSpPr>
            <p:cNvPr id="12" name="Google Shape;1893;p149">
              <a:extLst>
                <a:ext uri="{FF2B5EF4-FFF2-40B4-BE49-F238E27FC236}">
                  <a16:creationId xmlns:a16="http://schemas.microsoft.com/office/drawing/2014/main" id="{A54B6BFF-3C28-4FEB-8A91-B42F07A1D67E}"/>
                </a:ext>
              </a:extLst>
            </p:cNvPr>
            <p:cNvSpPr/>
            <p:nvPr/>
          </p:nvSpPr>
          <p:spPr bwMode="ltGray">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3" name="Google Shape;1894;p149">
              <a:extLst>
                <a:ext uri="{FF2B5EF4-FFF2-40B4-BE49-F238E27FC236}">
                  <a16:creationId xmlns:a16="http://schemas.microsoft.com/office/drawing/2014/main" id="{FCB72A73-E453-4D5F-8190-D99E79725E66}"/>
                </a:ext>
              </a:extLst>
            </p:cNvPr>
            <p:cNvSpPr/>
            <p:nvPr/>
          </p:nvSpPr>
          <p:spPr bwMode="ltGray">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5;p149">
              <a:extLst>
                <a:ext uri="{FF2B5EF4-FFF2-40B4-BE49-F238E27FC236}">
                  <a16:creationId xmlns:a16="http://schemas.microsoft.com/office/drawing/2014/main" id="{8554BB28-70F5-4B99-A3A0-5E05CE10C8D1}"/>
                </a:ext>
              </a:extLst>
            </p:cNvPr>
            <p:cNvSpPr/>
            <p:nvPr/>
          </p:nvSpPr>
          <p:spPr bwMode="ltGray">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6;p149">
              <a:extLst>
                <a:ext uri="{FF2B5EF4-FFF2-40B4-BE49-F238E27FC236}">
                  <a16:creationId xmlns:a16="http://schemas.microsoft.com/office/drawing/2014/main" id="{DB8F380D-2C65-4534-BD7C-1CFC4CE97E4B}"/>
                </a:ext>
              </a:extLst>
            </p:cNvPr>
            <p:cNvSpPr/>
            <p:nvPr/>
          </p:nvSpPr>
          <p:spPr bwMode="ltGray">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6" name="Google Shape;1897;p149">
              <a:extLst>
                <a:ext uri="{FF2B5EF4-FFF2-40B4-BE49-F238E27FC236}">
                  <a16:creationId xmlns:a16="http://schemas.microsoft.com/office/drawing/2014/main" id="{72546AF2-D40A-4B89-850E-83FC5ADFA08D}"/>
                </a:ext>
              </a:extLst>
            </p:cNvPr>
            <p:cNvSpPr/>
            <p:nvPr/>
          </p:nvSpPr>
          <p:spPr bwMode="ltGray">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8;p149">
              <a:extLst>
                <a:ext uri="{FF2B5EF4-FFF2-40B4-BE49-F238E27FC236}">
                  <a16:creationId xmlns:a16="http://schemas.microsoft.com/office/drawing/2014/main" id="{31029E2B-1878-41D7-B143-D1C12B3C7264}"/>
                </a:ext>
              </a:extLst>
            </p:cNvPr>
            <p:cNvSpPr/>
            <p:nvPr/>
          </p:nvSpPr>
          <p:spPr bwMode="ltGray">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899;p149">
              <a:extLst>
                <a:ext uri="{FF2B5EF4-FFF2-40B4-BE49-F238E27FC236}">
                  <a16:creationId xmlns:a16="http://schemas.microsoft.com/office/drawing/2014/main" id="{3D30E6FF-9C9D-49AB-8D2E-605205EE3CA2}"/>
                </a:ext>
              </a:extLst>
            </p:cNvPr>
            <p:cNvSpPr/>
            <p:nvPr/>
          </p:nvSpPr>
          <p:spPr bwMode="ltGray">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0;p149">
              <a:extLst>
                <a:ext uri="{FF2B5EF4-FFF2-40B4-BE49-F238E27FC236}">
                  <a16:creationId xmlns:a16="http://schemas.microsoft.com/office/drawing/2014/main" id="{1B289E24-4D9C-423E-95F7-DEE56E85AD81}"/>
                </a:ext>
              </a:extLst>
            </p:cNvPr>
            <p:cNvSpPr/>
            <p:nvPr/>
          </p:nvSpPr>
          <p:spPr bwMode="ltGray">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1;p149">
              <a:extLst>
                <a:ext uri="{FF2B5EF4-FFF2-40B4-BE49-F238E27FC236}">
                  <a16:creationId xmlns:a16="http://schemas.microsoft.com/office/drawing/2014/main" id="{55795163-A6C0-44F8-94BA-19110DFF9EF3}"/>
                </a:ext>
              </a:extLst>
            </p:cNvPr>
            <p:cNvSpPr/>
            <p:nvPr/>
          </p:nvSpPr>
          <p:spPr bwMode="ltGray">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2;p149">
              <a:extLst>
                <a:ext uri="{FF2B5EF4-FFF2-40B4-BE49-F238E27FC236}">
                  <a16:creationId xmlns:a16="http://schemas.microsoft.com/office/drawing/2014/main" id="{A965D365-5BA4-4EAB-9E43-7A795E3322FD}"/>
                </a:ext>
              </a:extLst>
            </p:cNvPr>
            <p:cNvSpPr/>
            <p:nvPr/>
          </p:nvSpPr>
          <p:spPr bwMode="ltGray">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3;p149">
              <a:extLst>
                <a:ext uri="{FF2B5EF4-FFF2-40B4-BE49-F238E27FC236}">
                  <a16:creationId xmlns:a16="http://schemas.microsoft.com/office/drawing/2014/main" id="{2700681A-E0D5-4EB3-AA41-0C6CA64DD97C}"/>
                </a:ext>
              </a:extLst>
            </p:cNvPr>
            <p:cNvSpPr/>
            <p:nvPr/>
          </p:nvSpPr>
          <p:spPr bwMode="ltGray">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7" name="Google Shape;1904;p149">
              <a:extLst>
                <a:ext uri="{FF2B5EF4-FFF2-40B4-BE49-F238E27FC236}">
                  <a16:creationId xmlns:a16="http://schemas.microsoft.com/office/drawing/2014/main" id="{458F4610-23B2-4ADF-B171-CBC160C915D5}"/>
                </a:ext>
              </a:extLst>
            </p:cNvPr>
            <p:cNvSpPr/>
            <p:nvPr/>
          </p:nvSpPr>
          <p:spPr bwMode="ltGray">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8" name="Google Shape;1905;p149">
              <a:extLst>
                <a:ext uri="{FF2B5EF4-FFF2-40B4-BE49-F238E27FC236}">
                  <a16:creationId xmlns:a16="http://schemas.microsoft.com/office/drawing/2014/main" id="{D790B528-6F85-4BBE-AE0A-C0C6E5E0F291}"/>
                </a:ext>
              </a:extLst>
            </p:cNvPr>
            <p:cNvSpPr/>
            <p:nvPr/>
          </p:nvSpPr>
          <p:spPr bwMode="ltGray">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30" name="Date Placeholder 3">
            <a:extLst>
              <a:ext uri="{FF2B5EF4-FFF2-40B4-BE49-F238E27FC236}">
                <a16:creationId xmlns:a16="http://schemas.microsoft.com/office/drawing/2014/main" id="{309D39CA-BA34-49CE-92A2-CEE325965B7A}"/>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31" name="TextBox 30">
            <a:extLst>
              <a:ext uri="{FF2B5EF4-FFF2-40B4-BE49-F238E27FC236}">
                <a16:creationId xmlns:a16="http://schemas.microsoft.com/office/drawing/2014/main" id="{63FDD690-8247-4354-96E7-A370DEB45D53}"/>
              </a:ext>
            </a:extLst>
          </p:cNvPr>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sp>
        <p:nvSpPr>
          <p:cNvPr id="32" name="TextBox 31">
            <a:extLst>
              <a:ext uri="{FF2B5EF4-FFF2-40B4-BE49-F238E27FC236}">
                <a16:creationId xmlns:a16="http://schemas.microsoft.com/office/drawing/2014/main" id="{AC4873F0-E5DE-48B1-BAF3-B34A982283E3}"/>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
        <p:nvSpPr>
          <p:cNvPr id="33" name="5. Source" hidden="1">
            <a:extLst>
              <a:ext uri="{FF2B5EF4-FFF2-40B4-BE49-F238E27FC236}">
                <a16:creationId xmlns:a16="http://schemas.microsoft.com/office/drawing/2014/main" id="{0A13C9DC-D522-48EE-BC14-40AE61DEA022}"/>
              </a:ext>
            </a:extLst>
          </p:cNvPr>
          <p:cNvSpPr txBox="1">
            <a:spLocks/>
          </p:cNvSpPr>
          <p:nvPr userDrawn="1">
            <p:custDataLst>
              <p:tags r:id="rId4"/>
            </p:custDataLst>
          </p:nvPr>
        </p:nvSpPr>
        <p:spPr>
          <a:xfrm>
            <a:off x="756745" y="6501669"/>
            <a:ext cx="6787054"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no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34" name="1. On-page tracker">
            <a:extLst>
              <a:ext uri="{FF2B5EF4-FFF2-40B4-BE49-F238E27FC236}">
                <a16:creationId xmlns:a16="http://schemas.microsoft.com/office/drawing/2014/main" id="{9A4DA73A-946C-4C81-B031-34A6A5E0D3E6}"/>
              </a:ext>
            </a:extLst>
          </p:cNvPr>
          <p:cNvSpPr>
            <a:spLocks noGrp="1"/>
          </p:cNvSpPr>
          <p:nvPr>
            <p:ph type="body" sz="quarter" idx="10" hasCustomPrompt="1"/>
            <p:custDataLst>
              <p:tags r:id="rId5"/>
            </p:custDataLst>
          </p:nvPr>
        </p:nvSpPr>
        <p:spPr>
          <a:xfrm>
            <a:off x="75674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35" name="3. Subtitle">
            <a:extLst>
              <a:ext uri="{FF2B5EF4-FFF2-40B4-BE49-F238E27FC236}">
                <a16:creationId xmlns:a16="http://schemas.microsoft.com/office/drawing/2014/main" id="{1A718F5F-80D6-45A8-84DD-2CF743604D57}"/>
              </a:ext>
            </a:extLst>
          </p:cNvPr>
          <p:cNvSpPr>
            <a:spLocks noGrp="1"/>
          </p:cNvSpPr>
          <p:nvPr>
            <p:ph type="subTitle" idx="1"/>
            <p:custDataLst>
              <p:tags r:id="rId6"/>
            </p:custDataLst>
          </p:nvPr>
        </p:nvSpPr>
        <p:spPr>
          <a:xfrm>
            <a:off x="756746" y="945582"/>
            <a:ext cx="6787054"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noAutofit/>
          </a:bodyPr>
          <a:lstStyle>
            <a:lvl1pPr>
              <a:defRPr lang="en-US" sz="2000" b="0" baseline="0" dirty="0"/>
            </a:lvl1pPr>
          </a:lstStyle>
          <a:p>
            <a:pPr lvl="0">
              <a:buNone/>
            </a:pPr>
            <a:r>
              <a:rPr lang="en-US"/>
              <a:t>Click to edit Master subtitle style</a:t>
            </a:r>
          </a:p>
        </p:txBody>
      </p:sp>
      <p:sp>
        <p:nvSpPr>
          <p:cNvPr id="36" name="2. Slide Title">
            <a:extLst>
              <a:ext uri="{FF2B5EF4-FFF2-40B4-BE49-F238E27FC236}">
                <a16:creationId xmlns:a16="http://schemas.microsoft.com/office/drawing/2014/main" id="{925FD136-1DEE-410A-85C5-FAE7B62C17E0}"/>
              </a:ext>
            </a:extLst>
          </p:cNvPr>
          <p:cNvSpPr>
            <a:spLocks noGrp="1"/>
          </p:cNvSpPr>
          <p:nvPr>
            <p:ph type="title"/>
            <p:custDataLst>
              <p:tags r:id="rId7"/>
            </p:custDataLst>
          </p:nvPr>
        </p:nvSpPr>
        <p:spPr>
          <a:xfrm>
            <a:off x="756746" y="317139"/>
            <a:ext cx="6787054"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noAutofit/>
          </a:bodyPr>
          <a:lstStyle>
            <a:lvl1pPr>
              <a:defRPr lang="en-US" sz="4000" baseline="0" dirty="0"/>
            </a:lvl1pPr>
          </a:lstStyle>
          <a:p>
            <a:pPr lvl="0"/>
            <a:r>
              <a:rPr lang="en-US"/>
              <a:t>Click to edit Master title style</a:t>
            </a:r>
          </a:p>
        </p:txBody>
      </p:sp>
    </p:spTree>
    <p:extLst>
      <p:ext uri="{BB962C8B-B14F-4D97-AF65-F5344CB8AC3E}">
        <p14:creationId xmlns:p14="http://schemas.microsoft.com/office/powerpoint/2010/main" val="218095799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371320686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6" hidden="1">
                        <a:extLst>
                          <a:ext uri="{FF2B5EF4-FFF2-40B4-BE49-F238E27FC236}">
                            <a16:creationId xmlns:a16="http://schemas.microsoft.com/office/drawing/2014/main" id="{9F7114D8-6025-4386-BA96-B034FE6B3CDB}"/>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50854476-2923-4515-A585-4477FF861180}"/>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3"/>
            </p:custDataLst>
          </p:nvPr>
        </p:nvSpPr>
        <p:spPr bwMode="ltGray">
          <a:xfrm>
            <a:off x="8781416" y="0"/>
            <a:ext cx="3410584" cy="6858000"/>
          </a:xfrm>
          <a:prstGeom prst="rect">
            <a:avLst/>
          </a:prstGeom>
          <a:solidFill>
            <a:srgbClr val="D7F9E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lvl="0" algn="ctr"/>
            <a:endParaRPr lang="en-US" noProof="0">
              <a:solidFill>
                <a:srgbClr val="F0F0F0"/>
              </a:solidFill>
              <a:latin typeface="Arial" panose="020B0604020202020204" pitchFamily="34" charset="0"/>
            </a:endParaRPr>
          </a:p>
        </p:txBody>
      </p:sp>
      <p:grpSp>
        <p:nvGrpSpPr>
          <p:cNvPr id="11" name="Deco">
            <a:extLst>
              <a:ext uri="{FF2B5EF4-FFF2-40B4-BE49-F238E27FC236}">
                <a16:creationId xmlns:a16="http://schemas.microsoft.com/office/drawing/2014/main" id="{25BF8ECA-8D46-44D1-925A-DC779AD39F02}"/>
              </a:ext>
            </a:extLst>
          </p:cNvPr>
          <p:cNvGrpSpPr/>
          <p:nvPr userDrawn="1"/>
        </p:nvGrpSpPr>
        <p:grpSpPr bwMode="ltGray">
          <a:xfrm>
            <a:off x="10019832" y="-28841"/>
            <a:ext cx="2172168" cy="1289899"/>
            <a:chOff x="7006851" y="0"/>
            <a:chExt cx="2901252" cy="1725848"/>
          </a:xfrm>
        </p:grpSpPr>
        <p:sp>
          <p:nvSpPr>
            <p:cNvPr id="12" name="Google Shape;1893;p149">
              <a:extLst>
                <a:ext uri="{FF2B5EF4-FFF2-40B4-BE49-F238E27FC236}">
                  <a16:creationId xmlns:a16="http://schemas.microsoft.com/office/drawing/2014/main" id="{08F0187C-4111-4990-AA2B-D6A613879024}"/>
                </a:ext>
              </a:extLst>
            </p:cNvPr>
            <p:cNvSpPr/>
            <p:nvPr/>
          </p:nvSpPr>
          <p:spPr bwMode="ltGray">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3" name="Google Shape;1894;p149">
              <a:extLst>
                <a:ext uri="{FF2B5EF4-FFF2-40B4-BE49-F238E27FC236}">
                  <a16:creationId xmlns:a16="http://schemas.microsoft.com/office/drawing/2014/main" id="{3EE4E55D-B79A-490C-B20E-57D069A6A20E}"/>
                </a:ext>
              </a:extLst>
            </p:cNvPr>
            <p:cNvSpPr/>
            <p:nvPr/>
          </p:nvSpPr>
          <p:spPr bwMode="ltGray">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5;p149">
              <a:extLst>
                <a:ext uri="{FF2B5EF4-FFF2-40B4-BE49-F238E27FC236}">
                  <a16:creationId xmlns:a16="http://schemas.microsoft.com/office/drawing/2014/main" id="{8B44AB92-A244-43B4-9BAD-28CD0A6A14DD}"/>
                </a:ext>
              </a:extLst>
            </p:cNvPr>
            <p:cNvSpPr/>
            <p:nvPr/>
          </p:nvSpPr>
          <p:spPr bwMode="ltGray">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6;p149">
              <a:extLst>
                <a:ext uri="{FF2B5EF4-FFF2-40B4-BE49-F238E27FC236}">
                  <a16:creationId xmlns:a16="http://schemas.microsoft.com/office/drawing/2014/main" id="{704E70A7-F5EA-4C56-92CA-04B3ED09832C}"/>
                </a:ext>
              </a:extLst>
            </p:cNvPr>
            <p:cNvSpPr/>
            <p:nvPr/>
          </p:nvSpPr>
          <p:spPr bwMode="ltGray">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6" name="Google Shape;1897;p149">
              <a:extLst>
                <a:ext uri="{FF2B5EF4-FFF2-40B4-BE49-F238E27FC236}">
                  <a16:creationId xmlns:a16="http://schemas.microsoft.com/office/drawing/2014/main" id="{B156AB69-7B10-4A3E-9220-B2261F54225C}"/>
                </a:ext>
              </a:extLst>
            </p:cNvPr>
            <p:cNvSpPr/>
            <p:nvPr/>
          </p:nvSpPr>
          <p:spPr bwMode="ltGray">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8;p149">
              <a:extLst>
                <a:ext uri="{FF2B5EF4-FFF2-40B4-BE49-F238E27FC236}">
                  <a16:creationId xmlns:a16="http://schemas.microsoft.com/office/drawing/2014/main" id="{23DCF368-F7B9-4CF7-90B2-5968495FF028}"/>
                </a:ext>
              </a:extLst>
            </p:cNvPr>
            <p:cNvSpPr/>
            <p:nvPr/>
          </p:nvSpPr>
          <p:spPr bwMode="ltGray">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899;p149">
              <a:extLst>
                <a:ext uri="{FF2B5EF4-FFF2-40B4-BE49-F238E27FC236}">
                  <a16:creationId xmlns:a16="http://schemas.microsoft.com/office/drawing/2014/main" id="{2A42CD7B-7ACB-4606-A11F-29F04B29AAE0}"/>
                </a:ext>
              </a:extLst>
            </p:cNvPr>
            <p:cNvSpPr/>
            <p:nvPr/>
          </p:nvSpPr>
          <p:spPr bwMode="ltGray">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0;p149">
              <a:extLst>
                <a:ext uri="{FF2B5EF4-FFF2-40B4-BE49-F238E27FC236}">
                  <a16:creationId xmlns:a16="http://schemas.microsoft.com/office/drawing/2014/main" id="{B0245EC0-BDF6-4256-8A78-6AD64AE0E3D6}"/>
                </a:ext>
              </a:extLst>
            </p:cNvPr>
            <p:cNvSpPr/>
            <p:nvPr/>
          </p:nvSpPr>
          <p:spPr bwMode="ltGray">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1;p149">
              <a:extLst>
                <a:ext uri="{FF2B5EF4-FFF2-40B4-BE49-F238E27FC236}">
                  <a16:creationId xmlns:a16="http://schemas.microsoft.com/office/drawing/2014/main" id="{2E4B53EE-BA2C-413D-A034-FEB0E5A812E5}"/>
                </a:ext>
              </a:extLst>
            </p:cNvPr>
            <p:cNvSpPr/>
            <p:nvPr/>
          </p:nvSpPr>
          <p:spPr bwMode="ltGray">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2;p149">
              <a:extLst>
                <a:ext uri="{FF2B5EF4-FFF2-40B4-BE49-F238E27FC236}">
                  <a16:creationId xmlns:a16="http://schemas.microsoft.com/office/drawing/2014/main" id="{CD97A1EB-DC29-4978-9440-04BD900FBF0F}"/>
                </a:ext>
              </a:extLst>
            </p:cNvPr>
            <p:cNvSpPr/>
            <p:nvPr/>
          </p:nvSpPr>
          <p:spPr bwMode="ltGray">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7" name="Google Shape;1903;p149">
              <a:extLst>
                <a:ext uri="{FF2B5EF4-FFF2-40B4-BE49-F238E27FC236}">
                  <a16:creationId xmlns:a16="http://schemas.microsoft.com/office/drawing/2014/main" id="{94DB63DF-1264-494D-ACB8-A66F09B549AF}"/>
                </a:ext>
              </a:extLst>
            </p:cNvPr>
            <p:cNvSpPr/>
            <p:nvPr/>
          </p:nvSpPr>
          <p:spPr bwMode="ltGray">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8" name="Google Shape;1904;p149">
              <a:extLst>
                <a:ext uri="{FF2B5EF4-FFF2-40B4-BE49-F238E27FC236}">
                  <a16:creationId xmlns:a16="http://schemas.microsoft.com/office/drawing/2014/main" id="{ED353CA2-B6BD-4641-B31B-77FC657B6B78}"/>
                </a:ext>
              </a:extLst>
            </p:cNvPr>
            <p:cNvSpPr/>
            <p:nvPr/>
          </p:nvSpPr>
          <p:spPr bwMode="ltGray">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9" name="Google Shape;1905;p149">
              <a:extLst>
                <a:ext uri="{FF2B5EF4-FFF2-40B4-BE49-F238E27FC236}">
                  <a16:creationId xmlns:a16="http://schemas.microsoft.com/office/drawing/2014/main" id="{5B55A90A-8713-482E-A5F3-82C57702F75A}"/>
                </a:ext>
              </a:extLst>
            </p:cNvPr>
            <p:cNvSpPr/>
            <p:nvPr/>
          </p:nvSpPr>
          <p:spPr bwMode="ltGray">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31" name="Date Placeholder 3">
            <a:extLst>
              <a:ext uri="{FF2B5EF4-FFF2-40B4-BE49-F238E27FC236}">
                <a16:creationId xmlns:a16="http://schemas.microsoft.com/office/drawing/2014/main" id="{8B966BBF-4BE9-454B-A006-530BAB330240}"/>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32" name="TextBox 31">
            <a:extLst>
              <a:ext uri="{FF2B5EF4-FFF2-40B4-BE49-F238E27FC236}">
                <a16:creationId xmlns:a16="http://schemas.microsoft.com/office/drawing/2014/main" id="{63A5BC2D-E93C-4DAC-9763-192C2FDEB02E}"/>
              </a:ext>
            </a:extLst>
          </p:cNvPr>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sp>
        <p:nvSpPr>
          <p:cNvPr id="33" name="TextBox 32">
            <a:extLst>
              <a:ext uri="{FF2B5EF4-FFF2-40B4-BE49-F238E27FC236}">
                <a16:creationId xmlns:a16="http://schemas.microsoft.com/office/drawing/2014/main" id="{AE19DDC0-E9A7-49D4-91A6-62CB1F44701F}"/>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
        <p:nvSpPr>
          <p:cNvPr id="34" name="5. Source" hidden="1">
            <a:extLst>
              <a:ext uri="{FF2B5EF4-FFF2-40B4-BE49-F238E27FC236}">
                <a16:creationId xmlns:a16="http://schemas.microsoft.com/office/drawing/2014/main" id="{4E774B7C-18B4-4A18-819D-83623738D5DA}"/>
              </a:ext>
            </a:extLst>
          </p:cNvPr>
          <p:cNvSpPr txBox="1"/>
          <p:nvPr userDrawn="1">
            <p:custDataLst>
              <p:tags r:id="rId4"/>
            </p:custDataLst>
          </p:nvPr>
        </p:nvSpPr>
        <p:spPr>
          <a:xfrm>
            <a:off x="75674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35" name="1. On-page tracker">
            <a:extLst>
              <a:ext uri="{FF2B5EF4-FFF2-40B4-BE49-F238E27FC236}">
                <a16:creationId xmlns:a16="http://schemas.microsoft.com/office/drawing/2014/main" id="{1D81934A-50D8-4304-8572-DDD97AB858CE}"/>
              </a:ext>
            </a:extLst>
          </p:cNvPr>
          <p:cNvSpPr>
            <a:spLocks noGrp="1"/>
          </p:cNvSpPr>
          <p:nvPr>
            <p:ph type="body" sz="quarter" idx="10" hasCustomPrompt="1"/>
            <p:custDataLst>
              <p:tags r:id="rId5"/>
            </p:custDataLst>
          </p:nvPr>
        </p:nvSpPr>
        <p:spPr>
          <a:xfrm>
            <a:off x="75674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36" name="3. Subtitle">
            <a:extLst>
              <a:ext uri="{FF2B5EF4-FFF2-40B4-BE49-F238E27FC236}">
                <a16:creationId xmlns:a16="http://schemas.microsoft.com/office/drawing/2014/main" id="{9D430369-0FC2-4E32-B2FE-A6C27EB70AF4}"/>
              </a:ext>
            </a:extLst>
          </p:cNvPr>
          <p:cNvSpPr>
            <a:spLocks noGrp="1"/>
          </p:cNvSpPr>
          <p:nvPr>
            <p:ph type="subTitle" idx="1"/>
            <p:custDataLst>
              <p:tags r:id="rId6"/>
            </p:custDataLst>
          </p:nvPr>
        </p:nvSpPr>
        <p:spPr>
          <a:xfrm>
            <a:off x="756745" y="945582"/>
            <a:ext cx="7744809"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b="0" baseline="0" dirty="0"/>
            </a:lvl1pPr>
          </a:lstStyle>
          <a:p>
            <a:pPr lvl="0">
              <a:buNone/>
            </a:pPr>
            <a:r>
              <a:rPr lang="en-US"/>
              <a:t>Click to edit Master subtitle style</a:t>
            </a:r>
          </a:p>
        </p:txBody>
      </p:sp>
      <p:sp>
        <p:nvSpPr>
          <p:cNvPr id="37" name="2. Slide Title">
            <a:extLst>
              <a:ext uri="{FF2B5EF4-FFF2-40B4-BE49-F238E27FC236}">
                <a16:creationId xmlns:a16="http://schemas.microsoft.com/office/drawing/2014/main" id="{3FB7723C-7964-4FB9-8FD7-931160F38FB3}"/>
              </a:ext>
            </a:extLst>
          </p:cNvPr>
          <p:cNvSpPr>
            <a:spLocks noGrp="1"/>
          </p:cNvSpPr>
          <p:nvPr>
            <p:ph type="title"/>
            <p:custDataLst>
              <p:tags r:id="rId7"/>
            </p:custDataLst>
          </p:nvPr>
        </p:nvSpPr>
        <p:spPr>
          <a:xfrm>
            <a:off x="756745" y="317139"/>
            <a:ext cx="7744809"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000" baseline="0" dirty="0"/>
            </a:lvl1pPr>
          </a:lstStyle>
          <a:p>
            <a:pPr lvl="0"/>
            <a:r>
              <a:rPr lang="en-US"/>
              <a:t>Click to edit Master title style</a:t>
            </a:r>
          </a:p>
        </p:txBody>
      </p:sp>
    </p:spTree>
    <p:extLst>
      <p:ext uri="{BB962C8B-B14F-4D97-AF65-F5344CB8AC3E}">
        <p14:creationId xmlns:p14="http://schemas.microsoft.com/office/powerpoint/2010/main" val="191956851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Gray slice heading">
    <p:bg>
      <p:bgPr>
        <a:solidFill>
          <a:schemeClr val="bg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0C85BDEB-42D2-4048-BC09-D0118F8223CE}"/>
              </a:ext>
            </a:extLst>
          </p:cNvPr>
          <p:cNvGraphicFramePr>
            <a:graphicFrameLocks noChangeAspect="1"/>
          </p:cNvGraphicFramePr>
          <p:nvPr userDrawn="1">
            <p:custDataLst>
              <p:tags r:id="rId1"/>
            </p:custDataLst>
            <p:extLst>
              <p:ext uri="{D42A27DB-BD31-4B8C-83A1-F6EECF244321}">
                <p14:modId xmlns:p14="http://schemas.microsoft.com/office/powerpoint/2010/main" val="294087610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4" name="Object 3" hidden="1">
                        <a:extLst>
                          <a:ext uri="{FF2B5EF4-FFF2-40B4-BE49-F238E27FC236}">
                            <a16:creationId xmlns:a16="http://schemas.microsoft.com/office/drawing/2014/main" id="{0C85BDEB-42D2-4048-BC09-D0118F8223C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Rectangle 7"/>
          <p:cNvSpPr/>
          <p:nvPr userDrawn="1"/>
        </p:nvSpPr>
        <p:spPr bwMode="ltGray">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a:solidFill>
                <a:schemeClr val="bg1"/>
              </a:solidFill>
              <a:latin typeface="+mn-lt"/>
              <a:ea typeface="+mn-ea"/>
              <a:cs typeface="+mn-cs"/>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ea typeface="+mn-ea"/>
                <a:cs typeface="+mn-cs"/>
                <a:sym typeface="Trebuchet MS" panose="020B0603020202020204" pitchFamily="34" charset="0"/>
              </a:defRPr>
            </a:lvl1pPr>
          </a:lstStyle>
          <a:p>
            <a:endParaRPr lang="en-US"/>
          </a:p>
        </p:txBody>
      </p:sp>
      <p:sp>
        <p:nvSpPr>
          <p:cNvPr id="9" name="Title 1"/>
          <p:cNvSpPr>
            <a:spLocks noGrp="1"/>
          </p:cNvSpPr>
          <p:nvPr>
            <p:ph type="title" hasCustomPrompt="1"/>
          </p:nvPr>
        </p:nvSpPr>
        <p:spPr bwMode="ltGray">
          <a:xfrm>
            <a:off x="756745" y="1544274"/>
            <a:ext cx="3325655" cy="1495794"/>
          </a:xfrm>
          <a:noFill/>
        </p:spPr>
        <p:txBody>
          <a:bodyPr vert="horz" wrap="square" lIns="0" tIns="0" rIns="320040" bIns="0" anchor="b">
            <a:noAutofit/>
          </a:bodyPr>
          <a:lstStyle>
            <a:lvl1pPr>
              <a:defRPr sz="4400" b="1">
                <a:solidFill>
                  <a:schemeClr val="tx1"/>
                </a:solidFill>
                <a:latin typeface="+mj-lt"/>
                <a:ea typeface="+mj-ea"/>
                <a:cs typeface="+mj-cs"/>
              </a:defRPr>
            </a:lvl1pPr>
          </a:lstStyle>
          <a:p>
            <a:r>
              <a:rPr lang="en-US"/>
              <a:t>Click to add title</a:t>
            </a:r>
          </a:p>
        </p:txBody>
      </p:sp>
      <p:grpSp>
        <p:nvGrpSpPr>
          <p:cNvPr id="6"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7"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0"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1"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2"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3"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6"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Tree>
    <p:extLst>
      <p:ext uri="{BB962C8B-B14F-4D97-AF65-F5344CB8AC3E}">
        <p14:creationId xmlns:p14="http://schemas.microsoft.com/office/powerpoint/2010/main" val="233324022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Section header box">
    <p:bg bwMode="grayWhite">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C9B50B77-E49A-4E15-BB2E-978704548866}"/>
              </a:ext>
            </a:extLst>
          </p:cNvPr>
          <p:cNvGraphicFramePr>
            <a:graphicFrameLocks noChangeAspect="1"/>
          </p:cNvGraphicFramePr>
          <p:nvPr userDrawn="1">
            <p:custDataLst>
              <p:tags r:id="rId1"/>
            </p:custDataLst>
            <p:extLst>
              <p:ext uri="{D42A27DB-BD31-4B8C-83A1-F6EECF244321}">
                <p14:modId xmlns:p14="http://schemas.microsoft.com/office/powerpoint/2010/main" val="320790315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6" name="Object 5" hidden="1">
                        <a:extLst>
                          <a:ext uri="{FF2B5EF4-FFF2-40B4-BE49-F238E27FC236}">
                            <a16:creationId xmlns:a16="http://schemas.microsoft.com/office/drawing/2014/main" id="{C9B50B77-E49A-4E15-BB2E-978704548866}"/>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p:cNvSpPr>
            <a:spLocks noGrp="1"/>
          </p:cNvSpPr>
          <p:nvPr>
            <p:ph type="title" hasCustomPrompt="1"/>
          </p:nvPr>
        </p:nvSpPr>
        <p:spPr bwMode="blackWhite">
          <a:xfrm>
            <a:off x="1284742" y="2668041"/>
            <a:ext cx="9620491" cy="3201026"/>
          </a:xfrm>
          <a:prstGeom prst="rect">
            <a:avLst/>
          </a:prstGeom>
          <a:ln w="9525">
            <a:solidFill>
              <a:schemeClr val="bg1"/>
            </a:solidFill>
          </a:ln>
        </p:spPr>
        <p:txBody>
          <a:bodyPr vert="horz" lIns="274320" tIns="274320" rIns="274320" bIns="137160" anchor="b">
            <a:noAutofit/>
          </a:bodyPr>
          <a:lstStyle>
            <a:lvl1pPr marL="0" algn="l" defTabSz="914400" rtl="0" eaLnBrk="1" fontAlgn="auto" latinLnBrk="0" hangingPunct="1">
              <a:lnSpc>
                <a:spcPts val="6000"/>
              </a:lnSpc>
              <a:spcBef>
                <a:spcPts val="0"/>
              </a:spcBef>
              <a:spcAft>
                <a:spcPts val="0"/>
              </a:spcAft>
              <a:defRPr lang="en-US" sz="7200" kern="1200" baseline="0" dirty="0">
                <a:solidFill>
                  <a:schemeClr val="bg1"/>
                </a:solidFill>
                <a:latin typeface="+mj-lt"/>
                <a:ea typeface="+mj-ea"/>
                <a:cs typeface="+mj-cs"/>
                <a:sym typeface="Trebuchet MS" panose="020B0603020202020204" pitchFamily="34" charset="0"/>
              </a:defRPr>
            </a:lvl1pPr>
          </a:lstStyle>
          <a:p>
            <a:r>
              <a:rPr lang="en-US"/>
              <a:t>Click to add big statement text</a:t>
            </a:r>
          </a:p>
        </p:txBody>
      </p:sp>
      <p:sp>
        <p:nvSpPr>
          <p:cNvPr id="4" name="TextBox 3"/>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ea typeface="+mn-ea"/>
                <a:cs typeface="+mn-cs"/>
                <a:sym typeface="Trebuchet MS" panose="020B0603020202020204" pitchFamily="34" charset="0"/>
              </a:defRPr>
            </a:lvl1pPr>
          </a:lstStyle>
          <a:p>
            <a:endParaRPr lang="en-US"/>
          </a:p>
        </p:txBody>
      </p:sp>
      <p:sp>
        <p:nvSpPr>
          <p:cNvPr id="59" name="Rectangle 58"/>
          <p:cNvSpPr/>
          <p:nvPr userDrawn="1"/>
        </p:nvSpPr>
        <p:spPr bwMode="white">
          <a:xfrm>
            <a:off x="1284743" y="1428131"/>
            <a:ext cx="947672" cy="947672"/>
          </a:xfrm>
          <a:prstGeom prst="rect">
            <a:avLst/>
          </a:prstGeom>
          <a:noFill/>
          <a:ln>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a:solidFill>
                <a:schemeClr val="bg1"/>
              </a:solidFill>
              <a:latin typeface="+mn-lt"/>
              <a:ea typeface="+mn-ea"/>
              <a:cs typeface="+mn-cs"/>
              <a:sym typeface="Trebuchet MS" panose="020B0603020202020204" pitchFamily="34" charset="0"/>
            </a:endParaRPr>
          </a:p>
        </p:txBody>
      </p:sp>
      <p:sp>
        <p:nvSpPr>
          <p:cNvPr id="8" name="TextBox 7">
            <a:extLst>
              <a:ext uri="{FF2B5EF4-FFF2-40B4-BE49-F238E27FC236}">
                <a16:creationId xmlns:a16="http://schemas.microsoft.com/office/drawing/2014/main" id="{F578795F-D935-42EA-8D0D-B112BC151BB9}"/>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Tree>
    <p:extLst>
      <p:ext uri="{BB962C8B-B14F-4D97-AF65-F5344CB8AC3E}">
        <p14:creationId xmlns:p14="http://schemas.microsoft.com/office/powerpoint/2010/main" val="391402643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ection header line">
    <p:bg bwMode="blackWhite">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E2D5259-4000-4364-BEFE-D404121EE4C4}"/>
              </a:ext>
            </a:extLst>
          </p:cNvPr>
          <p:cNvGraphicFramePr>
            <a:graphicFrameLocks noChangeAspect="1"/>
          </p:cNvGraphicFramePr>
          <p:nvPr userDrawn="1">
            <p:custDataLst>
              <p:tags r:id="rId1"/>
            </p:custDataLst>
            <p:extLst>
              <p:ext uri="{D42A27DB-BD31-4B8C-83A1-F6EECF244321}">
                <p14:modId xmlns:p14="http://schemas.microsoft.com/office/powerpoint/2010/main" val="250524487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DE2D5259-4000-4364-BEFE-D404121EE4C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TextBox 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ea typeface="+mn-ea"/>
                <a:cs typeface="+mn-cs"/>
                <a:sym typeface="Trebuchet MS" panose="020B0603020202020204" pitchFamily="34" charset="0"/>
              </a:defRPr>
            </a:lvl1pPr>
          </a:lstStyle>
          <a:p>
            <a:endParaRPr lang="en-US"/>
          </a:p>
        </p:txBody>
      </p:sp>
      <p:sp>
        <p:nvSpPr>
          <p:cNvPr id="147" name="Title 1"/>
          <p:cNvSpPr>
            <a:spLocks noGrp="1"/>
          </p:cNvSpPr>
          <p:nvPr>
            <p:ph type="title" hasCustomPrompt="1"/>
          </p:nvPr>
        </p:nvSpPr>
        <p:spPr bwMode="blackWhite">
          <a:xfrm>
            <a:off x="630000" y="3826800"/>
            <a:ext cx="10936800" cy="2041200"/>
          </a:xfrm>
        </p:spPr>
        <p:txBody>
          <a:bodyPr vert="horz" anchor="t">
            <a:noAutofit/>
          </a:bodyPr>
          <a:lstStyle>
            <a:lvl1pPr>
              <a:defRPr sz="6000">
                <a:solidFill>
                  <a:schemeClr val="bg1"/>
                </a:solidFill>
                <a:latin typeface="+mj-lt"/>
                <a:ea typeface="+mj-ea"/>
                <a:cs typeface="+mj-cs"/>
                <a:sym typeface="Trebuchet MS" panose="020B0603020202020204" pitchFamily="34" charset="0"/>
              </a:defRPr>
            </a:lvl1pPr>
          </a:lstStyle>
          <a:p>
            <a:r>
              <a:rPr lang="en-US"/>
              <a:t>Click to add big statement text</a:t>
            </a:r>
          </a:p>
        </p:txBody>
      </p:sp>
      <p:cxnSp>
        <p:nvCxnSpPr>
          <p:cNvPr id="148" name="Straight Connector 147"/>
          <p:cNvCxnSpPr/>
          <p:nvPr userDrawn="1"/>
        </p:nvCxnSpPr>
        <p:spPr bwMode="white">
          <a:xfrm>
            <a:off x="618898" y="3680016"/>
            <a:ext cx="11576304" cy="0"/>
          </a:xfrm>
          <a:prstGeom prst="line">
            <a:avLst/>
          </a:prstGeom>
          <a:ln w="19050"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4194A26D-1E58-4E0F-AE07-1DE433C0C82C}"/>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Tree>
    <p:extLst>
      <p:ext uri="{BB962C8B-B14F-4D97-AF65-F5344CB8AC3E}">
        <p14:creationId xmlns:p14="http://schemas.microsoft.com/office/powerpoint/2010/main" val="93622351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White one third">
    <p:bg>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B915FEBB-C7DB-4EFA-B600-D9777667EE2C}"/>
              </a:ext>
            </a:extLst>
          </p:cNvPr>
          <p:cNvGraphicFramePr>
            <a:graphicFrameLocks noChangeAspect="1"/>
          </p:cNvGraphicFramePr>
          <p:nvPr userDrawn="1">
            <p:custDataLst>
              <p:tags r:id="rId1"/>
            </p:custDataLst>
            <p:extLst>
              <p:ext uri="{D42A27DB-BD31-4B8C-83A1-F6EECF244321}">
                <p14:modId xmlns:p14="http://schemas.microsoft.com/office/powerpoint/2010/main" val="9374730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B915FEBB-C7DB-4EFA-B600-D9777667EE2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6" name="Picture 15"/>
          <p:cNvPicPr>
            <a:picLocks noChangeAspect="1"/>
          </p:cNvPicPr>
          <p:nvPr userDrawn="1"/>
        </p:nvPicPr>
        <p:blipFill rotWithShape="1">
          <a:blip r:embed="rId5">
            <a:extLst>
              <a:ext uri="{28A0092B-C50C-407E-A947-70E740481C1C}">
                <a14:useLocalDpi xmlns:a14="http://schemas.microsoft.com/office/drawing/2010/main" val="0"/>
              </a:ext>
            </a:extLst>
          </a:blip>
          <a:srcRect l="29398" t="8741" r="101" b="27"/>
          <a:stretch/>
        </p:blipFill>
        <p:spPr bwMode="ltGray">
          <a:xfrm flipV="1">
            <a:off x="4064994" y="0"/>
            <a:ext cx="416951" cy="6858000"/>
          </a:xfrm>
          <a:prstGeom prst="rect">
            <a:avLst/>
          </a:prstGeom>
        </p:spPr>
      </p:pic>
      <p:sp>
        <p:nvSpPr>
          <p:cNvPr id="17"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ea typeface="+mn-ea"/>
                <a:cs typeface="+mn-cs"/>
                <a:sym typeface="Trebuchet MS" panose="020B0603020202020204" pitchFamily="34" charset="0"/>
              </a:defRPr>
            </a:lvl1pPr>
          </a:lstStyle>
          <a:p>
            <a:endParaRPr lang="en-US"/>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sp>
        <p:nvSpPr>
          <p:cNvPr id="26" name="Rectangle 25"/>
          <p:cNvSpPr/>
          <p:nvPr userDrawn="1"/>
        </p:nvSpPr>
        <p:spPr bwMode="white">
          <a:xfrm>
            <a:off x="0" y="0"/>
            <a:ext cx="4079508" cy="6858000"/>
          </a:xfrm>
          <a:prstGeom prst="rect">
            <a:avLst/>
          </a:prstGeom>
          <a:solidFill>
            <a:srgbClr val="F2F2F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Bef>
                <a:spcPts val="300"/>
              </a:spcBef>
              <a:spcAft>
                <a:spcPts val="300"/>
              </a:spcAft>
            </a:pPr>
            <a:endParaRPr lang="en-US" sz="1600">
              <a:solidFill>
                <a:schemeClr val="bg1"/>
              </a:solidFill>
              <a:sym typeface="Trebuchet MS" panose="020B0603020202020204" pitchFamily="34" charset="0"/>
            </a:endParaRPr>
          </a:p>
        </p:txBody>
      </p:sp>
      <p:sp>
        <p:nvSpPr>
          <p:cNvPr id="27" name="Title 4"/>
          <p:cNvSpPr>
            <a:spLocks noGrp="1"/>
          </p:cNvSpPr>
          <p:nvPr>
            <p:ph type="title" hasCustomPrompt="1"/>
          </p:nvPr>
        </p:nvSpPr>
        <p:spPr>
          <a:xfrm>
            <a:off x="756745" y="2681103"/>
            <a:ext cx="3001136" cy="1495794"/>
          </a:xfrm>
          <a:prstGeom prst="rect">
            <a:avLst/>
          </a:prstGeom>
        </p:spPr>
        <p:txBody>
          <a:bodyPr vert="horz" anchor="ctr">
            <a:noAutofit/>
          </a:bodyPr>
          <a:lstStyle>
            <a:lvl1pPr>
              <a:defRPr sz="4400" b="1">
                <a:solidFill>
                  <a:schemeClr val="tx1"/>
                </a:solidFill>
                <a:latin typeface="+mj-lt"/>
                <a:ea typeface="+mj-ea"/>
                <a:cs typeface="+mj-cs"/>
                <a:sym typeface="Trebuchet MS" panose="020B0603020202020204" pitchFamily="34" charset="0"/>
              </a:defRPr>
            </a:lvl1pPr>
          </a:lstStyle>
          <a:p>
            <a:r>
              <a:rPr lang="en-US"/>
              <a:t>Click to add title</a:t>
            </a:r>
          </a:p>
        </p:txBody>
      </p:sp>
      <p:grpSp>
        <p:nvGrpSpPr>
          <p:cNvPr id="8"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9"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0"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1"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2"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3"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5" name="TextBox 24">
            <a:extLst>
              <a:ext uri="{FF2B5EF4-FFF2-40B4-BE49-F238E27FC236}">
                <a16:creationId xmlns:a16="http://schemas.microsoft.com/office/drawing/2014/main" id="{20157932-71A7-48A9-AC21-01CF657EC101}"/>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Tree>
    <p:extLst>
      <p:ext uri="{BB962C8B-B14F-4D97-AF65-F5344CB8AC3E}">
        <p14:creationId xmlns:p14="http://schemas.microsoft.com/office/powerpoint/2010/main" val="33735562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Green highlight">
    <p:bg>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8EC50DF-05E8-4DC4-8925-FE1827B3153B}"/>
              </a:ext>
            </a:extLst>
          </p:cNvPr>
          <p:cNvGraphicFramePr>
            <a:graphicFrameLocks noChangeAspect="1"/>
          </p:cNvGraphicFramePr>
          <p:nvPr userDrawn="1">
            <p:custDataLst>
              <p:tags r:id="rId1"/>
            </p:custDataLst>
            <p:extLst>
              <p:ext uri="{D42A27DB-BD31-4B8C-83A1-F6EECF244321}">
                <p14:modId xmlns:p14="http://schemas.microsoft.com/office/powerpoint/2010/main" val="56208024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08EC50DF-05E8-4DC4-8925-FE1827B3153B}"/>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0" name="Picture 9"/>
          <p:cNvPicPr>
            <a:picLocks noChangeAspect="1"/>
          </p:cNvPicPr>
          <p:nvPr userDrawn="1"/>
        </p:nvPicPr>
        <p:blipFill rotWithShape="1">
          <a:blip r:embed="rId5">
            <a:extLst>
              <a:ext uri="{28A0092B-C50C-407E-A947-70E740481C1C}">
                <a14:useLocalDpi xmlns:a14="http://schemas.microsoft.com/office/drawing/2010/main" val="0"/>
              </a:ext>
            </a:extLst>
          </a:blip>
          <a:srcRect l="29398" t="8741" r="101" b="27"/>
          <a:stretch/>
        </p:blipFill>
        <p:spPr bwMode="ltGray">
          <a:xfrm flipV="1">
            <a:off x="7130281" y="0"/>
            <a:ext cx="416951" cy="6858000"/>
          </a:xfrm>
          <a:prstGeom prst="rect">
            <a:avLst/>
          </a:prstGeom>
        </p:spPr>
      </p:pic>
      <p:sp>
        <p:nvSpPr>
          <p:cNvPr id="13" name="Rectangle 12"/>
          <p:cNvSpPr/>
          <p:nvPr userDrawn="1"/>
        </p:nvSpPr>
        <p:spPr bwMode="white">
          <a:xfrm>
            <a:off x="-41675" y="0"/>
            <a:ext cx="7171956" cy="6858000"/>
          </a:xfrm>
          <a:prstGeom prst="rect">
            <a:avLst/>
          </a:prstGeom>
          <a:solidFill>
            <a:srgbClr val="F2F2F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Bef>
                <a:spcPts val="300"/>
              </a:spcBef>
              <a:spcAft>
                <a:spcPts val="300"/>
              </a:spcAft>
            </a:pPr>
            <a:endParaRPr lang="en-US" sz="1600">
              <a:solidFill>
                <a:schemeClr val="bg1"/>
              </a:solidFill>
              <a:sym typeface="Trebuchet MS" panose="020B0603020202020204" pitchFamily="34" charset="0"/>
            </a:endParaRPr>
          </a:p>
        </p:txBody>
      </p:sp>
      <p:sp>
        <p:nvSpPr>
          <p:cNvPr id="16"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ea typeface="+mn-ea"/>
                <a:cs typeface="+mn-cs"/>
                <a:sym typeface="Trebuchet MS" panose="020B0603020202020204" pitchFamily="34" charset="0"/>
              </a:defRPr>
            </a:lvl1pPr>
          </a:lstStyle>
          <a:p>
            <a:endParaRPr lang="en-US"/>
          </a:p>
        </p:txBody>
      </p:sp>
      <p:sp>
        <p:nvSpPr>
          <p:cNvPr id="17" name="TextBox 16"/>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sp>
        <p:nvSpPr>
          <p:cNvPr id="23" name="Title 3"/>
          <p:cNvSpPr>
            <a:spLocks noGrp="1"/>
          </p:cNvSpPr>
          <p:nvPr>
            <p:ph type="title" hasCustomPrompt="1"/>
          </p:nvPr>
        </p:nvSpPr>
        <p:spPr>
          <a:xfrm>
            <a:off x="756745" y="317139"/>
            <a:ext cx="6130055" cy="569387"/>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4000" b="1" i="0" u="none" kern="1200" spc="0">
                <a:solidFill>
                  <a:schemeClr val="tx1"/>
                </a:solidFill>
                <a:latin typeface="+mj-lt"/>
                <a:ea typeface="+mj-ea"/>
                <a:cs typeface="+mj-cs"/>
                <a:sym typeface="Trebuchet MS" panose="020B0603020202020204" pitchFamily="34" charset="0"/>
              </a:defRPr>
            </a:lvl1pPr>
          </a:lstStyle>
          <a:p>
            <a:pPr lvl="0"/>
            <a:r>
              <a:rPr lang="en-US"/>
              <a:t>Click to add title</a:t>
            </a:r>
          </a:p>
        </p:txBody>
      </p:sp>
      <p:grpSp>
        <p:nvGrpSpPr>
          <p:cNvPr id="8"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9"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1"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2"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7" name="TextBox 26">
            <a:extLst>
              <a:ext uri="{FF2B5EF4-FFF2-40B4-BE49-F238E27FC236}">
                <a16:creationId xmlns:a16="http://schemas.microsoft.com/office/drawing/2014/main" id="{02F1BE19-97DE-467C-8B91-83CA073E5C69}"/>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Tree>
    <p:extLst>
      <p:ext uri="{BB962C8B-B14F-4D97-AF65-F5344CB8AC3E}">
        <p14:creationId xmlns:p14="http://schemas.microsoft.com/office/powerpoint/2010/main" val="40473525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Green one third">
    <p:bg>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15B68738-C44E-4728-9391-4020CA5C49A2}"/>
              </a:ext>
            </a:extLst>
          </p:cNvPr>
          <p:cNvGraphicFramePr>
            <a:graphicFrameLocks noChangeAspect="1"/>
          </p:cNvGraphicFramePr>
          <p:nvPr userDrawn="1">
            <p:custDataLst>
              <p:tags r:id="rId1"/>
            </p:custDataLst>
            <p:extLst>
              <p:ext uri="{D42A27DB-BD31-4B8C-83A1-F6EECF244321}">
                <p14:modId xmlns:p14="http://schemas.microsoft.com/office/powerpoint/2010/main" val="343006721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15B68738-C44E-4728-9391-4020CA5C49A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0" name="Picture 9"/>
          <p:cNvPicPr>
            <a:picLocks noChangeAspect="1"/>
          </p:cNvPicPr>
          <p:nvPr userDrawn="1"/>
        </p:nvPicPr>
        <p:blipFill rotWithShape="1">
          <a:blip r:embed="rId5">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11" name="Title 4"/>
          <p:cNvSpPr>
            <a:spLocks noGrp="1"/>
          </p:cNvSpPr>
          <p:nvPr>
            <p:ph type="title" hasCustomPrompt="1"/>
          </p:nvPr>
        </p:nvSpPr>
        <p:spPr>
          <a:xfrm>
            <a:off x="756745" y="2681103"/>
            <a:ext cx="3001136" cy="1495794"/>
          </a:xfrm>
          <a:prstGeom prst="rect">
            <a:avLst/>
          </a:prstGeom>
        </p:spPr>
        <p:txBody>
          <a:bodyPr vert="horz" anchor="ctr">
            <a:noAutofit/>
          </a:bodyPr>
          <a:lstStyle>
            <a:lvl1pPr>
              <a:defRPr sz="4400" b="1">
                <a:solidFill>
                  <a:schemeClr val="bg1"/>
                </a:solidFill>
                <a:latin typeface="+mj-lt"/>
                <a:ea typeface="+mj-ea"/>
                <a:cs typeface="+mj-cs"/>
                <a:sym typeface="Trebuchet MS" panose="020B0603020202020204" pitchFamily="34" charset="0"/>
              </a:defRPr>
            </a:lvl1pPr>
          </a:lstStyle>
          <a:p>
            <a:r>
              <a:rPr lang="en-US"/>
              <a:t>Click to add title</a:t>
            </a:r>
          </a:p>
        </p:txBody>
      </p:sp>
      <p:sp>
        <p:nvSpPr>
          <p:cNvPr id="13" name="Rectangle 12"/>
          <p:cNvSpPr/>
          <p:nvPr userDrawn="1"/>
        </p:nvSpPr>
        <p:spPr bwMode="white">
          <a:xfrm>
            <a:off x="4080763" y="-1309"/>
            <a:ext cx="8111237" cy="6859309"/>
          </a:xfrm>
          <a:prstGeom prst="rect">
            <a:avLst/>
          </a:prstGeom>
          <a:solidFill>
            <a:srgbClr val="F2F2F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Bef>
                <a:spcPts val="300"/>
              </a:spcBef>
              <a:spcAft>
                <a:spcPts val="300"/>
              </a:spcAft>
            </a:pPr>
            <a:endParaRPr lang="en-US" sz="1600">
              <a:solidFill>
                <a:schemeClr val="bg1"/>
              </a:solidFill>
              <a:sym typeface="Trebuchet MS" panose="020B0603020202020204" pitchFamily="34" charset="0"/>
            </a:endParaRPr>
          </a:p>
        </p:txBody>
      </p:sp>
      <p:sp>
        <p:nvSpPr>
          <p:cNvPr id="12"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grpSp>
        <p:nvGrpSpPr>
          <p:cNvPr id="8"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9"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6"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7" name="TextBox 26">
            <a:extLst>
              <a:ext uri="{FF2B5EF4-FFF2-40B4-BE49-F238E27FC236}">
                <a16:creationId xmlns:a16="http://schemas.microsoft.com/office/drawing/2014/main" id="{C9308671-853D-42A6-AE09-E1AD006D9CDF}"/>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Tree>
    <p:extLst>
      <p:ext uri="{BB962C8B-B14F-4D97-AF65-F5344CB8AC3E}">
        <p14:creationId xmlns:p14="http://schemas.microsoft.com/office/powerpoint/2010/main" val="37298089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Green half">
    <p:bg bwMode="grayWhite">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DD3ACB9-FA44-4CB0-91D8-40C8C01E5D12}"/>
              </a:ext>
            </a:extLst>
          </p:cNvPr>
          <p:cNvGraphicFramePr>
            <a:graphicFrameLocks noChangeAspect="1"/>
          </p:cNvGraphicFramePr>
          <p:nvPr userDrawn="1">
            <p:custDataLst>
              <p:tags r:id="rId1"/>
            </p:custDataLst>
            <p:extLst>
              <p:ext uri="{D42A27DB-BD31-4B8C-83A1-F6EECF244321}">
                <p14:modId xmlns:p14="http://schemas.microsoft.com/office/powerpoint/2010/main" val="234220181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DDD3ACB9-FA44-4CB0-91D8-40C8C01E5D1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1" name="Picture 10"/>
          <p:cNvPicPr>
            <a:picLocks noChangeAspect="1"/>
          </p:cNvPicPr>
          <p:nvPr userDrawn="1"/>
        </p:nvPicPr>
        <p:blipFill rotWithShape="1">
          <a:blip r:embed="rId5">
            <a:extLst>
              <a:ext uri="{28A0092B-C50C-407E-A947-70E740481C1C}">
                <a14:useLocalDpi xmlns:a14="http://schemas.microsoft.com/office/drawing/2010/main" val="0"/>
              </a:ext>
            </a:extLst>
          </a:blip>
          <a:srcRect l="29398" t="8741" r="101" b="27"/>
          <a:stretch/>
        </p:blipFill>
        <p:spPr bwMode="ltGray">
          <a:xfrm flipH="1">
            <a:off x="5689582" y="0"/>
            <a:ext cx="416951" cy="6858000"/>
          </a:xfrm>
          <a:prstGeom prst="rect">
            <a:avLst/>
          </a:prstGeom>
        </p:spPr>
      </p:pic>
      <p:sp>
        <p:nvSpPr>
          <p:cNvPr id="12" name="Rectangle 11"/>
          <p:cNvSpPr/>
          <p:nvPr userDrawn="1"/>
        </p:nvSpPr>
        <p:spPr>
          <a:xfrm>
            <a:off x="6096000" y="0"/>
            <a:ext cx="6096000" cy="6858000"/>
          </a:xfrm>
          <a:prstGeom prst="rect">
            <a:avLst/>
          </a:prstGeom>
          <a:solidFill>
            <a:srgbClr val="F2F2F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Bef>
                <a:spcPts val="300"/>
              </a:spcBef>
              <a:spcAft>
                <a:spcPts val="300"/>
              </a:spcAft>
            </a:pPr>
            <a:endParaRPr lang="en-US" sz="1600">
              <a:solidFill>
                <a:schemeClr val="bg1"/>
              </a:solidFill>
              <a:sym typeface="Trebuchet MS" panose="020B0603020202020204" pitchFamily="34" charset="0"/>
            </a:endParaRPr>
          </a:p>
        </p:txBody>
      </p:sp>
      <p:sp>
        <p:nvSpPr>
          <p:cNvPr id="13" name="Picture Placeholder 18"/>
          <p:cNvSpPr>
            <a:spLocks noGrp="1"/>
          </p:cNvSpPr>
          <p:nvPr>
            <p:ph type="pic" sz="quarter" idx="14" hasCustomPrompt="1"/>
          </p:nvPr>
        </p:nvSpPr>
        <p:spPr>
          <a:xfrm>
            <a:off x="6092023" y="0"/>
            <a:ext cx="6099977" cy="6858000"/>
          </a:xfrm>
          <a:prstGeom prst="rect">
            <a:avLst/>
          </a:prstGeom>
          <a:noFill/>
        </p:spPr>
        <p:txBody>
          <a:bodyPr lIns="914400" tIns="914400" rIns="914400" bIns="914400"/>
          <a:lstStyle>
            <a:lvl1pPr algn="ctr">
              <a:defRPr sz="1800" baseline="0">
                <a:latin typeface="+mn-lt"/>
                <a:ea typeface="+mn-ea"/>
                <a:cs typeface="+mn-cs"/>
                <a:sym typeface="Trebuchet MS" panose="020B0603020202020204" pitchFamily="34" charset="0"/>
              </a:defRPr>
            </a:lvl1pPr>
          </a:lstStyle>
          <a:p>
            <a:r>
              <a:rPr lang="en-US"/>
              <a:t>Click icon below to insert an image or remove this placeholder to use the whitespace in another way</a:t>
            </a:r>
          </a:p>
        </p:txBody>
      </p:sp>
      <p:sp>
        <p:nvSpPr>
          <p:cNvPr id="14" name="Title 1"/>
          <p:cNvSpPr>
            <a:spLocks noGrp="1"/>
          </p:cNvSpPr>
          <p:nvPr>
            <p:ph type="title" hasCustomPrompt="1"/>
          </p:nvPr>
        </p:nvSpPr>
        <p:spPr bwMode="black">
          <a:xfrm>
            <a:off x="756745" y="1785600"/>
            <a:ext cx="4261655" cy="3286800"/>
          </a:xfrm>
          <a:prstGeom prst="rect">
            <a:avLst/>
          </a:prstGeom>
          <a:noFill/>
        </p:spPr>
        <p:txBody>
          <a:bodyPr vert="horz" wrap="square" lIns="0" tIns="0" rIns="320040" bIns="0" anchor="ctr">
            <a:noAutofit/>
          </a:bodyPr>
          <a:lstStyle>
            <a:lvl1pPr>
              <a:defRPr sz="5400" b="1">
                <a:solidFill>
                  <a:schemeClr val="bg1"/>
                </a:solidFill>
                <a:latin typeface="+mj-lt"/>
                <a:ea typeface="+mj-ea"/>
                <a:cs typeface="+mj-cs"/>
                <a:sym typeface="Trebuchet MS" panose="020B0603020202020204" pitchFamily="34" charset="0"/>
              </a:defRPr>
            </a:lvl1pPr>
          </a:lstStyle>
          <a:p>
            <a:r>
              <a:rPr lang="en-US"/>
              <a:t>Click to add title</a:t>
            </a: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a:solidFill>
                <a:schemeClr val="bg1">
                  <a:lumMod val="50000"/>
                </a:schemeClr>
              </a:solidFill>
              <a:latin typeface="+mn-lt"/>
              <a:ea typeface="+mn-ea"/>
              <a:cs typeface="+mn-cs"/>
              <a:sym typeface="Trebuchet MS" panose="020B0603020202020204" pitchFamily="34" charset="0"/>
            </a:endParaRPr>
          </a:p>
        </p:txBody>
      </p:sp>
      <p:sp>
        <p:nvSpPr>
          <p:cNvPr id="16"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ea typeface="+mn-ea"/>
                <a:cs typeface="+mn-cs"/>
                <a:sym typeface="Trebuchet MS" panose="020B0603020202020204" pitchFamily="34" charset="0"/>
              </a:defRPr>
            </a:lvl1pPr>
          </a:lstStyle>
          <a:p>
            <a:endParaRPr lang="en-US"/>
          </a:p>
        </p:txBody>
      </p:sp>
      <p:grpSp>
        <p:nvGrpSpPr>
          <p:cNvPr id="9"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10"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7"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8"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9" name="TextBox 28">
            <a:extLst>
              <a:ext uri="{FF2B5EF4-FFF2-40B4-BE49-F238E27FC236}">
                <a16:creationId xmlns:a16="http://schemas.microsoft.com/office/drawing/2014/main" id="{0544EF53-4C1E-4DFB-81C5-052125DB425C}"/>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Tree>
    <p:extLst>
      <p:ext uri="{BB962C8B-B14F-4D97-AF65-F5344CB8AC3E}">
        <p14:creationId xmlns:p14="http://schemas.microsoft.com/office/powerpoint/2010/main" val="5886833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Green two third">
    <p:bg bwMode="grayWhite">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B01ABCD-71D8-4D2D-9137-102692DECDA0}"/>
              </a:ext>
            </a:extLst>
          </p:cNvPr>
          <p:cNvGraphicFramePr>
            <a:graphicFrameLocks noChangeAspect="1"/>
          </p:cNvGraphicFramePr>
          <p:nvPr userDrawn="1">
            <p:custDataLst>
              <p:tags r:id="rId1"/>
            </p:custDataLst>
            <p:extLst>
              <p:ext uri="{D42A27DB-BD31-4B8C-83A1-F6EECF244321}">
                <p14:modId xmlns:p14="http://schemas.microsoft.com/office/powerpoint/2010/main" val="146681102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CB01ABCD-71D8-4D2D-9137-102692DECDA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9" name="Picture 8"/>
          <p:cNvPicPr>
            <a:picLocks noChangeAspect="1"/>
          </p:cNvPicPr>
          <p:nvPr userDrawn="1"/>
        </p:nvPicPr>
        <p:blipFill rotWithShape="1">
          <a:blip r:embed="rId5">
            <a:extLst>
              <a:ext uri="{28A0092B-C50C-407E-A947-70E740481C1C}">
                <a14:useLocalDpi xmlns:a14="http://schemas.microsoft.com/office/drawing/2010/main" val="0"/>
              </a:ext>
            </a:extLst>
          </a:blip>
          <a:srcRect l="29398" t="8741" r="101" b="27"/>
          <a:stretch/>
        </p:blipFill>
        <p:spPr bwMode="ltGray">
          <a:xfrm flipH="1">
            <a:off x="7409849" y="0"/>
            <a:ext cx="416951" cy="6858000"/>
          </a:xfrm>
          <a:prstGeom prst="rect">
            <a:avLst/>
          </a:prstGeom>
        </p:spPr>
      </p:pic>
      <p:sp>
        <p:nvSpPr>
          <p:cNvPr id="10" name="Rectangle 9"/>
          <p:cNvSpPr/>
          <p:nvPr userDrawn="1"/>
        </p:nvSpPr>
        <p:spPr bwMode="gray">
          <a:xfrm>
            <a:off x="7819543" y="0"/>
            <a:ext cx="4372457" cy="6858000"/>
          </a:xfrm>
          <a:prstGeom prst="rect">
            <a:avLst/>
          </a:prstGeom>
          <a:solidFill>
            <a:srgbClr val="F2F2F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Bef>
                <a:spcPts val="300"/>
              </a:spcBef>
              <a:spcAft>
                <a:spcPts val="300"/>
              </a:spcAft>
            </a:pPr>
            <a:endParaRPr lang="en-US" sz="1600">
              <a:solidFill>
                <a:schemeClr val="bg1"/>
              </a:solidFill>
              <a:sym typeface="Trebuchet MS" panose="020B0603020202020204" pitchFamily="34" charset="0"/>
            </a:endParaRPr>
          </a:p>
        </p:txBody>
      </p:sp>
      <p:sp>
        <p:nvSpPr>
          <p:cNvPr id="11"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mn-lt"/>
                <a:ea typeface="+mn-ea"/>
                <a:cs typeface="+mn-cs"/>
                <a:sym typeface="Trebuchet MS" panose="020B0603020202020204" pitchFamily="34" charset="0"/>
              </a:defRPr>
            </a:lvl1pPr>
          </a:lstStyle>
          <a:p>
            <a:r>
              <a:rPr lang="en-US"/>
              <a:t>Click icon below to insert an image or remove this placeholder to use the whitespace in another way</a:t>
            </a:r>
          </a:p>
        </p:txBody>
      </p:sp>
      <p:sp>
        <p:nvSpPr>
          <p:cNvPr id="12"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4" name="Title 1"/>
          <p:cNvSpPr>
            <a:spLocks noGrp="1"/>
          </p:cNvSpPr>
          <p:nvPr>
            <p:ph type="title" hasCustomPrompt="1"/>
          </p:nvPr>
        </p:nvSpPr>
        <p:spPr bwMode="blackWhite">
          <a:xfrm>
            <a:off x="756745" y="1804650"/>
            <a:ext cx="6120807" cy="3286800"/>
          </a:xfrm>
          <a:prstGeom prst="rect">
            <a:avLst/>
          </a:prstGeom>
        </p:spPr>
        <p:txBody>
          <a:bodyPr vert="horz" anchor="ctr">
            <a:noAutofit/>
          </a:bodyPr>
          <a:lstStyle>
            <a:lvl1pPr>
              <a:defRPr sz="5400" b="1">
                <a:solidFill>
                  <a:schemeClr val="bg1"/>
                </a:solidFill>
                <a:latin typeface="+mj-lt"/>
                <a:ea typeface="+mj-ea"/>
                <a:cs typeface="+mj-cs"/>
                <a:sym typeface="Trebuchet MS" panose="020B0603020202020204" pitchFamily="34" charset="0"/>
              </a:defRPr>
            </a:lvl1pPr>
          </a:lstStyle>
          <a:p>
            <a:r>
              <a:rPr lang="en-US"/>
              <a:t>Click to edit title</a:t>
            </a:r>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a:solidFill>
                <a:schemeClr val="bg1">
                  <a:lumMod val="50000"/>
                </a:schemeClr>
              </a:solidFill>
              <a:latin typeface="+mn-lt"/>
              <a:ea typeface="+mn-ea"/>
              <a:cs typeface="+mn-cs"/>
              <a:sym typeface="Trebuchet MS" panose="020B0603020202020204" pitchFamily="34" charset="0"/>
            </a:endParaRPr>
          </a:p>
        </p:txBody>
      </p:sp>
      <p:grpSp>
        <p:nvGrpSpPr>
          <p:cNvPr id="15"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16"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7"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8"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9" name="TextBox 28">
            <a:extLst>
              <a:ext uri="{FF2B5EF4-FFF2-40B4-BE49-F238E27FC236}">
                <a16:creationId xmlns:a16="http://schemas.microsoft.com/office/drawing/2014/main" id="{3257489D-10B7-4713-AA8E-BECAF674CDF4}"/>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Tree>
    <p:extLst>
      <p:ext uri="{BB962C8B-B14F-4D97-AF65-F5344CB8AC3E}">
        <p14:creationId xmlns:p14="http://schemas.microsoft.com/office/powerpoint/2010/main" val="231746612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Left arrow">
    <p:bg>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B10EF0EE-6E79-48B7-BC38-8031A3909717}"/>
              </a:ext>
            </a:extLst>
          </p:cNvPr>
          <p:cNvGraphicFramePr>
            <a:graphicFrameLocks noChangeAspect="1"/>
          </p:cNvGraphicFramePr>
          <p:nvPr userDrawn="1">
            <p:custDataLst>
              <p:tags r:id="rId1"/>
            </p:custDataLst>
            <p:extLst>
              <p:ext uri="{D42A27DB-BD31-4B8C-83A1-F6EECF244321}">
                <p14:modId xmlns:p14="http://schemas.microsoft.com/office/powerpoint/2010/main" val="175179042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B10EF0EE-6E79-48B7-BC38-8031A39097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6"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rgbClr val="F2F2F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Bef>
                <a:spcPts val="300"/>
              </a:spcBef>
              <a:spcAft>
                <a:spcPts val="300"/>
              </a:spcAft>
            </a:pPr>
            <a:endParaRPr lang="en-US" sz="1600">
              <a:solidFill>
                <a:schemeClr val="bg1"/>
              </a:solidFill>
              <a:sym typeface="Trebuchet MS" panose="020B0603020202020204" pitchFamily="34" charset="0"/>
            </a:endParaRPr>
          </a:p>
        </p:txBody>
      </p:sp>
      <p:sp>
        <p:nvSpPr>
          <p:cNvPr id="5"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ea typeface="+mn-ea"/>
                <a:cs typeface="+mn-cs"/>
                <a:sym typeface="Trebuchet MS" panose="020B0603020202020204" pitchFamily="34" charset="0"/>
              </a:defRPr>
            </a:lvl1pPr>
          </a:lstStyle>
          <a:p>
            <a:endParaRPr lang="en-US"/>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sp>
        <p:nvSpPr>
          <p:cNvPr id="6" name="Text Placeholder 5">
            <a:extLst>
              <a:ext uri="{FF2B5EF4-FFF2-40B4-BE49-F238E27FC236}">
                <a16:creationId xmlns:a16="http://schemas.microsoft.com/office/drawing/2014/main" id="{54CA723A-059F-4468-B6E4-419A79EC4E78}"/>
              </a:ext>
            </a:extLst>
          </p:cNvPr>
          <p:cNvSpPr>
            <a:spLocks noGrp="1"/>
          </p:cNvSpPr>
          <p:nvPr>
            <p:ph type="body" sz="quarter" idx="11" hasCustomPrompt="1"/>
          </p:nvPr>
        </p:nvSpPr>
        <p:spPr>
          <a:xfrm>
            <a:off x="756745" y="2764203"/>
            <a:ext cx="2351893" cy="1314311"/>
          </a:xfrm>
        </p:spPr>
        <p:txBody>
          <a:bodyPr anchor="ctr"/>
          <a:lstStyle>
            <a:lvl1pPr>
              <a:lnSpc>
                <a:spcPct val="90000"/>
              </a:lnSpc>
              <a:spcBef>
                <a:spcPts val="0"/>
              </a:spcBef>
              <a:spcAft>
                <a:spcPts val="0"/>
              </a:spcAft>
              <a:defRPr sz="4400" b="1">
                <a:solidFill>
                  <a:schemeClr val="tx1"/>
                </a:solidFill>
                <a:latin typeface="+mn-lt"/>
                <a:ea typeface="+mn-ea"/>
                <a:cs typeface="+mn-cs"/>
              </a:defRPr>
            </a:lvl1pPr>
          </a:lstStyle>
          <a:p>
            <a:pPr lvl="0"/>
            <a:r>
              <a:rPr lang="en-US"/>
              <a:t>Click to add title</a:t>
            </a:r>
          </a:p>
        </p:txBody>
      </p:sp>
      <p:pic>
        <p:nvPicPr>
          <p:cNvPr id="9" name="Picture 8"/>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grpSp>
        <p:nvGrpSpPr>
          <p:cNvPr id="8"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10"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1"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3"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5" name="TextBox 24">
            <a:extLst>
              <a:ext uri="{FF2B5EF4-FFF2-40B4-BE49-F238E27FC236}">
                <a16:creationId xmlns:a16="http://schemas.microsoft.com/office/drawing/2014/main" id="{AA4525D1-A0CC-417B-BC30-78B051EBD78A}"/>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Tree>
    <p:extLst>
      <p:ext uri="{BB962C8B-B14F-4D97-AF65-F5344CB8AC3E}">
        <p14:creationId xmlns:p14="http://schemas.microsoft.com/office/powerpoint/2010/main" val="38009447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Green left arrow">
    <p:bg>
      <p:bgPr>
        <a:solidFill>
          <a:srgbClr val="F2F2F2"/>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83CF50CA-4F49-4FCB-9E5A-12CD64BDD36E}"/>
              </a:ext>
            </a:extLst>
          </p:cNvPr>
          <p:cNvGraphicFramePr>
            <a:graphicFrameLocks noChangeAspect="1"/>
          </p:cNvGraphicFramePr>
          <p:nvPr userDrawn="1">
            <p:custDataLst>
              <p:tags r:id="rId1"/>
            </p:custDataLst>
            <p:extLst>
              <p:ext uri="{D42A27DB-BD31-4B8C-83A1-F6EECF244321}">
                <p14:modId xmlns:p14="http://schemas.microsoft.com/office/powerpoint/2010/main" val="235335778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4" name="Object 3" hidden="1">
                        <a:extLst>
                          <a:ext uri="{FF2B5EF4-FFF2-40B4-BE49-F238E27FC236}">
                            <a16:creationId xmlns:a16="http://schemas.microsoft.com/office/drawing/2014/main" id="{83CF50CA-4F49-4FCB-9E5A-12CD64BDD36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6" name="Freeform 14"/>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100000">
                <a:srgbClr val="073B16"/>
              </a:gs>
              <a:gs pos="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a:solidFill>
                <a:prstClr val="white"/>
              </a:solidFill>
              <a:latin typeface="+mn-lt"/>
              <a:ea typeface="+mn-ea"/>
              <a:cs typeface="+mn-cs"/>
              <a:sym typeface="Trebuchet MS" panose="020B0603020202020204" pitchFamily="34" charset="0"/>
            </a:endParaRPr>
          </a:p>
        </p:txBody>
      </p:sp>
      <p:sp>
        <p:nvSpPr>
          <p:cNvPr id="3" name="Title 2"/>
          <p:cNvSpPr>
            <a:spLocks noGrp="1"/>
          </p:cNvSpPr>
          <p:nvPr>
            <p:ph type="title" hasCustomPrompt="1"/>
          </p:nvPr>
        </p:nvSpPr>
        <p:spPr>
          <a:xfrm>
            <a:off x="756745" y="2764203"/>
            <a:ext cx="2351893" cy="1314311"/>
          </a:xfrm>
        </p:spPr>
        <p:txBody>
          <a:bodyPr vert="horz" anchor="ctr" anchorCtr="0">
            <a:noAutofit/>
          </a:bodyPr>
          <a:lstStyle>
            <a:lvl1pPr>
              <a:defRPr sz="4400" b="1" baseline="0">
                <a:solidFill>
                  <a:srgbClr val="FFFFFF"/>
                </a:solidFill>
                <a:latin typeface="+mj-lt"/>
                <a:ea typeface="+mj-ea"/>
                <a:cs typeface="+mj-cs"/>
              </a:defRPr>
            </a:lvl1pPr>
          </a:lstStyle>
          <a:p>
            <a:r>
              <a:rPr lang="en-US"/>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pic>
        <p:nvPicPr>
          <p:cNvPr id="9" name="Picture 8"/>
          <p:cNvPicPr>
            <a:picLocks noChangeAspect="1"/>
          </p:cNvPicPr>
          <p:nvPr userDrawn="1"/>
        </p:nvPicPr>
        <p:blipFill rotWithShape="1">
          <a:blip r:embed="rId5">
            <a:extLst>
              <a:ext uri="{28A0092B-C50C-407E-A947-70E740481C1C}">
                <a14:useLocalDpi xmlns:a14="http://schemas.microsoft.com/office/drawing/2010/main" val="0"/>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grpSp>
        <p:nvGrpSpPr>
          <p:cNvPr id="8"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10"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1"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2"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6" name="TextBox 25">
            <a:extLst>
              <a:ext uri="{FF2B5EF4-FFF2-40B4-BE49-F238E27FC236}">
                <a16:creationId xmlns:a16="http://schemas.microsoft.com/office/drawing/2014/main" id="{13E583B7-CC73-4628-85B5-C2A8522C9875}"/>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Tree>
    <p:extLst>
      <p:ext uri="{BB962C8B-B14F-4D97-AF65-F5344CB8AC3E}">
        <p14:creationId xmlns:p14="http://schemas.microsoft.com/office/powerpoint/2010/main" val="191301588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Arrow one third">
    <p:bg>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207072715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24" imgH="324" progId="TCLayout.ActiveDocument.1">
                  <p:embed/>
                </p:oleObj>
              </mc:Choice>
              <mc:Fallback>
                <p:oleObj name="think-cell Slide" r:id="rId3" imgW="324" imgH="324"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TextBox 4"/>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a:solidFill>
                <a:schemeClr val="bg1"/>
              </a:solidFill>
              <a:latin typeface="+mn-lt"/>
              <a:ea typeface="+mn-ea"/>
              <a:cs typeface="+mn-cs"/>
              <a:sym typeface="Trebuchet MS" panose="020B0603020202020204" pitchFamily="34" charset="0"/>
            </a:endParaRPr>
          </a:p>
        </p:txBody>
      </p:sp>
      <p:sp>
        <p:nvSpPr>
          <p:cNvPr id="8"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ea typeface="+mn-ea"/>
                <a:cs typeface="+mn-cs"/>
                <a:sym typeface="Trebuchet MS" panose="020B0603020202020204" pitchFamily="34" charset="0"/>
              </a:defRPr>
            </a:lvl1pPr>
          </a:lstStyle>
          <a:p>
            <a:endParaRPr lang="en-US"/>
          </a:p>
        </p:txBody>
      </p:sp>
      <p:sp>
        <p:nvSpPr>
          <p:cNvPr id="13" name="Pentagon 3"/>
          <p:cNvSpPr/>
          <p:nvPr userDrawn="1"/>
        </p:nvSpPr>
        <p:spPr bwMode="white">
          <a:xfrm>
            <a:off x="1" y="0"/>
            <a:ext cx="5426920" cy="6858000"/>
          </a:xfrm>
          <a:prstGeom prst="homePlate">
            <a:avLst>
              <a:gd name="adj" fmla="val 12939"/>
            </a:avLst>
          </a:prstGeom>
          <a:solidFill>
            <a:srgbClr val="F2F2F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Bef>
                <a:spcPts val="300"/>
              </a:spcBef>
              <a:spcAft>
                <a:spcPts val="300"/>
              </a:spcAft>
            </a:pPr>
            <a:endParaRPr lang="en-US" sz="1600">
              <a:solidFill>
                <a:schemeClr val="bg1"/>
              </a:solidFill>
              <a:sym typeface="Trebuchet MS" panose="020B0603020202020204" pitchFamily="34" charset="0"/>
            </a:endParaRPr>
          </a:p>
        </p:txBody>
      </p:sp>
      <p:sp>
        <p:nvSpPr>
          <p:cNvPr id="14" name="Title 1"/>
          <p:cNvSpPr>
            <a:spLocks noGrp="1"/>
          </p:cNvSpPr>
          <p:nvPr>
            <p:ph type="title" hasCustomPrompt="1"/>
          </p:nvPr>
        </p:nvSpPr>
        <p:spPr>
          <a:xfrm>
            <a:off x="756745" y="1785600"/>
            <a:ext cx="3935490" cy="3286800"/>
          </a:xfrm>
          <a:prstGeom prst="rect">
            <a:avLst/>
          </a:prstGeom>
        </p:spPr>
        <p:txBody>
          <a:bodyPr vert="horz" anchor="ctr">
            <a:noAutofit/>
          </a:bodyPr>
          <a:lstStyle>
            <a:lvl1pPr>
              <a:defRPr sz="5400" b="1">
                <a:solidFill>
                  <a:schemeClr val="tx1"/>
                </a:solidFill>
                <a:latin typeface="+mj-lt"/>
                <a:ea typeface="+mj-ea"/>
                <a:cs typeface="+mj-cs"/>
                <a:sym typeface="Trebuchet MS" panose="020B0603020202020204" pitchFamily="34" charset="0"/>
              </a:defRPr>
            </a:lvl1pPr>
          </a:lstStyle>
          <a:p>
            <a:r>
              <a:rPr lang="en-US"/>
              <a:t>Click to add title</a:t>
            </a:r>
          </a:p>
        </p:txBody>
      </p:sp>
      <p:pic>
        <p:nvPicPr>
          <p:cNvPr id="15" name="Picture 14"/>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grpSp>
        <p:nvGrpSpPr>
          <p:cNvPr id="9"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10"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1"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2"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6"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6" name="TextBox 25">
            <a:extLst>
              <a:ext uri="{FF2B5EF4-FFF2-40B4-BE49-F238E27FC236}">
                <a16:creationId xmlns:a16="http://schemas.microsoft.com/office/drawing/2014/main" id="{A2918507-F99D-43E3-A0A3-C4E63C927BFF}"/>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Tree>
    <p:extLst>
      <p:ext uri="{BB962C8B-B14F-4D97-AF65-F5344CB8AC3E}">
        <p14:creationId xmlns:p14="http://schemas.microsoft.com/office/powerpoint/2010/main" val="151915012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Green arrow one third">
    <p:bg>
      <p:bgPr>
        <a:solidFill>
          <a:srgbClr val="F2F2F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B373AC1-7A49-43C0-9F0E-094508DD1B6B}"/>
              </a:ext>
            </a:extLst>
          </p:cNvPr>
          <p:cNvGraphicFramePr>
            <a:graphicFrameLocks noChangeAspect="1"/>
          </p:cNvGraphicFramePr>
          <p:nvPr userDrawn="1">
            <p:custDataLst>
              <p:tags r:id="rId1"/>
            </p:custDataLst>
            <p:extLst>
              <p:ext uri="{D42A27DB-BD31-4B8C-83A1-F6EECF244321}">
                <p14:modId xmlns:p14="http://schemas.microsoft.com/office/powerpoint/2010/main" val="347322026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FB373AC1-7A49-43C0-9F0E-094508DD1B6B}"/>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3" name="Pentagon 3"/>
          <p:cNvSpPr/>
          <p:nvPr userDrawn="1"/>
        </p:nvSpPr>
        <p:spPr bwMode="white">
          <a:xfrm>
            <a:off x="1" y="0"/>
            <a:ext cx="5426920" cy="6858000"/>
          </a:xfrm>
          <a:prstGeom prst="homePlate">
            <a:avLst>
              <a:gd name="adj" fmla="val 12939"/>
            </a:avLst>
          </a:prstGeom>
          <a:gradFill>
            <a:gsLst>
              <a:gs pos="100000">
                <a:srgbClr val="073B16"/>
              </a:gs>
              <a:gs pos="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a:solidFill>
                <a:prstClr val="white"/>
              </a:solidFill>
              <a:latin typeface="+mn-lt"/>
              <a:ea typeface="+mn-ea"/>
              <a:cs typeface="+mn-cs"/>
              <a:sym typeface="Trebuchet MS" panose="020B0603020202020204" pitchFamily="34" charset="0"/>
            </a:endParaRPr>
          </a:p>
        </p:txBody>
      </p:sp>
      <p:sp>
        <p:nvSpPr>
          <p:cNvPr id="14" name="Title 1"/>
          <p:cNvSpPr>
            <a:spLocks noGrp="1"/>
          </p:cNvSpPr>
          <p:nvPr>
            <p:ph type="title" hasCustomPrompt="1"/>
          </p:nvPr>
        </p:nvSpPr>
        <p:spPr>
          <a:xfrm>
            <a:off x="756745" y="1785600"/>
            <a:ext cx="3935490" cy="3286800"/>
          </a:xfrm>
          <a:prstGeom prst="rect">
            <a:avLst/>
          </a:prstGeom>
        </p:spPr>
        <p:txBody>
          <a:bodyPr vert="horz" anchor="ctr">
            <a:noAutofit/>
          </a:bodyPr>
          <a:lstStyle>
            <a:lvl1pPr>
              <a:defRPr sz="5400" b="1">
                <a:solidFill>
                  <a:srgbClr val="FFFFFF"/>
                </a:solidFill>
                <a:latin typeface="+mj-lt"/>
                <a:ea typeface="+mj-ea"/>
                <a:cs typeface="+mj-cs"/>
                <a:sym typeface="Trebuchet MS" panose="020B0603020202020204" pitchFamily="34" charset="0"/>
              </a:defRPr>
            </a:lvl1pPr>
          </a:lstStyle>
          <a:p>
            <a:r>
              <a:rPr lang="en-US"/>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pic>
        <p:nvPicPr>
          <p:cNvPr id="9" name="Picture 8"/>
          <p:cNvPicPr>
            <a:picLocks noChangeAspect="1"/>
          </p:cNvPicPr>
          <p:nvPr userDrawn="1"/>
        </p:nvPicPr>
        <p:blipFill rotWithShape="1">
          <a:blip r:embed="rId5">
            <a:extLst>
              <a:ext uri="{28A0092B-C50C-407E-A947-70E740481C1C}">
                <a14:useLocalDpi xmlns:a14="http://schemas.microsoft.com/office/drawing/2010/main" val="0"/>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grpSp>
        <p:nvGrpSpPr>
          <p:cNvPr id="8"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10"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2"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7" name="TextBox 26">
            <a:extLst>
              <a:ext uri="{FF2B5EF4-FFF2-40B4-BE49-F238E27FC236}">
                <a16:creationId xmlns:a16="http://schemas.microsoft.com/office/drawing/2014/main" id="{D82CD990-B518-44EA-8A85-8C62312DCC51}"/>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Tree>
    <p:extLst>
      <p:ext uri="{BB962C8B-B14F-4D97-AF65-F5344CB8AC3E}">
        <p14:creationId xmlns:p14="http://schemas.microsoft.com/office/powerpoint/2010/main" val="322680687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Arrow half">
    <p:bg>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11976EC-3FA0-401F-8CFA-66B99EE26B6D}"/>
              </a:ext>
            </a:extLst>
          </p:cNvPr>
          <p:cNvGraphicFramePr>
            <a:graphicFrameLocks noChangeAspect="1"/>
          </p:cNvGraphicFramePr>
          <p:nvPr userDrawn="1">
            <p:custDataLst>
              <p:tags r:id="rId1"/>
            </p:custDataLst>
            <p:extLst>
              <p:ext uri="{D42A27DB-BD31-4B8C-83A1-F6EECF244321}">
                <p14:modId xmlns:p14="http://schemas.microsoft.com/office/powerpoint/2010/main" val="57031735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611976EC-3FA0-401F-8CFA-66B99EE26B6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Date Placeholder 7"/>
          <p:cNvSpPr>
            <a:spLocks noGrp="1"/>
          </p:cNvSpPr>
          <p:nvPr>
            <p:ph type="dt" sz="half" idx="16"/>
          </p:nvPr>
        </p:nvSpPr>
        <p:spPr>
          <a:xfrm>
            <a:off x="9677400" y="6405036"/>
            <a:ext cx="1482051" cy="153888"/>
          </a:xfrm>
          <a:prstGeom prst="rect">
            <a:avLst/>
          </a:prstGeom>
        </p:spPr>
        <p:txBody>
          <a:bodyPr/>
          <a:lstStyle>
            <a:lvl1pPr>
              <a:defRPr>
                <a:solidFill>
                  <a:schemeClr val="bg1"/>
                </a:solidFill>
                <a:latin typeface="+mn-lt"/>
                <a:ea typeface="+mn-ea"/>
                <a:cs typeface="+mn-cs"/>
                <a:sym typeface="Trebuchet MS" panose="020B0603020202020204" pitchFamily="34" charset="0"/>
              </a:defRPr>
            </a:lvl1pPr>
          </a:lstStyle>
          <a:p>
            <a:endParaRPr lang="en-US"/>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sp>
        <p:nvSpPr>
          <p:cNvPr id="14" name="Pentagon 8"/>
          <p:cNvSpPr/>
          <p:nvPr userDrawn="1"/>
        </p:nvSpPr>
        <p:spPr bwMode="white">
          <a:xfrm>
            <a:off x="0" y="0"/>
            <a:ext cx="6363546" cy="6858000"/>
          </a:xfrm>
          <a:prstGeom prst="homePlate">
            <a:avLst>
              <a:gd name="adj" fmla="val 12939"/>
            </a:avLst>
          </a:prstGeom>
          <a:solidFill>
            <a:srgbClr val="F2F2F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Bef>
                <a:spcPts val="300"/>
              </a:spcBef>
              <a:spcAft>
                <a:spcPts val="300"/>
              </a:spcAft>
            </a:pPr>
            <a:endParaRPr lang="en-US" sz="1600">
              <a:solidFill>
                <a:schemeClr val="bg1"/>
              </a:solidFill>
              <a:sym typeface="Trebuchet MS" panose="020B0603020202020204" pitchFamily="34" charset="0"/>
            </a:endParaRPr>
          </a:p>
        </p:txBody>
      </p:sp>
      <p:sp>
        <p:nvSpPr>
          <p:cNvPr id="16" name="Title 2"/>
          <p:cNvSpPr>
            <a:spLocks noGrp="1"/>
          </p:cNvSpPr>
          <p:nvPr>
            <p:ph type="title" hasCustomPrompt="1"/>
          </p:nvPr>
        </p:nvSpPr>
        <p:spPr>
          <a:xfrm>
            <a:off x="756745" y="317139"/>
            <a:ext cx="4546901" cy="569387"/>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4000" b="1" i="0" u="none" kern="1200" spc="0">
                <a:solidFill>
                  <a:schemeClr val="tx1"/>
                </a:solidFill>
                <a:latin typeface="+mj-lt"/>
                <a:ea typeface="+mj-ea"/>
                <a:cs typeface="+mj-cs"/>
                <a:sym typeface="Trebuchet MS" panose="020B0603020202020204" pitchFamily="34" charset="0"/>
              </a:defRPr>
            </a:lvl1pPr>
          </a:lstStyle>
          <a:p>
            <a:pPr lvl="0"/>
            <a:r>
              <a:rPr lang="en-US"/>
              <a:t>Click to add title</a:t>
            </a:r>
          </a:p>
        </p:txBody>
      </p:sp>
      <p:pic>
        <p:nvPicPr>
          <p:cNvPr id="9" name="Picture 8"/>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grpSp>
        <p:nvGrpSpPr>
          <p:cNvPr id="10"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11"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2"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3"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7" name="TextBox 26">
            <a:extLst>
              <a:ext uri="{FF2B5EF4-FFF2-40B4-BE49-F238E27FC236}">
                <a16:creationId xmlns:a16="http://schemas.microsoft.com/office/drawing/2014/main" id="{96927667-2081-4B7A-A290-220A6DCAB474}"/>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Tree>
    <p:extLst>
      <p:ext uri="{BB962C8B-B14F-4D97-AF65-F5344CB8AC3E}">
        <p14:creationId xmlns:p14="http://schemas.microsoft.com/office/powerpoint/2010/main" val="37577490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Green arrow half">
    <p:bg>
      <p:bgPr>
        <a:solidFill>
          <a:srgbClr val="F2F2F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256323A-BFCB-4D2B-8446-176197BC0327}"/>
              </a:ext>
            </a:extLst>
          </p:cNvPr>
          <p:cNvGraphicFramePr>
            <a:graphicFrameLocks noChangeAspect="1"/>
          </p:cNvGraphicFramePr>
          <p:nvPr userDrawn="1">
            <p:custDataLst>
              <p:tags r:id="rId1"/>
            </p:custDataLst>
            <p:extLst>
              <p:ext uri="{D42A27DB-BD31-4B8C-83A1-F6EECF244321}">
                <p14:modId xmlns:p14="http://schemas.microsoft.com/office/powerpoint/2010/main" val="30294461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3256323A-BFCB-4D2B-8446-176197BC032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4" name="Pentagon 8"/>
          <p:cNvSpPr/>
          <p:nvPr userDrawn="1"/>
        </p:nvSpPr>
        <p:spPr bwMode="white">
          <a:xfrm>
            <a:off x="0" y="0"/>
            <a:ext cx="6363546" cy="6858000"/>
          </a:xfrm>
          <a:prstGeom prst="homePlate">
            <a:avLst>
              <a:gd name="adj" fmla="val 12939"/>
            </a:avLst>
          </a:prstGeom>
          <a:gradFill>
            <a:gsLst>
              <a:gs pos="100000">
                <a:srgbClr val="073B16"/>
              </a:gs>
              <a:gs pos="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a:solidFill>
                <a:prstClr val="white"/>
              </a:solidFill>
              <a:latin typeface="+mn-lt"/>
              <a:ea typeface="+mn-ea"/>
              <a:cs typeface="+mn-cs"/>
              <a:sym typeface="Trebuchet MS" panose="020B0603020202020204" pitchFamily="34" charset="0"/>
            </a:endParaRPr>
          </a:p>
        </p:txBody>
      </p:sp>
      <p:sp>
        <p:nvSpPr>
          <p:cNvPr id="16" name="Title 2"/>
          <p:cNvSpPr>
            <a:spLocks noGrp="1"/>
          </p:cNvSpPr>
          <p:nvPr>
            <p:ph type="title" hasCustomPrompt="1"/>
          </p:nvPr>
        </p:nvSpPr>
        <p:spPr>
          <a:xfrm>
            <a:off x="756745" y="317139"/>
            <a:ext cx="4546901" cy="569387"/>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4000" b="1" i="0" u="none" kern="1200" spc="0">
                <a:solidFill>
                  <a:srgbClr val="FFFFFF"/>
                </a:solidFill>
                <a:latin typeface="+mj-lt"/>
                <a:ea typeface="+mj-ea"/>
                <a:cs typeface="+mj-cs"/>
                <a:sym typeface="Trebuchet MS" panose="020B0603020202020204" pitchFamily="34" charset="0"/>
              </a:defRPr>
            </a:lvl1pPr>
          </a:lstStyle>
          <a:p>
            <a:pPr lvl="0"/>
            <a:r>
              <a:rPr lang="en-US"/>
              <a:t>Click to add title</a:t>
            </a:r>
          </a:p>
        </p:txBody>
      </p:sp>
      <p:sp>
        <p:nvSpPr>
          <p:cNvPr id="12"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pic>
        <p:nvPicPr>
          <p:cNvPr id="9" name="Picture 8"/>
          <p:cNvPicPr>
            <a:picLocks noChangeAspect="1"/>
          </p:cNvPicPr>
          <p:nvPr userDrawn="1"/>
        </p:nvPicPr>
        <p:blipFill rotWithShape="1">
          <a:blip r:embed="rId5">
            <a:extLst>
              <a:ext uri="{28A0092B-C50C-407E-A947-70E740481C1C}">
                <a14:useLocalDpi xmlns:a14="http://schemas.microsoft.com/office/drawing/2010/main" val="0"/>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grpSp>
        <p:nvGrpSpPr>
          <p:cNvPr id="8"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10"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1"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7" name="TextBox 26">
            <a:extLst>
              <a:ext uri="{FF2B5EF4-FFF2-40B4-BE49-F238E27FC236}">
                <a16:creationId xmlns:a16="http://schemas.microsoft.com/office/drawing/2014/main" id="{EDF6303D-8C82-41BA-90C3-71DB83D96920}"/>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Tree>
    <p:extLst>
      <p:ext uri="{BB962C8B-B14F-4D97-AF65-F5344CB8AC3E}">
        <p14:creationId xmlns:p14="http://schemas.microsoft.com/office/powerpoint/2010/main" val="19298507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Arrow two third">
    <p:bg>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2F9B779F-4072-4938-936D-FD869CC2810F}"/>
              </a:ext>
            </a:extLst>
          </p:cNvPr>
          <p:cNvGraphicFramePr>
            <a:graphicFrameLocks noChangeAspect="1"/>
          </p:cNvGraphicFramePr>
          <p:nvPr userDrawn="1">
            <p:custDataLst>
              <p:tags r:id="rId1"/>
            </p:custDataLst>
            <p:extLst>
              <p:ext uri="{D42A27DB-BD31-4B8C-83A1-F6EECF244321}">
                <p14:modId xmlns:p14="http://schemas.microsoft.com/office/powerpoint/2010/main" val="388297422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2F9B779F-4072-4938-936D-FD869CC2810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rgbClr val="F2F2F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Bef>
                <a:spcPts val="300"/>
              </a:spcBef>
              <a:spcAft>
                <a:spcPts val="300"/>
              </a:spcAft>
            </a:pPr>
            <a:endParaRPr lang="en-US" sz="1600">
              <a:solidFill>
                <a:schemeClr val="bg1"/>
              </a:solidFill>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ea typeface="+mn-ea"/>
                <a:cs typeface="+mn-cs"/>
                <a:sym typeface="Trebuchet MS" panose="020B0603020202020204" pitchFamily="34" charset="0"/>
              </a:defRPr>
            </a:lvl1pPr>
          </a:lstStyle>
          <a:p>
            <a:endParaRPr lang="en-US"/>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sp>
        <p:nvSpPr>
          <p:cNvPr id="11" name="Title 3"/>
          <p:cNvSpPr>
            <a:spLocks noGrp="1"/>
          </p:cNvSpPr>
          <p:nvPr>
            <p:ph type="title" hasCustomPrompt="1"/>
          </p:nvPr>
        </p:nvSpPr>
        <p:spPr>
          <a:xfrm>
            <a:off x="756745" y="317139"/>
            <a:ext cx="6130055" cy="5539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4000" b="1" i="0" u="none" kern="1200" spc="0">
                <a:solidFill>
                  <a:schemeClr val="tx1"/>
                </a:solidFill>
                <a:latin typeface="+mj-lt"/>
                <a:ea typeface="+mj-ea"/>
                <a:cs typeface="+mj-cs"/>
                <a:sym typeface="Trebuchet MS" panose="020B0603020202020204" pitchFamily="34" charset="0"/>
              </a:defRPr>
            </a:lvl1pPr>
          </a:lstStyle>
          <a:p>
            <a:pPr lvl="0"/>
            <a:r>
              <a:rPr lang="en-US"/>
              <a:t>Click to add title</a:t>
            </a:r>
          </a:p>
        </p:txBody>
      </p:sp>
      <p:pic>
        <p:nvPicPr>
          <p:cNvPr id="16" name="Picture 15"/>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grpSp>
        <p:nvGrpSpPr>
          <p:cNvPr id="8"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9"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0"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7"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8"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7" name="TextBox 26">
            <a:extLst>
              <a:ext uri="{FF2B5EF4-FFF2-40B4-BE49-F238E27FC236}">
                <a16:creationId xmlns:a16="http://schemas.microsoft.com/office/drawing/2014/main" id="{B47FAAC3-ECB1-43E8-AA29-41D2A2498C4B}"/>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Tree>
    <p:extLst>
      <p:ext uri="{BB962C8B-B14F-4D97-AF65-F5344CB8AC3E}">
        <p14:creationId xmlns:p14="http://schemas.microsoft.com/office/powerpoint/2010/main" val="32504333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Green arrow two third">
    <p:bg>
      <p:bgPr>
        <a:solidFill>
          <a:srgbClr val="F2F2F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21498336-B684-4D03-8633-D6567A8DD0A6}"/>
              </a:ext>
            </a:extLst>
          </p:cNvPr>
          <p:cNvGraphicFramePr>
            <a:graphicFrameLocks noChangeAspect="1"/>
          </p:cNvGraphicFramePr>
          <p:nvPr userDrawn="1">
            <p:custDataLst>
              <p:tags r:id="rId1"/>
            </p:custDataLst>
            <p:extLst>
              <p:ext uri="{D42A27DB-BD31-4B8C-83A1-F6EECF244321}">
                <p14:modId xmlns:p14="http://schemas.microsoft.com/office/powerpoint/2010/main" val="120480018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21498336-B684-4D03-8633-D6567A8DD0A6}"/>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100000">
                <a:srgbClr val="073B16"/>
              </a:gs>
              <a:gs pos="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a:solidFill>
                <a:schemeClr val="bg1"/>
              </a:solidFill>
              <a:latin typeface="+mn-lt"/>
              <a:ea typeface="+mn-ea"/>
              <a:cs typeface="+mn-cs"/>
              <a:sym typeface="Trebuchet MS" panose="020B0603020202020204" pitchFamily="34" charset="0"/>
            </a:endParaRPr>
          </a:p>
        </p:txBody>
      </p:sp>
      <p:sp>
        <p:nvSpPr>
          <p:cNvPr id="11" name="Title 3"/>
          <p:cNvSpPr>
            <a:spLocks noGrp="1"/>
          </p:cNvSpPr>
          <p:nvPr>
            <p:ph type="title" hasCustomPrompt="1"/>
          </p:nvPr>
        </p:nvSpPr>
        <p:spPr>
          <a:xfrm>
            <a:off x="756745" y="317139"/>
            <a:ext cx="6130055" cy="569387"/>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4000" b="1" i="0" u="none" kern="1200" spc="0">
                <a:solidFill>
                  <a:srgbClr val="FFFFFF"/>
                </a:solidFill>
                <a:latin typeface="+mj-lt"/>
                <a:ea typeface="+mj-ea"/>
                <a:cs typeface="+mj-cs"/>
                <a:sym typeface="Trebuchet MS" panose="020B0603020202020204" pitchFamily="34" charset="0"/>
              </a:defRPr>
            </a:lvl1pPr>
          </a:lstStyle>
          <a:p>
            <a:pPr lvl="0"/>
            <a:r>
              <a:rPr lang="en-US"/>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pic>
        <p:nvPicPr>
          <p:cNvPr id="9" name="Picture 8"/>
          <p:cNvPicPr>
            <a:picLocks noChangeAspect="1"/>
          </p:cNvPicPr>
          <p:nvPr userDrawn="1"/>
        </p:nvPicPr>
        <p:blipFill rotWithShape="1">
          <a:blip r:embed="rId5">
            <a:extLst>
              <a:ext uri="{28A0092B-C50C-407E-A947-70E740481C1C}">
                <a14:useLocalDpi xmlns:a14="http://schemas.microsoft.com/office/drawing/2010/main" val="0"/>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grpSp>
        <p:nvGrpSpPr>
          <p:cNvPr id="8" name="Google Shape;1892;p149">
            <a:extLst>
              <a:ext uri="{FF2B5EF4-FFF2-40B4-BE49-F238E27FC236}">
                <a16:creationId xmlns:a16="http://schemas.microsoft.com/office/drawing/2014/main" id="{FF5D0B8D-6363-4E55-8331-3C5738D24A69}"/>
              </a:ext>
            </a:extLst>
          </p:cNvPr>
          <p:cNvGrpSpPr/>
          <p:nvPr userDrawn="1"/>
        </p:nvGrpSpPr>
        <p:grpSpPr>
          <a:xfrm>
            <a:off x="10019832" y="-28841"/>
            <a:ext cx="2172168" cy="1289899"/>
            <a:chOff x="7006851" y="0"/>
            <a:chExt cx="2901252" cy="1725848"/>
          </a:xfrm>
        </p:grpSpPr>
        <p:sp>
          <p:nvSpPr>
            <p:cNvPr id="10" name="Google Shape;1893;p149">
              <a:extLst>
                <a:ext uri="{FF2B5EF4-FFF2-40B4-BE49-F238E27FC236}">
                  <a16:creationId xmlns:a16="http://schemas.microsoft.com/office/drawing/2014/main" id="{42D93CCD-F2C5-4401-9A48-DBB5F4BA0D12}"/>
                </a:ext>
              </a:extLst>
            </p:cNvPr>
            <p:cNvSpPr/>
            <p:nvPr/>
          </p:nvSpPr>
          <p:spPr>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3" name="Google Shape;1894;p149">
              <a:extLst>
                <a:ext uri="{FF2B5EF4-FFF2-40B4-BE49-F238E27FC236}">
                  <a16:creationId xmlns:a16="http://schemas.microsoft.com/office/drawing/2014/main" id="{63030B95-6704-452D-A3DE-198831B03D94}"/>
                </a:ext>
              </a:extLst>
            </p:cNvPr>
            <p:cNvSpPr/>
            <p:nvPr/>
          </p:nvSpPr>
          <p:spPr>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4" name="Google Shape;1895;p149">
              <a:extLst>
                <a:ext uri="{FF2B5EF4-FFF2-40B4-BE49-F238E27FC236}">
                  <a16:creationId xmlns:a16="http://schemas.microsoft.com/office/drawing/2014/main" id="{A737F445-D9FD-4562-BFB7-59805DAF6707}"/>
                </a:ext>
              </a:extLst>
            </p:cNvPr>
            <p:cNvSpPr/>
            <p:nvPr/>
          </p:nvSpPr>
          <p:spPr>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 name="Google Shape;1896;p149">
              <a:extLst>
                <a:ext uri="{FF2B5EF4-FFF2-40B4-BE49-F238E27FC236}">
                  <a16:creationId xmlns:a16="http://schemas.microsoft.com/office/drawing/2014/main" id="{539B9B30-E99A-4549-9737-A2038B9DC5AF}"/>
                </a:ext>
              </a:extLst>
            </p:cNvPr>
            <p:cNvSpPr/>
            <p:nvPr/>
          </p:nvSpPr>
          <p:spPr>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6" name="Google Shape;1897;p149">
              <a:extLst>
                <a:ext uri="{FF2B5EF4-FFF2-40B4-BE49-F238E27FC236}">
                  <a16:creationId xmlns:a16="http://schemas.microsoft.com/office/drawing/2014/main" id="{5C994CCB-2A70-4496-97F8-4759BDC83588}"/>
                </a:ext>
              </a:extLst>
            </p:cNvPr>
            <p:cNvSpPr/>
            <p:nvPr/>
          </p:nvSpPr>
          <p:spPr>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9" name="Google Shape;1898;p149">
              <a:extLst>
                <a:ext uri="{FF2B5EF4-FFF2-40B4-BE49-F238E27FC236}">
                  <a16:creationId xmlns:a16="http://schemas.microsoft.com/office/drawing/2014/main" id="{4B7C9373-19C5-4A18-B9AE-91295B24B315}"/>
                </a:ext>
              </a:extLst>
            </p:cNvPr>
            <p:cNvSpPr/>
            <p:nvPr/>
          </p:nvSpPr>
          <p:spPr>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0" name="Google Shape;1899;p149">
              <a:extLst>
                <a:ext uri="{FF2B5EF4-FFF2-40B4-BE49-F238E27FC236}">
                  <a16:creationId xmlns:a16="http://schemas.microsoft.com/office/drawing/2014/main" id="{C73C8A9D-D0D9-4E46-B012-BE91E59C141E}"/>
                </a:ext>
              </a:extLst>
            </p:cNvPr>
            <p:cNvSpPr/>
            <p:nvPr/>
          </p:nvSpPr>
          <p:spPr>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1" name="Google Shape;1900;p149">
              <a:extLst>
                <a:ext uri="{FF2B5EF4-FFF2-40B4-BE49-F238E27FC236}">
                  <a16:creationId xmlns:a16="http://schemas.microsoft.com/office/drawing/2014/main" id="{0FC64199-3478-4940-9D52-AA2F9338C13E}"/>
                </a:ext>
              </a:extLst>
            </p:cNvPr>
            <p:cNvSpPr/>
            <p:nvPr/>
          </p:nvSpPr>
          <p:spPr>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2" name="Google Shape;1901;p149">
              <a:extLst>
                <a:ext uri="{FF2B5EF4-FFF2-40B4-BE49-F238E27FC236}">
                  <a16:creationId xmlns:a16="http://schemas.microsoft.com/office/drawing/2014/main" id="{95F3E51F-DD19-40ED-A297-D56AF55188B3}"/>
                </a:ext>
              </a:extLst>
            </p:cNvPr>
            <p:cNvSpPr/>
            <p:nvPr/>
          </p:nvSpPr>
          <p:spPr>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3" name="Google Shape;1902;p149">
              <a:extLst>
                <a:ext uri="{FF2B5EF4-FFF2-40B4-BE49-F238E27FC236}">
                  <a16:creationId xmlns:a16="http://schemas.microsoft.com/office/drawing/2014/main" id="{BD642DE4-99B9-4857-8868-E5568E0F77AC}"/>
                </a:ext>
              </a:extLst>
            </p:cNvPr>
            <p:cNvSpPr/>
            <p:nvPr/>
          </p:nvSpPr>
          <p:spPr>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4" name="Google Shape;1903;p149">
              <a:extLst>
                <a:ext uri="{FF2B5EF4-FFF2-40B4-BE49-F238E27FC236}">
                  <a16:creationId xmlns:a16="http://schemas.microsoft.com/office/drawing/2014/main" id="{D33259B6-5562-4366-90EB-F4D6757544B1}"/>
                </a:ext>
              </a:extLst>
            </p:cNvPr>
            <p:cNvSpPr/>
            <p:nvPr/>
          </p:nvSpPr>
          <p:spPr>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5" name="Google Shape;1904;p149">
              <a:extLst>
                <a:ext uri="{FF2B5EF4-FFF2-40B4-BE49-F238E27FC236}">
                  <a16:creationId xmlns:a16="http://schemas.microsoft.com/office/drawing/2014/main" id="{95DBEB3A-AD3C-4104-B627-F2030C8A4B8A}"/>
                </a:ext>
              </a:extLst>
            </p:cNvPr>
            <p:cNvSpPr/>
            <p:nvPr/>
          </p:nvSpPr>
          <p:spPr>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26" name="Google Shape;1905;p149">
              <a:extLst>
                <a:ext uri="{FF2B5EF4-FFF2-40B4-BE49-F238E27FC236}">
                  <a16:creationId xmlns:a16="http://schemas.microsoft.com/office/drawing/2014/main" id="{B5C9D5C6-758A-4703-BE3E-3EB9DC1D20AB}"/>
                </a:ext>
              </a:extLst>
            </p:cNvPr>
            <p:cNvSpPr/>
            <p:nvPr/>
          </p:nvSpPr>
          <p:spPr>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7" name="TextBox 26">
            <a:extLst>
              <a:ext uri="{FF2B5EF4-FFF2-40B4-BE49-F238E27FC236}">
                <a16:creationId xmlns:a16="http://schemas.microsoft.com/office/drawing/2014/main" id="{79DA46E3-1978-4C8D-B138-3A5A2B3EF51F}"/>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Tree>
    <p:extLst>
      <p:ext uri="{BB962C8B-B14F-4D97-AF65-F5344CB8AC3E}">
        <p14:creationId xmlns:p14="http://schemas.microsoft.com/office/powerpoint/2010/main" val="31061909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Big statement green">
    <p:bg>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74C299BF-E88D-409D-8607-BAA67A527CDC}"/>
              </a:ext>
            </a:extLst>
          </p:cNvPr>
          <p:cNvGraphicFramePr>
            <a:graphicFrameLocks noChangeAspect="1"/>
          </p:cNvGraphicFramePr>
          <p:nvPr userDrawn="1">
            <p:custDataLst>
              <p:tags r:id="rId1"/>
            </p:custDataLst>
            <p:extLst>
              <p:ext uri="{D42A27DB-BD31-4B8C-83A1-F6EECF244321}">
                <p14:modId xmlns:p14="http://schemas.microsoft.com/office/powerpoint/2010/main" val="29609823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5" name="Object 4" hidden="1">
                        <a:extLst>
                          <a:ext uri="{FF2B5EF4-FFF2-40B4-BE49-F238E27FC236}">
                            <a16:creationId xmlns:a16="http://schemas.microsoft.com/office/drawing/2014/main" id="{74C299BF-E88D-409D-8607-BAA67A527CD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extBox 2"/>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ea typeface="+mn-ea"/>
                <a:cs typeface="+mn-cs"/>
                <a:sym typeface="Trebuchet MS" panose="020B0603020202020204" pitchFamily="34" charset="0"/>
              </a:defRPr>
            </a:lvl1pPr>
          </a:lstStyle>
          <a:p>
            <a:endParaRPr lang="en-US"/>
          </a:p>
        </p:txBody>
      </p:sp>
      <p:sp>
        <p:nvSpPr>
          <p:cNvPr id="8" name="Title 1"/>
          <p:cNvSpPr>
            <a:spLocks noGrp="1"/>
          </p:cNvSpPr>
          <p:nvPr>
            <p:ph type="title" hasCustomPrompt="1"/>
          </p:nvPr>
        </p:nvSpPr>
        <p:spPr>
          <a:xfrm>
            <a:off x="630000" y="3826333"/>
            <a:ext cx="10933200" cy="1606550"/>
          </a:xfrm>
        </p:spPr>
        <p:txBody>
          <a:bodyPr vert="horz"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j-ea"/>
                <a:cs typeface="+mj-cs"/>
                <a:sym typeface="Trebuchet MS" panose="020B0603020202020204" pitchFamily="34" charset="0"/>
              </a:defRPr>
            </a:lvl1pPr>
          </a:lstStyle>
          <a:p>
            <a:r>
              <a:rPr lang="en-US"/>
              <a:t>Click to add big statement text</a:t>
            </a:r>
          </a:p>
        </p:txBody>
      </p:sp>
      <p:sp>
        <p:nvSpPr>
          <p:cNvPr id="6" name="TextBox 5">
            <a:extLst>
              <a:ext uri="{FF2B5EF4-FFF2-40B4-BE49-F238E27FC236}">
                <a16:creationId xmlns:a16="http://schemas.microsoft.com/office/drawing/2014/main" id="{B415FF69-CEF1-415D-B605-06D6FFDAD6B6}"/>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Tree>
    <p:extLst>
      <p:ext uri="{BB962C8B-B14F-4D97-AF65-F5344CB8AC3E}">
        <p14:creationId xmlns:p14="http://schemas.microsoft.com/office/powerpoint/2010/main" val="61682670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Big statement icon">
    <p:bg>
      <p:bgPr>
        <a:solidFill>
          <a:schemeClr val="bg2">
            <a:lumMod val="95000"/>
          </a:schemeClr>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C4E9B3D3-8446-4EFF-8D16-2FB84EFAD03F}"/>
              </a:ext>
            </a:extLst>
          </p:cNvPr>
          <p:cNvGraphicFramePr>
            <a:graphicFrameLocks noChangeAspect="1"/>
          </p:cNvGraphicFramePr>
          <p:nvPr userDrawn="1">
            <p:custDataLst>
              <p:tags r:id="rId1"/>
            </p:custDataLst>
            <p:extLst>
              <p:ext uri="{D42A27DB-BD31-4B8C-83A1-F6EECF244321}">
                <p14:modId xmlns:p14="http://schemas.microsoft.com/office/powerpoint/2010/main" val="41446454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4" name="Object 3" hidden="1">
                        <a:extLst>
                          <a:ext uri="{FF2B5EF4-FFF2-40B4-BE49-F238E27FC236}">
                            <a16:creationId xmlns:a16="http://schemas.microsoft.com/office/drawing/2014/main" id="{C4E9B3D3-8446-4EFF-8D16-2FB84EFAD03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Rectangle 5"/>
          <p:cNvSpPr/>
          <p:nvPr userDrawn="1"/>
        </p:nvSpPr>
        <p:spPr bwMode="white">
          <a:xfrm>
            <a:off x="630000" y="625475"/>
            <a:ext cx="932688" cy="93268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a:solidFill>
                <a:schemeClr val="bg1"/>
              </a:solidFill>
              <a:latin typeface="+mn-lt"/>
              <a:ea typeface="+mn-ea"/>
              <a:cs typeface="+mn-cs"/>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vert="horz"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tx1"/>
                </a:solidFill>
                <a:latin typeface="+mj-lt"/>
                <a:ea typeface="+mj-ea"/>
                <a:cs typeface="+mj-cs"/>
                <a:sym typeface="Trebuchet MS" panose="020B0603020202020204" pitchFamily="34" charset="0"/>
              </a:defRPr>
            </a:lvl1pPr>
          </a:lstStyle>
          <a:p>
            <a:r>
              <a:rPr lang="en-US"/>
              <a:t>Click to add big statement text</a:t>
            </a:r>
          </a:p>
        </p:txBody>
      </p:sp>
      <p:sp>
        <p:nvSpPr>
          <p:cNvPr id="8" name="Date Placeholder 3">
            <a:extLst>
              <a:ext uri="{FF2B5EF4-FFF2-40B4-BE49-F238E27FC236}">
                <a16:creationId xmlns:a16="http://schemas.microsoft.com/office/drawing/2014/main" id="{896FC310-99A8-47DF-A4F1-348731C69E9C}"/>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9" name="TextBox 8">
            <a:extLst>
              <a:ext uri="{FF2B5EF4-FFF2-40B4-BE49-F238E27FC236}">
                <a16:creationId xmlns:a16="http://schemas.microsoft.com/office/drawing/2014/main" id="{51BB803B-4595-4C94-A79E-074CBAFBDE47}"/>
              </a:ext>
            </a:extLst>
          </p:cNvPr>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sp>
        <p:nvSpPr>
          <p:cNvPr id="10" name="TextBox 9">
            <a:extLst>
              <a:ext uri="{FF2B5EF4-FFF2-40B4-BE49-F238E27FC236}">
                <a16:creationId xmlns:a16="http://schemas.microsoft.com/office/drawing/2014/main" id="{616BCCC5-49C9-4988-82F7-0DE3EA7D9CF9}"/>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Tree>
    <p:extLst>
      <p:ext uri="{BB962C8B-B14F-4D97-AF65-F5344CB8AC3E}">
        <p14:creationId xmlns:p14="http://schemas.microsoft.com/office/powerpoint/2010/main" val="1590562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1_Quote">
    <p:bg>
      <p:bgPr>
        <a:solidFill>
          <a:schemeClr val="accent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290859906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24" imgH="324" progId="TCLayout.ActiveDocument.1">
                  <p:embed/>
                </p:oleObj>
              </mc:Choice>
              <mc:Fallback>
                <p:oleObj name="think-cell Slide" r:id="rId3" imgW="324" imgH="324"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pic>
        <p:nvPicPr>
          <p:cNvPr id="7" name="Picture 6"/>
          <p:cNvPicPr>
            <a:picLocks noChangeAspect="1"/>
          </p:cNvPicPr>
          <p:nvPr userDrawn="1"/>
        </p:nvPicPr>
        <p:blipFill rotWithShape="1">
          <a:blip r:embed="rId5">
            <a:extLst>
              <a:ext uri="{28A0092B-C50C-407E-A947-70E740481C1C}">
                <a14:useLocalDpi xmlns:a14="http://schemas.microsoft.com/office/drawing/2010/main" val="0"/>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rgbClr val="073B16"/>
          </a:solidFill>
          <a:ln>
            <a:noFill/>
          </a:ln>
          <a:effectLst/>
        </p:spPr>
        <p:txBody>
          <a:bodyPr vert="horz" wrap="square" lIns="91440" tIns="45720" rIns="91440" bIns="45720" numCol="1" anchor="t" anchorCtr="0" compatLnSpc="1">
            <a:prstTxWarp prst="textNoShape">
              <a:avLst/>
            </a:prstTxWarp>
            <a:noAutofit/>
          </a:bodyPr>
          <a:lstStyle/>
          <a:p>
            <a:endParaRPr lang="en-US">
              <a:latin typeface="+mn-lt"/>
              <a:ea typeface="+mn-ea"/>
              <a:cs typeface="+mn-cs"/>
              <a:sym typeface="Trebuchet MS" panose="020B0603020202020204" pitchFamily="34" charset="0"/>
            </a:endParaRPr>
          </a:p>
        </p:txBody>
      </p:sp>
      <p:sp>
        <p:nvSpPr>
          <p:cNvPr id="8" name="TextBox 7">
            <a:extLst>
              <a:ext uri="{FF2B5EF4-FFF2-40B4-BE49-F238E27FC236}">
                <a16:creationId xmlns:a16="http://schemas.microsoft.com/office/drawing/2014/main" id="{CA1E1539-8688-4036-80E4-77F5ED79D30D}"/>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Tree>
    <p:extLst>
      <p:ext uri="{BB962C8B-B14F-4D97-AF65-F5344CB8AC3E}">
        <p14:creationId xmlns:p14="http://schemas.microsoft.com/office/powerpoint/2010/main" val="242733987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3-line">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648A5D5-75B9-4F02-A4CB-B3C65A9BF2CE}"/>
              </a:ext>
            </a:extLst>
          </p:cNvPr>
          <p:cNvGraphicFramePr>
            <a:graphicFrameLocks noChangeAspect="1"/>
          </p:cNvGraphicFramePr>
          <p:nvPr userDrawn="1">
            <p:custDataLst>
              <p:tags r:id="rId1"/>
            </p:custDataLst>
            <p:extLst>
              <p:ext uri="{D42A27DB-BD31-4B8C-83A1-F6EECF244321}">
                <p14:modId xmlns:p14="http://schemas.microsoft.com/office/powerpoint/2010/main" val="74351239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592" imgH="591" progId="TCLayout.ActiveDocument.1">
                  <p:embed/>
                </p:oleObj>
              </mc:Choice>
              <mc:Fallback>
                <p:oleObj name="think-cell Slide" r:id="rId7" imgW="592" imgH="591" progId="TCLayout.ActiveDocument.1">
                  <p:embed/>
                  <p:pic>
                    <p:nvPicPr>
                      <p:cNvPr id="3" name="Object 2" hidden="1">
                        <a:extLst>
                          <a:ext uri="{FF2B5EF4-FFF2-40B4-BE49-F238E27FC236}">
                            <a16:creationId xmlns:a16="http://schemas.microsoft.com/office/drawing/2014/main" id="{C648A5D5-75B9-4F02-A4CB-B3C65A9BF2CE}"/>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58AAF75-30DC-408A-933A-149F2D14D18F}"/>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28" name="Sticker" hidden="1">
            <a:extLst>
              <a:ext uri="{FF2B5EF4-FFF2-40B4-BE49-F238E27FC236}">
                <a16:creationId xmlns:a16="http://schemas.microsoft.com/office/drawing/2014/main" id="{250B3900-1BCF-4533-8849-84C79A3F1DB0}"/>
              </a:ext>
            </a:extLst>
          </p:cNvPr>
          <p:cNvSpPr txBox="1"/>
          <p:nvPr userDrawn="1"/>
        </p:nvSpPr>
        <p:spPr bwMode="gray">
          <a:xfrm>
            <a:off x="756745" y="2185106"/>
            <a:ext cx="450444" cy="123111"/>
          </a:xfrm>
          <a:prstGeom prst="rect">
            <a:avLst/>
          </a:prstGeom>
          <a:noFill/>
          <a:ln w="6350">
            <a:noFill/>
            <a:miter lim="800000"/>
          </a:ln>
        </p:spPr>
        <p:txBody>
          <a:bodyPr vert="horz" wrap="none" lIns="0" tIns="0" rIns="0" bIns="0" rtlCol="0">
            <a:spAutoFit/>
          </a:bodyPr>
          <a:lstStyle/>
          <a:p>
            <a:pPr algn="l" rtl="0">
              <a:spcBef>
                <a:spcPts val="300"/>
              </a:spcBef>
              <a:spcAft>
                <a:spcPts val="300"/>
              </a:spcAft>
              <a:buNone/>
            </a:pPr>
            <a:r>
              <a:rPr lang="en-US" sz="800" b="1" cap="all" baseline="0"/>
              <a:t>STICKER</a:t>
            </a:r>
          </a:p>
        </p:txBody>
      </p:sp>
      <p:sp>
        <p:nvSpPr>
          <p:cNvPr id="30" name="Date Placeholder 3">
            <a:extLst>
              <a:ext uri="{FF2B5EF4-FFF2-40B4-BE49-F238E27FC236}">
                <a16:creationId xmlns:a16="http://schemas.microsoft.com/office/drawing/2014/main" id="{9B938D6E-11C9-4CD9-A6F2-DB6A0019846E}"/>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solidFill>
                <a:latin typeface="+mn-lt"/>
                <a:ea typeface="+mn-ea"/>
                <a:cs typeface="+mn-cs"/>
                <a:sym typeface="Trebuchet MS" panose="020B0603020202020204" pitchFamily="34" charset="0"/>
              </a:defRPr>
            </a:lvl1pPr>
          </a:lstStyle>
          <a:p>
            <a:endParaRPr lang="en-US"/>
          </a:p>
        </p:txBody>
      </p:sp>
      <p:sp>
        <p:nvSpPr>
          <p:cNvPr id="31" name="TextBox 30">
            <a:extLst>
              <a:ext uri="{FF2B5EF4-FFF2-40B4-BE49-F238E27FC236}">
                <a16:creationId xmlns:a16="http://schemas.microsoft.com/office/drawing/2014/main" id="{148DC6AC-FD6E-43F9-91DF-EEDC76F2311E}"/>
              </a:ext>
            </a:extLst>
          </p:cNvPr>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sp>
        <p:nvSpPr>
          <p:cNvPr id="32" name="TextBox 31">
            <a:extLst>
              <a:ext uri="{FF2B5EF4-FFF2-40B4-BE49-F238E27FC236}">
                <a16:creationId xmlns:a16="http://schemas.microsoft.com/office/drawing/2014/main" id="{E96614D7-CB89-49B7-A3FF-C50143166402}"/>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
        <p:nvSpPr>
          <p:cNvPr id="33" name="5. Source" hidden="1">
            <a:extLst>
              <a:ext uri="{FF2B5EF4-FFF2-40B4-BE49-F238E27FC236}">
                <a16:creationId xmlns:a16="http://schemas.microsoft.com/office/drawing/2014/main" id="{A1C18A1C-400A-4CFB-A385-C03445EA8667}"/>
              </a:ext>
            </a:extLst>
          </p:cNvPr>
          <p:cNvSpPr txBox="1"/>
          <p:nvPr userDrawn="1">
            <p:custDataLst>
              <p:tags r:id="rId3"/>
            </p:custDataLst>
          </p:nvPr>
        </p:nvSpPr>
        <p:spPr>
          <a:xfrm>
            <a:off x="75674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34" name="1. On-page tracker">
            <a:extLst>
              <a:ext uri="{FF2B5EF4-FFF2-40B4-BE49-F238E27FC236}">
                <a16:creationId xmlns:a16="http://schemas.microsoft.com/office/drawing/2014/main" id="{CB7A566A-547C-4BEB-A2D2-39319FEBED13}"/>
              </a:ext>
            </a:extLst>
          </p:cNvPr>
          <p:cNvSpPr>
            <a:spLocks noGrp="1"/>
          </p:cNvSpPr>
          <p:nvPr>
            <p:ph type="body" sz="quarter" idx="10" hasCustomPrompt="1"/>
            <p:custDataLst>
              <p:tags r:id="rId4"/>
            </p:custDataLst>
          </p:nvPr>
        </p:nvSpPr>
        <p:spPr>
          <a:xfrm>
            <a:off x="75674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solidFill>
                  <a:schemeClr val="bg1"/>
                </a:solidFill>
                <a:cs typeface="+mn-cs"/>
              </a:defRPr>
            </a:lvl1pPr>
          </a:lstStyle>
          <a:p>
            <a:pPr lvl="0">
              <a:buNone/>
            </a:pPr>
            <a:r>
              <a:rPr lang="en-US"/>
              <a:t>Add tracker</a:t>
            </a:r>
          </a:p>
        </p:txBody>
      </p:sp>
      <p:sp>
        <p:nvSpPr>
          <p:cNvPr id="37" name="2. Slide Title">
            <a:extLst>
              <a:ext uri="{FF2B5EF4-FFF2-40B4-BE49-F238E27FC236}">
                <a16:creationId xmlns:a16="http://schemas.microsoft.com/office/drawing/2014/main" id="{C8199EBB-43D9-43B5-B13B-AB3A7BD28E27}"/>
              </a:ext>
            </a:extLst>
          </p:cNvPr>
          <p:cNvSpPr>
            <a:spLocks noGrp="1"/>
          </p:cNvSpPr>
          <p:nvPr>
            <p:ph type="title" hasCustomPrompt="1"/>
            <p:custDataLst>
              <p:tags r:id="rId5"/>
            </p:custDataLst>
          </p:nvPr>
        </p:nvSpPr>
        <p:spPr>
          <a:xfrm>
            <a:off x="756745" y="317139"/>
            <a:ext cx="9186759" cy="1846659"/>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000" baseline="0" dirty="0">
                <a:solidFill>
                  <a:schemeClr val="bg1"/>
                </a:solidFill>
              </a:defRPr>
            </a:lvl1pPr>
          </a:lstStyle>
          <a:p>
            <a:pPr lvl="0"/>
            <a:r>
              <a:rPr lang="en-US"/>
              <a:t>Click to edit Master title style</a:t>
            </a:r>
            <a:br>
              <a:rPr lang="en-US"/>
            </a:br>
            <a:br>
              <a:rPr lang="en-US"/>
            </a:br>
            <a:endParaRPr lang="en-US"/>
          </a:p>
        </p:txBody>
      </p:sp>
    </p:spTree>
    <p:extLst>
      <p:ext uri="{BB962C8B-B14F-4D97-AF65-F5344CB8AC3E}">
        <p14:creationId xmlns:p14="http://schemas.microsoft.com/office/powerpoint/2010/main" val="231474110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blank" preserve="1">
  <p:cSld name="Blank">
    <p:bg>
      <p:bgPr>
        <a:solidFill>
          <a:srgbClr val="F2F2F2"/>
        </a:solidFill>
        <a:effectLst/>
      </p:bgPr>
    </p:bg>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49635A6B-E580-4848-92B2-D862AD659C23}"/>
              </a:ext>
            </a:extLst>
          </p:cNvPr>
          <p:cNvGraphicFramePr>
            <a:graphicFrameLocks noChangeAspect="1"/>
          </p:cNvGraphicFramePr>
          <p:nvPr userDrawn="1">
            <p:custDataLst>
              <p:tags r:id="rId1"/>
            </p:custDataLst>
            <p:extLst>
              <p:ext uri="{D42A27DB-BD31-4B8C-83A1-F6EECF244321}">
                <p14:modId xmlns:p14="http://schemas.microsoft.com/office/powerpoint/2010/main" val="287128896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2" name="Object 1" hidden="1">
                        <a:extLst>
                          <a:ext uri="{FF2B5EF4-FFF2-40B4-BE49-F238E27FC236}">
                            <a16:creationId xmlns:a16="http://schemas.microsoft.com/office/drawing/2014/main" id="{49635A6B-E580-4848-92B2-D862AD659C2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Date Placeholder 3">
            <a:extLst>
              <a:ext uri="{FF2B5EF4-FFF2-40B4-BE49-F238E27FC236}">
                <a16:creationId xmlns:a16="http://schemas.microsoft.com/office/drawing/2014/main" id="{97E1ABE5-4B10-4A61-A2E9-3B2F4BE5D6A1}"/>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6" name="TextBox 5">
            <a:extLst>
              <a:ext uri="{FF2B5EF4-FFF2-40B4-BE49-F238E27FC236}">
                <a16:creationId xmlns:a16="http://schemas.microsoft.com/office/drawing/2014/main" id="{C5F5559B-00F5-4390-9F9C-5088706DECF3}"/>
              </a:ext>
            </a:extLst>
          </p:cNvPr>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sp>
        <p:nvSpPr>
          <p:cNvPr id="7" name="TextBox 6">
            <a:extLst>
              <a:ext uri="{FF2B5EF4-FFF2-40B4-BE49-F238E27FC236}">
                <a16:creationId xmlns:a16="http://schemas.microsoft.com/office/drawing/2014/main" id="{52AE0C6D-7377-4C7A-8766-6453AFD014E3}"/>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Tree>
    <p:extLst>
      <p:ext uri="{BB962C8B-B14F-4D97-AF65-F5344CB8AC3E}">
        <p14:creationId xmlns:p14="http://schemas.microsoft.com/office/powerpoint/2010/main" val="39267976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Blank green">
    <p:bg>
      <p:bgPr>
        <a:gradFill>
          <a:gsLst>
            <a:gs pos="100000">
              <a:srgbClr val="073B16"/>
            </a:gs>
            <a:gs pos="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BE34BDBC-2682-4B6F-944B-934143B5C269}"/>
              </a:ext>
            </a:extLst>
          </p:cNvPr>
          <p:cNvGraphicFramePr>
            <a:graphicFrameLocks noChangeAspect="1"/>
          </p:cNvGraphicFramePr>
          <p:nvPr userDrawn="1">
            <p:custDataLst>
              <p:tags r:id="rId1"/>
            </p:custDataLst>
            <p:extLst>
              <p:ext uri="{D42A27DB-BD31-4B8C-83A1-F6EECF244321}">
                <p14:modId xmlns:p14="http://schemas.microsoft.com/office/powerpoint/2010/main" val="428462644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BE34BDBC-2682-4B6F-944B-934143B5C26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2"/>
          </p:nvPr>
        </p:nvSpPr>
        <p:spPr>
          <a:xfrm>
            <a:off x="9677400" y="6405036"/>
            <a:ext cx="1482051" cy="153888"/>
          </a:xfrm>
          <a:prstGeom prst="rect">
            <a:avLst/>
          </a:prstGeom>
        </p:spPr>
        <p:txBody>
          <a:bodyPr/>
          <a:lstStyle>
            <a:lvl1pPr>
              <a:defRPr>
                <a:solidFill>
                  <a:schemeClr val="bg1"/>
                </a:solidFill>
                <a:latin typeface="+mn-lt"/>
                <a:ea typeface="+mn-ea"/>
                <a:cs typeface="+mn-cs"/>
                <a:sym typeface="Trebuchet MS" panose="020B0603020202020204" pitchFamily="34" charset="0"/>
              </a:defRPr>
            </a:lvl1pPr>
          </a:lstStyle>
          <a:p>
            <a:endParaRPr lang="en-US"/>
          </a:p>
        </p:txBody>
      </p:sp>
      <p:sp>
        <p:nvSpPr>
          <p:cNvPr id="5" name="TextBox 4">
            <a:extLst>
              <a:ext uri="{FF2B5EF4-FFF2-40B4-BE49-F238E27FC236}">
                <a16:creationId xmlns:a16="http://schemas.microsoft.com/office/drawing/2014/main" id="{D9CAE39F-E2DB-42A4-BE81-951FA3BF592D}"/>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bg1"/>
                </a:solidFill>
              </a:rPr>
              <a:t>CONFIDENTIAL – NOT TO BE DISTRIBUTED </a:t>
            </a:r>
          </a:p>
        </p:txBody>
      </p:sp>
    </p:spTree>
    <p:extLst>
      <p:ext uri="{BB962C8B-B14F-4D97-AF65-F5344CB8AC3E}">
        <p14:creationId xmlns:p14="http://schemas.microsoft.com/office/powerpoint/2010/main" val="383069630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Disclaimer">
    <p:bg>
      <p:bgPr>
        <a:solidFill>
          <a:srgbClr val="F2F2F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49983282-C645-4665-9DC2-FCC720C54572}"/>
              </a:ext>
            </a:extLst>
          </p:cNvPr>
          <p:cNvGraphicFramePr>
            <a:graphicFrameLocks noChangeAspect="1"/>
          </p:cNvGraphicFramePr>
          <p:nvPr userDrawn="1">
            <p:custDataLst>
              <p:tags r:id="rId1"/>
            </p:custDataLst>
            <p:extLst>
              <p:ext uri="{D42A27DB-BD31-4B8C-83A1-F6EECF244321}">
                <p14:modId xmlns:p14="http://schemas.microsoft.com/office/powerpoint/2010/main" val="29096008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1" imgH="363" progId="TCLayout.ActiveDocument.1">
                  <p:embed/>
                </p:oleObj>
              </mc:Choice>
              <mc:Fallback>
                <p:oleObj name="think-cell Slide" r:id="rId3" imgW="351" imgH="363" progId="TCLayout.ActiveDocument.1">
                  <p:embed/>
                  <p:pic>
                    <p:nvPicPr>
                      <p:cNvPr id="3" name="Object 2" hidden="1">
                        <a:extLst>
                          <a:ext uri="{FF2B5EF4-FFF2-40B4-BE49-F238E27FC236}">
                            <a16:creationId xmlns:a16="http://schemas.microsoft.com/office/drawing/2014/main" id="{49983282-C645-4665-9DC2-FCC720C5457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Date Placeholder 3">
            <a:extLst>
              <a:ext uri="{FF2B5EF4-FFF2-40B4-BE49-F238E27FC236}">
                <a16:creationId xmlns:a16="http://schemas.microsoft.com/office/drawing/2014/main" id="{2EBA9E3A-4771-45F9-A982-D532A16D0CAD}"/>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5" name="TextBox 4">
            <a:extLst>
              <a:ext uri="{FF2B5EF4-FFF2-40B4-BE49-F238E27FC236}">
                <a16:creationId xmlns:a16="http://schemas.microsoft.com/office/drawing/2014/main" id="{3C2F92BD-2441-4032-BC1C-E2B789D2DD13}"/>
              </a:ext>
            </a:extLst>
          </p:cNvPr>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sp>
        <p:nvSpPr>
          <p:cNvPr id="6" name="TextBox 5">
            <a:extLst>
              <a:ext uri="{FF2B5EF4-FFF2-40B4-BE49-F238E27FC236}">
                <a16:creationId xmlns:a16="http://schemas.microsoft.com/office/drawing/2014/main" id="{9F261636-EE92-4C5C-BE90-13CFB476DDBB}"/>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Tree>
    <p:extLst>
      <p:ext uri="{BB962C8B-B14F-4D97-AF65-F5344CB8AC3E}">
        <p14:creationId xmlns:p14="http://schemas.microsoft.com/office/powerpoint/2010/main" val="385651959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220E9A7C-FB74-480B-8212-8CE5C1AF5D1B}"/>
              </a:ext>
            </a:extLst>
          </p:cNvPr>
          <p:cNvGraphicFramePr>
            <a:graphicFrameLocks noChangeAspect="1"/>
          </p:cNvGraphicFramePr>
          <p:nvPr userDrawn="1">
            <p:custDataLst>
              <p:tags r:id="rId1"/>
            </p:custDataLst>
            <p:extLst>
              <p:ext uri="{D42A27DB-BD31-4B8C-83A1-F6EECF244321}">
                <p14:modId xmlns:p14="http://schemas.microsoft.com/office/powerpoint/2010/main" val="26996402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592" imgH="591" progId="TCLayout.ActiveDocument.1">
                  <p:embed/>
                </p:oleObj>
              </mc:Choice>
              <mc:Fallback>
                <p:oleObj name="think-cell Slide" r:id="rId5" imgW="592" imgH="591" progId="TCLayout.ActiveDocument.1">
                  <p:embed/>
                  <p:pic>
                    <p:nvPicPr>
                      <p:cNvPr id="2" name="Object 1" hidden="1">
                        <a:extLst>
                          <a:ext uri="{FF2B5EF4-FFF2-40B4-BE49-F238E27FC236}">
                            <a16:creationId xmlns:a16="http://schemas.microsoft.com/office/drawing/2014/main" id="{220E9A7C-FB74-480B-8212-8CE5C1AF5D1B}"/>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6" name="Date Placeholder 3">
            <a:extLst>
              <a:ext uri="{FF2B5EF4-FFF2-40B4-BE49-F238E27FC236}">
                <a16:creationId xmlns:a16="http://schemas.microsoft.com/office/drawing/2014/main" id="{1F7FEA58-7B6F-458F-A8F3-29FBD07F99AC}"/>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0" name="TextBox 9">
            <a:extLst>
              <a:ext uri="{FF2B5EF4-FFF2-40B4-BE49-F238E27FC236}">
                <a16:creationId xmlns:a16="http://schemas.microsoft.com/office/drawing/2014/main" id="{4B60D57B-6DCA-4BEB-AB25-D3277C3137A8}"/>
              </a:ext>
            </a:extLst>
          </p:cNvPr>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sp>
        <p:nvSpPr>
          <p:cNvPr id="11" name="TextBox 10">
            <a:extLst>
              <a:ext uri="{FF2B5EF4-FFF2-40B4-BE49-F238E27FC236}">
                <a16:creationId xmlns:a16="http://schemas.microsoft.com/office/drawing/2014/main" id="{4B0A2C23-B605-4885-BD46-3C19BC84E8E9}"/>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
        <p:nvSpPr>
          <p:cNvPr id="12" name="5. Source" hidden="1">
            <a:extLst>
              <a:ext uri="{FF2B5EF4-FFF2-40B4-BE49-F238E27FC236}">
                <a16:creationId xmlns:a16="http://schemas.microsoft.com/office/drawing/2014/main" id="{4367B402-D2CC-409D-9264-4DEED2DE41DF}"/>
              </a:ext>
            </a:extLst>
          </p:cNvPr>
          <p:cNvSpPr txBox="1"/>
          <p:nvPr userDrawn="1">
            <p:custDataLst>
              <p:tags r:id="rId2"/>
            </p:custDataLst>
          </p:nvPr>
        </p:nvSpPr>
        <p:spPr>
          <a:xfrm>
            <a:off x="75674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3" name="1. On-page tracker">
            <a:extLst>
              <a:ext uri="{FF2B5EF4-FFF2-40B4-BE49-F238E27FC236}">
                <a16:creationId xmlns:a16="http://schemas.microsoft.com/office/drawing/2014/main" id="{831DF2F3-3A8F-473C-AAD1-AD12B2E13854}"/>
              </a:ext>
            </a:extLst>
          </p:cNvPr>
          <p:cNvSpPr>
            <a:spLocks noGrp="1"/>
          </p:cNvSpPr>
          <p:nvPr>
            <p:ph type="body" sz="quarter" idx="10" hasCustomPrompt="1"/>
            <p:custDataLst>
              <p:tags r:id="rId3"/>
            </p:custDataLst>
          </p:nvPr>
        </p:nvSpPr>
        <p:spPr>
          <a:xfrm>
            <a:off x="75674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38839639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954CCC1-5027-4384-BFF6-B54153C697A8}"/>
              </a:ext>
            </a:extLst>
          </p:cNvPr>
          <p:cNvGraphicFramePr>
            <a:graphicFrameLocks noChangeAspect="1"/>
          </p:cNvGraphicFramePr>
          <p:nvPr userDrawn="1">
            <p:custDataLst>
              <p:tags r:id="rId1"/>
            </p:custDataLst>
            <p:extLst>
              <p:ext uri="{D42A27DB-BD31-4B8C-83A1-F6EECF244321}">
                <p14:modId xmlns:p14="http://schemas.microsoft.com/office/powerpoint/2010/main" val="6689319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592" imgH="591" progId="TCLayout.ActiveDocument.1">
                  <p:embed/>
                </p:oleObj>
              </mc:Choice>
              <mc:Fallback>
                <p:oleObj name="think-cell Slide" r:id="rId4" imgW="592" imgH="591" progId="TCLayout.ActiveDocument.1">
                  <p:embed/>
                  <p:pic>
                    <p:nvPicPr>
                      <p:cNvPr id="2" name="Object 1" hidden="1">
                        <a:extLst>
                          <a:ext uri="{FF2B5EF4-FFF2-40B4-BE49-F238E27FC236}">
                            <a16:creationId xmlns:a16="http://schemas.microsoft.com/office/drawing/2014/main" id="{A954CCC1-5027-4384-BFF6-B54153C697A8}"/>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8" name="5. Source" hidden="1">
            <a:extLst>
              <a:ext uri="{FF2B5EF4-FFF2-40B4-BE49-F238E27FC236}">
                <a16:creationId xmlns:a16="http://schemas.microsoft.com/office/drawing/2014/main" id="{330AE89A-7771-4A6E-A02D-893DCB66C876}"/>
              </a:ext>
            </a:extLst>
          </p:cNvPr>
          <p:cNvSpPr txBox="1"/>
          <p:nvPr userDrawn="1">
            <p:custDataLst>
              <p:tags r:id="rId2"/>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rtl="0"/>
            <a:r>
              <a:rPr lang="en-US" sz="800"/>
              <a:t>Source: …</a:t>
            </a:r>
          </a:p>
        </p:txBody>
      </p:sp>
      <p:pic>
        <p:nvPicPr>
          <p:cNvPr id="6" name="Picture 5">
            <a:extLst>
              <a:ext uri="{FF2B5EF4-FFF2-40B4-BE49-F238E27FC236}">
                <a16:creationId xmlns:a16="http://schemas.microsoft.com/office/drawing/2014/main" id="{5EBD6FC1-7EA7-4802-9D7D-F31059643B20}"/>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ltGray">
          <a:xfrm>
            <a:off x="774" y="0"/>
            <a:ext cx="12192000" cy="6858000"/>
          </a:xfrm>
          <a:prstGeom prst="rect">
            <a:avLst/>
          </a:prstGeom>
        </p:spPr>
      </p:pic>
      <p:sp>
        <p:nvSpPr>
          <p:cNvPr id="7" name="Rectangle 6">
            <a:extLst>
              <a:ext uri="{FF2B5EF4-FFF2-40B4-BE49-F238E27FC236}">
                <a16:creationId xmlns:a16="http://schemas.microsoft.com/office/drawing/2014/main" id="{E05A92FC-D16D-4BA1-BE03-88BE1EB89F85}"/>
              </a:ext>
            </a:extLst>
          </p:cNvPr>
          <p:cNvSpPr/>
          <p:nvPr userDrawn="1"/>
        </p:nvSpPr>
        <p:spPr bwMode="ltGray">
          <a:xfrm>
            <a:off x="-774" y="0"/>
            <a:ext cx="12192000" cy="6858000"/>
          </a:xfrm>
          <a:prstGeom prst="rect">
            <a:avLst/>
          </a:prstGeom>
          <a:solidFill>
            <a:schemeClr val="bg2">
              <a:lumMod val="10000"/>
              <a:alpha val="49000"/>
            </a:schemeClr>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FFFFFF"/>
              </a:solidFill>
              <a:effectLst/>
              <a:uLnTx/>
              <a:uFillTx/>
              <a:latin typeface="+mn-lt"/>
              <a:ea typeface="+mn-ea"/>
              <a:cs typeface="+mn-cs"/>
            </a:endParaRPr>
          </a:p>
        </p:txBody>
      </p:sp>
      <p:sp>
        <p:nvSpPr>
          <p:cNvPr id="9" name="Google Shape;18;p2">
            <a:extLst>
              <a:ext uri="{FF2B5EF4-FFF2-40B4-BE49-F238E27FC236}">
                <a16:creationId xmlns:a16="http://schemas.microsoft.com/office/drawing/2014/main" id="{6993896D-9819-48A7-9B33-38762604E730}"/>
              </a:ext>
            </a:extLst>
          </p:cNvPr>
          <p:cNvSpPr/>
          <p:nvPr userDrawn="1"/>
        </p:nvSpPr>
        <p:spPr bwMode="ltGray">
          <a:xfrm rot="10800000">
            <a:off x="1222533" y="912471"/>
            <a:ext cx="5759738" cy="4393325"/>
          </a:xfrm>
          <a:custGeom>
            <a:avLst/>
            <a:gdLst/>
            <a:ahLst/>
            <a:cxnLst/>
            <a:rect l="l" t="t" r="r" b="b"/>
            <a:pathLst>
              <a:path w="4783232" h="3657600" extrusionOk="0">
                <a:moveTo>
                  <a:pt x="760360" y="0"/>
                </a:moveTo>
                <a:lnTo>
                  <a:pt x="4783232" y="0"/>
                </a:lnTo>
                <a:lnTo>
                  <a:pt x="4783232" y="3657600"/>
                </a:lnTo>
                <a:lnTo>
                  <a:pt x="0" y="3657600"/>
                </a:lnTo>
                <a:lnTo>
                  <a:pt x="0" y="724468"/>
                </a:lnTo>
                <a:lnTo>
                  <a:pt x="760360" y="724468"/>
                </a:lnTo>
                <a:lnTo>
                  <a:pt x="760360" y="0"/>
                </a:lnTo>
                <a:close/>
              </a:path>
            </a:pathLst>
          </a:custGeom>
          <a:solidFill>
            <a:srgbClr val="031D0B">
              <a:alpha val="70000"/>
            </a:srgbClr>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1200" cap="none" spc="0" normalizeH="0" baseline="0" noProof="0">
              <a:ln>
                <a:noFill/>
              </a:ln>
              <a:solidFill>
                <a:srgbClr val="FFFFFF"/>
              </a:solidFill>
              <a:effectLst/>
              <a:uLnTx/>
              <a:uFillTx/>
              <a:latin typeface="+mn-lt"/>
              <a:ea typeface="+mn-ea"/>
              <a:cs typeface="+mn-cs"/>
              <a:sym typeface="Arial"/>
            </a:endParaRPr>
          </a:p>
        </p:txBody>
      </p:sp>
      <p:sp>
        <p:nvSpPr>
          <p:cNvPr id="10" name="Google Shape;19;p2">
            <a:extLst>
              <a:ext uri="{FF2B5EF4-FFF2-40B4-BE49-F238E27FC236}">
                <a16:creationId xmlns:a16="http://schemas.microsoft.com/office/drawing/2014/main" id="{520A5777-4384-4306-ABDF-FAE1815530AC}"/>
              </a:ext>
            </a:extLst>
          </p:cNvPr>
          <p:cNvSpPr/>
          <p:nvPr userDrawn="1"/>
        </p:nvSpPr>
        <p:spPr bwMode="ltGray">
          <a:xfrm>
            <a:off x="2379261" y="1407662"/>
            <a:ext cx="4327212" cy="379288"/>
          </a:xfrm>
          <a:custGeom>
            <a:avLst/>
            <a:gdLst/>
            <a:ahLst/>
            <a:cxnLst/>
            <a:rect l="l" t="t" r="r" b="b"/>
            <a:pathLst>
              <a:path w="5029200" h="213359" extrusionOk="0">
                <a:moveTo>
                  <a:pt x="0" y="213360"/>
                </a:moveTo>
                <a:lnTo>
                  <a:pt x="0" y="0"/>
                </a:lnTo>
                <a:lnTo>
                  <a:pt x="5029200" y="0"/>
                </a:lnTo>
              </a:path>
            </a:pathLst>
          </a:custGeom>
          <a:noFill/>
          <a:ln w="952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575757"/>
              </a:solidFill>
              <a:effectLst/>
              <a:uLnTx/>
              <a:uFillTx/>
              <a:latin typeface="+mn-lt"/>
              <a:ea typeface="+mn-ea"/>
              <a:cs typeface="+mn-cs"/>
              <a:sym typeface="Calibri"/>
            </a:endParaRPr>
          </a:p>
        </p:txBody>
      </p:sp>
      <p:sp>
        <p:nvSpPr>
          <p:cNvPr id="11" name="Google Shape;20;p2">
            <a:extLst>
              <a:ext uri="{FF2B5EF4-FFF2-40B4-BE49-F238E27FC236}">
                <a16:creationId xmlns:a16="http://schemas.microsoft.com/office/drawing/2014/main" id="{9DA3D0BB-B38C-47D2-9AEB-C77AD3C63FAF}"/>
              </a:ext>
            </a:extLst>
          </p:cNvPr>
          <p:cNvSpPr/>
          <p:nvPr userDrawn="1"/>
        </p:nvSpPr>
        <p:spPr bwMode="ltGray">
          <a:xfrm>
            <a:off x="1730708" y="605061"/>
            <a:ext cx="4662341" cy="5029200"/>
          </a:xfrm>
          <a:custGeom>
            <a:avLst/>
            <a:gdLst/>
            <a:ahLst/>
            <a:cxnLst/>
            <a:rect l="l" t="t" r="r" b="b"/>
            <a:pathLst>
              <a:path w="5175422" h="5420050" extrusionOk="0">
                <a:moveTo>
                  <a:pt x="0" y="0"/>
                </a:moveTo>
                <a:lnTo>
                  <a:pt x="1204082" y="0"/>
                </a:lnTo>
                <a:lnTo>
                  <a:pt x="1204082" y="225036"/>
                </a:lnTo>
                <a:lnTo>
                  <a:pt x="225036" y="225036"/>
                </a:lnTo>
                <a:lnTo>
                  <a:pt x="225036" y="5175386"/>
                </a:lnTo>
                <a:lnTo>
                  <a:pt x="5175386" y="5175386"/>
                </a:lnTo>
                <a:cubicBezTo>
                  <a:pt x="5175978" y="5257758"/>
                  <a:pt x="5169211" y="5337678"/>
                  <a:pt x="5169803" y="5420050"/>
                </a:cubicBezTo>
                <a:lnTo>
                  <a:pt x="0" y="5400422"/>
                </a:lnTo>
                <a:lnTo>
                  <a:pt x="0" y="0"/>
                </a:lnTo>
                <a:close/>
              </a:path>
            </a:pathLst>
          </a:custGeom>
          <a:solidFill>
            <a:schemeClr val="lt1">
              <a:alpha val="60000"/>
            </a:schemeClr>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1200" cap="none" spc="0" normalizeH="0" baseline="0" noProof="0">
              <a:ln>
                <a:noFill/>
              </a:ln>
              <a:solidFill>
                <a:srgbClr val="575757"/>
              </a:solidFill>
              <a:effectLst/>
              <a:uLnTx/>
              <a:uFillTx/>
              <a:latin typeface="+mn-lt"/>
              <a:ea typeface="+mn-ea"/>
              <a:cs typeface="+mn-cs"/>
              <a:sym typeface="Calibri"/>
            </a:endParaRPr>
          </a:p>
        </p:txBody>
      </p:sp>
      <p:grpSp>
        <p:nvGrpSpPr>
          <p:cNvPr id="12" name="Google Shape;21;p2">
            <a:extLst>
              <a:ext uri="{FF2B5EF4-FFF2-40B4-BE49-F238E27FC236}">
                <a16:creationId xmlns:a16="http://schemas.microsoft.com/office/drawing/2014/main" id="{B8B2AA8A-2573-4B19-8A7D-D3657039EA0E}"/>
              </a:ext>
            </a:extLst>
          </p:cNvPr>
          <p:cNvGrpSpPr/>
          <p:nvPr userDrawn="1"/>
        </p:nvGrpSpPr>
        <p:grpSpPr bwMode="ltGray">
          <a:xfrm>
            <a:off x="6068229" y="4435155"/>
            <a:ext cx="914243" cy="870801"/>
            <a:chOff x="4234180" y="3657600"/>
            <a:chExt cx="795008" cy="760807"/>
          </a:xfrm>
        </p:grpSpPr>
        <p:sp>
          <p:nvSpPr>
            <p:cNvPr id="13" name="Google Shape;22;p2">
              <a:extLst>
                <a:ext uri="{FF2B5EF4-FFF2-40B4-BE49-F238E27FC236}">
                  <a16:creationId xmlns:a16="http://schemas.microsoft.com/office/drawing/2014/main" id="{6D436035-B496-4129-9261-A1584E6D0F08}"/>
                </a:ext>
              </a:extLst>
            </p:cNvPr>
            <p:cNvSpPr/>
            <p:nvPr/>
          </p:nvSpPr>
          <p:spPr bwMode="ltGray">
            <a:xfrm>
              <a:off x="4631688" y="3657600"/>
              <a:ext cx="397500" cy="380400"/>
            </a:xfrm>
            <a:prstGeom prst="rect">
              <a:avLst/>
            </a:prstGeom>
            <a:solidFill>
              <a:srgbClr val="FFFFFF">
                <a:alpha val="36080"/>
              </a:srgbClr>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1200" cap="none" spc="0" normalizeH="0" baseline="0" noProof="0">
                <a:ln>
                  <a:noFill/>
                </a:ln>
                <a:solidFill>
                  <a:srgbClr val="FFFFFF"/>
                </a:solidFill>
                <a:effectLst/>
                <a:uLnTx/>
                <a:uFillTx/>
                <a:latin typeface="+mn-lt"/>
                <a:ea typeface="+mn-ea"/>
                <a:cs typeface="+mn-cs"/>
                <a:sym typeface="Arial"/>
              </a:endParaRPr>
            </a:p>
          </p:txBody>
        </p:sp>
        <p:sp>
          <p:nvSpPr>
            <p:cNvPr id="14" name="Google Shape;23;p2">
              <a:extLst>
                <a:ext uri="{FF2B5EF4-FFF2-40B4-BE49-F238E27FC236}">
                  <a16:creationId xmlns:a16="http://schemas.microsoft.com/office/drawing/2014/main" id="{0887397B-E57D-4712-8518-E4F432D7DC42}"/>
                </a:ext>
              </a:extLst>
            </p:cNvPr>
            <p:cNvSpPr/>
            <p:nvPr/>
          </p:nvSpPr>
          <p:spPr bwMode="ltGray">
            <a:xfrm>
              <a:off x="4234180" y="4038007"/>
              <a:ext cx="397500" cy="380400"/>
            </a:xfrm>
            <a:prstGeom prst="rect">
              <a:avLst/>
            </a:prstGeom>
            <a:solidFill>
              <a:schemeClr val="lt1">
                <a:alpha val="80000"/>
              </a:schemeClr>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1200" cap="none" spc="0" normalizeH="0" baseline="0" noProof="0">
                <a:ln>
                  <a:noFill/>
                </a:ln>
                <a:solidFill>
                  <a:srgbClr val="FFFFFF"/>
                </a:solidFill>
                <a:effectLst/>
                <a:uLnTx/>
                <a:uFillTx/>
                <a:latin typeface="+mn-lt"/>
                <a:ea typeface="+mn-ea"/>
                <a:cs typeface="+mn-cs"/>
                <a:sym typeface="Arial"/>
              </a:endParaRPr>
            </a:p>
          </p:txBody>
        </p:sp>
      </p:grpSp>
      <p:pic>
        <p:nvPicPr>
          <p:cNvPr id="15" name="Picture 14">
            <a:extLst>
              <a:ext uri="{FF2B5EF4-FFF2-40B4-BE49-F238E27FC236}">
                <a16:creationId xmlns:a16="http://schemas.microsoft.com/office/drawing/2014/main" id="{C72F409F-C504-413D-AC35-D1695323D793}"/>
              </a:ext>
            </a:extLst>
          </p:cNvPr>
          <p:cNvPicPr>
            <a:picLocks noChangeAspect="1"/>
          </p:cNvPicPr>
          <p:nvPr userDrawn="1"/>
        </p:nvPicPr>
        <p:blipFill rotWithShape="1">
          <a:blip r:embed="rId7"/>
          <a:srcRect l="10663" t="29916" r="16754" b="21802"/>
          <a:stretch/>
        </p:blipFill>
        <p:spPr bwMode="ltGray">
          <a:xfrm>
            <a:off x="9836600" y="6050184"/>
            <a:ext cx="2227578" cy="731520"/>
          </a:xfrm>
          <a:prstGeom prst="rect">
            <a:avLst/>
          </a:prstGeom>
        </p:spPr>
      </p:pic>
      <p:sp>
        <p:nvSpPr>
          <p:cNvPr id="16" name="Rectangle 15">
            <a:extLst>
              <a:ext uri="{FF2B5EF4-FFF2-40B4-BE49-F238E27FC236}">
                <a16:creationId xmlns:a16="http://schemas.microsoft.com/office/drawing/2014/main" id="{3FA5E0A2-6E2E-417B-9957-26F1E853783A}"/>
              </a:ext>
            </a:extLst>
          </p:cNvPr>
          <p:cNvSpPr/>
          <p:nvPr userDrawn="1"/>
        </p:nvSpPr>
        <p:spPr bwMode="ltGray">
          <a:xfrm>
            <a:off x="2415128" y="1490628"/>
            <a:ext cx="4325112" cy="2944368"/>
          </a:xfrm>
          <a:prstGeom prst="rect">
            <a:avLst/>
          </a:prstGeom>
          <a:no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8000" b="1">
                <a:solidFill>
                  <a:srgbClr val="FFFFFF"/>
                </a:solidFill>
                <a:latin typeface="+mn-lt"/>
                <a:ea typeface="+mn-ea"/>
                <a:cs typeface="+mn-cs"/>
              </a:rPr>
              <a:t>Thank you</a:t>
            </a:r>
          </a:p>
        </p:txBody>
      </p:sp>
      <p:sp>
        <p:nvSpPr>
          <p:cNvPr id="17" name="TextBox 16">
            <a:extLst>
              <a:ext uri="{FF2B5EF4-FFF2-40B4-BE49-F238E27FC236}">
                <a16:creationId xmlns:a16="http://schemas.microsoft.com/office/drawing/2014/main" id="{5C9CC7B4-412D-48F8-8D49-BCC7E21C7259}"/>
              </a:ext>
            </a:extLst>
          </p:cNvPr>
          <p:cNvSpPr txBox="1"/>
          <p:nvPr userDrawn="1"/>
        </p:nvSpPr>
        <p:spPr bwMode="ltGray">
          <a:xfrm>
            <a:off x="756745" y="0"/>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buNone/>
            </a:pPr>
            <a:r>
              <a:rPr lang="en-US" sz="1200" b="1">
                <a:solidFill>
                  <a:schemeClr val="bg1"/>
                </a:solidFill>
              </a:rPr>
              <a:t>CONFIDENTIAL – NOT TO BE DISTRIBUTED </a:t>
            </a:r>
          </a:p>
        </p:txBody>
      </p:sp>
    </p:spTree>
    <p:extLst>
      <p:ext uri="{BB962C8B-B14F-4D97-AF65-F5344CB8AC3E}">
        <p14:creationId xmlns:p14="http://schemas.microsoft.com/office/powerpoint/2010/main" val="64280011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933945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7EDDECBC-0B13-5257-EE10-CA5BFD04B1A0}"/>
              </a:ext>
            </a:extLst>
          </p:cNvPr>
          <p:cNvGraphicFramePr>
            <a:graphicFrameLocks noChangeAspect="1"/>
          </p:cNvGraphicFramePr>
          <p:nvPr userDrawn="1">
            <p:custDataLst>
              <p:tags r:id="rId1"/>
            </p:custDataLst>
            <p:extLst>
              <p:ext uri="{D42A27DB-BD31-4B8C-83A1-F6EECF244321}">
                <p14:modId xmlns:p14="http://schemas.microsoft.com/office/powerpoint/2010/main" val="56828279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7EDDECBC-0B13-5257-EE10-CA5BFD04B1A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TextBox 6">
            <a:extLst>
              <a:ext uri="{FF2B5EF4-FFF2-40B4-BE49-F238E27FC236}">
                <a16:creationId xmlns:a16="http://schemas.microsoft.com/office/drawing/2014/main" id="{F2B30F13-C60D-4C27-DB47-E90FBE903794}"/>
              </a:ext>
            </a:extLst>
          </p:cNvPr>
          <p:cNvSpPr txBox="1"/>
          <p:nvPr/>
        </p:nvSpPr>
        <p:spPr>
          <a:xfrm>
            <a:off x="624840" y="2808550"/>
            <a:ext cx="3718560" cy="830997"/>
          </a:xfrm>
          <a:prstGeom prst="rect">
            <a:avLst/>
          </a:prstGeom>
          <a:noFill/>
        </p:spPr>
        <p:txBody>
          <a:bodyPr wrap="square" lIns="0" tIns="0" rIns="0" bIns="0" rtlCol="0">
            <a:spAutoFit/>
          </a:bodyPr>
          <a:lstStyle/>
          <a:p>
            <a:pPr algn="l" rtl="0"/>
            <a:r>
              <a:rPr lang="en-US" sz="5400" b="1">
                <a:solidFill>
                  <a:schemeClr val="bg1"/>
                </a:solidFill>
                <a:latin typeface="Open sans" panose="020B0606030504020204" pitchFamily="34" charset="0"/>
                <a:ea typeface="Open sans" panose="020B0606030504020204" pitchFamily="34" charset="0"/>
                <a:cs typeface="Open sans" panose="020B0606030504020204" pitchFamily="34" charset="0"/>
              </a:rPr>
              <a:t>Appendix</a:t>
            </a:r>
          </a:p>
        </p:txBody>
      </p:sp>
      <p:cxnSp>
        <p:nvCxnSpPr>
          <p:cNvPr id="14" name="Straight Connector 13">
            <a:extLst>
              <a:ext uri="{FF2B5EF4-FFF2-40B4-BE49-F238E27FC236}">
                <a16:creationId xmlns:a16="http://schemas.microsoft.com/office/drawing/2014/main" id="{A226D828-D834-822C-F0D7-8FDE186F9CE1}"/>
              </a:ext>
            </a:extLst>
          </p:cNvPr>
          <p:cNvCxnSpPr/>
          <p:nvPr userDrawn="1"/>
        </p:nvCxnSpPr>
        <p:spPr>
          <a:xfrm flipH="1">
            <a:off x="624840" y="3866824"/>
            <a:ext cx="910791"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 Placeholder 5">
            <a:extLst>
              <a:ext uri="{FF2B5EF4-FFF2-40B4-BE49-F238E27FC236}">
                <a16:creationId xmlns:a16="http://schemas.microsoft.com/office/drawing/2014/main" id="{D8828A28-006A-17EA-1CD6-2E3209EA8FFE}"/>
              </a:ext>
            </a:extLst>
          </p:cNvPr>
          <p:cNvSpPr>
            <a:spLocks noGrp="1"/>
          </p:cNvSpPr>
          <p:nvPr userDrawn="1">
            <p:ph type="body" sz="quarter" idx="13" hasCustomPrompt="1"/>
          </p:nvPr>
        </p:nvSpPr>
        <p:spPr>
          <a:xfrm>
            <a:off x="624840" y="4021443"/>
            <a:ext cx="3718560" cy="431057"/>
          </a:xfrm>
          <a:prstGeom prst="rect">
            <a:avLst/>
          </a:prstGeom>
          <a:noFill/>
        </p:spPr>
        <p:txBody>
          <a:bodyPr wrap="square" lIns="0" tIns="108000" rIns="108000" bIns="72000" anchor="ctr" anchorCtr="0">
            <a:spAutoFit/>
          </a:bodyPr>
          <a:lstStyle>
            <a:lvl1pPr marL="0" indent="0" rtl="0">
              <a:lnSpc>
                <a:spcPct val="90000"/>
              </a:lnSpc>
              <a:spcBef>
                <a:spcPts val="0"/>
              </a:spcBef>
              <a:buFont typeface="Arial" panose="020B0604020202020204" pitchFamily="34" charset="0"/>
              <a:buNone/>
              <a:defRPr sz="1800" b="1">
                <a:solidFill>
                  <a:schemeClr val="accent5">
                    <a:lumMod val="60000"/>
                    <a:lumOff val="40000"/>
                  </a:schemeClr>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XXXX</a:t>
            </a:r>
          </a:p>
        </p:txBody>
      </p:sp>
      <p:pic>
        <p:nvPicPr>
          <p:cNvPr id="44" name="Graphic 43">
            <a:extLst>
              <a:ext uri="{FF2B5EF4-FFF2-40B4-BE49-F238E27FC236}">
                <a16:creationId xmlns:a16="http://schemas.microsoft.com/office/drawing/2014/main" id="{ED646078-E25F-613B-489E-AC0254B04978}"/>
              </a:ext>
            </a:extLst>
          </p:cNvPr>
          <p:cNvPicPr>
            <a:picLocks noChangeAspect="1"/>
          </p:cNvPicPr>
          <p:nvPr userDrawn="1"/>
        </p:nvPicPr>
        <p:blipFill>
          <a:blip>
            <a:extLst>
              <a:ext uri="{96DAC541-7B7A-43D3-8B79-37D633B846F1}">
                <asvg:svgBlip xmlns:asvg="http://schemas.microsoft.com/office/drawing/2016/SVG/main" r:embed="rId5"/>
              </a:ext>
            </a:extLst>
          </a:blip>
          <a:srcRect t="-655" r="57062" b="34280"/>
          <a:stretch/>
        </p:blipFill>
        <p:spPr>
          <a:xfrm>
            <a:off x="9980930" y="3886200"/>
            <a:ext cx="2134870" cy="2895600"/>
          </a:xfrm>
          <a:prstGeom prst="rect">
            <a:avLst/>
          </a:prstGeom>
        </p:spPr>
      </p:pic>
      <p:sp>
        <p:nvSpPr>
          <p:cNvPr id="4" name="Rectangle 3"/>
          <p:cNvSpPr/>
          <p:nvPr userDrawn="1"/>
        </p:nvSpPr>
        <p:spPr>
          <a:xfrm>
            <a:off x="-15240" y="-15240"/>
            <a:ext cx="12222480" cy="6888480"/>
          </a:xfrm>
          <a:prstGeom prst="rect">
            <a:avLst/>
          </a:prstGeom>
          <a:gradFill flip="none" rotWithShape="1">
            <a:gsLst>
              <a:gs pos="30000">
                <a:schemeClr val="accent1">
                  <a:alpha val="27000"/>
                </a:schemeClr>
              </a:gs>
              <a:gs pos="96000">
                <a:schemeClr val="tx2">
                  <a:lumMod val="66000"/>
                  <a:alpha val="84000"/>
                </a:schemeClr>
              </a:gs>
              <a:gs pos="7000">
                <a:schemeClr val="tx2"/>
              </a:gs>
              <a:gs pos="65000">
                <a:schemeClr val="tx2">
                  <a:alpha val="83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196252758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F2DA64E8-5CF7-314B-8458-125E2497FC57}"/>
              </a:ext>
            </a:extLst>
          </p:cNvPr>
          <p:cNvGraphicFramePr>
            <a:graphicFrameLocks noChangeAspect="1"/>
          </p:cNvGraphicFramePr>
          <p:nvPr userDrawn="1">
            <p:custDataLst>
              <p:tags r:id="rId1"/>
            </p:custDataLst>
            <p:extLst>
              <p:ext uri="{D42A27DB-BD31-4B8C-83A1-F6EECF244321}">
                <p14:modId xmlns:p14="http://schemas.microsoft.com/office/powerpoint/2010/main" val="103702282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3" name="think-cell data - do not delete" hidden="1">
                        <a:extLst>
                          <a:ext uri="{FF2B5EF4-FFF2-40B4-BE49-F238E27FC236}">
                            <a16:creationId xmlns:a16="http://schemas.microsoft.com/office/drawing/2014/main" id="{F2DA64E8-5CF7-314B-8458-125E2497FC5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cxnSp>
        <p:nvCxnSpPr>
          <p:cNvPr id="18" name="Straight Connector 17">
            <a:extLst>
              <a:ext uri="{FF2B5EF4-FFF2-40B4-BE49-F238E27FC236}">
                <a16:creationId xmlns:a16="http://schemas.microsoft.com/office/drawing/2014/main" id="{C77182F0-7DD0-DA70-5475-B424D78FE996}"/>
              </a:ext>
            </a:extLst>
          </p:cNvPr>
          <p:cNvCxnSpPr/>
          <p:nvPr userDrawn="1"/>
        </p:nvCxnSpPr>
        <p:spPr>
          <a:xfrm flipH="1">
            <a:off x="624840" y="4171624"/>
            <a:ext cx="910791"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 Placeholder 5">
            <a:extLst>
              <a:ext uri="{FF2B5EF4-FFF2-40B4-BE49-F238E27FC236}">
                <a16:creationId xmlns:a16="http://schemas.microsoft.com/office/drawing/2014/main" id="{23331E65-2A9E-3B1B-228C-BC3BA813F150}"/>
              </a:ext>
            </a:extLst>
          </p:cNvPr>
          <p:cNvSpPr>
            <a:spLocks noGrp="1"/>
          </p:cNvSpPr>
          <p:nvPr>
            <p:ph type="body" sz="quarter" idx="13" hasCustomPrompt="1"/>
          </p:nvPr>
        </p:nvSpPr>
        <p:spPr>
          <a:xfrm>
            <a:off x="624840" y="4992993"/>
            <a:ext cx="3718560" cy="431057"/>
          </a:xfrm>
          <a:prstGeom prst="rect">
            <a:avLst/>
          </a:prstGeom>
          <a:noFill/>
        </p:spPr>
        <p:txBody>
          <a:bodyPr wrap="square" lIns="0" tIns="108000" rIns="108000" bIns="72000" anchor="ctr" anchorCtr="0">
            <a:spAutoFit/>
          </a:bodyPr>
          <a:lstStyle>
            <a:lvl1pPr marL="0" indent="0" rtl="0">
              <a:lnSpc>
                <a:spcPct val="90000"/>
              </a:lnSpc>
              <a:spcBef>
                <a:spcPts val="0"/>
              </a:spcBef>
              <a:buFont typeface="Arial" panose="020B0604020202020204" pitchFamily="34" charset="0"/>
              <a:buNone/>
              <a:defRPr sz="1800" b="1">
                <a:solidFill>
                  <a:schemeClr val="accent5">
                    <a:lumMod val="60000"/>
                    <a:lumOff val="40000"/>
                  </a:schemeClr>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XXXX</a:t>
            </a:r>
          </a:p>
        </p:txBody>
      </p:sp>
      <p:sp>
        <p:nvSpPr>
          <p:cNvPr id="27" name="Text Placeholder 5">
            <a:extLst>
              <a:ext uri="{FF2B5EF4-FFF2-40B4-BE49-F238E27FC236}">
                <a16:creationId xmlns:a16="http://schemas.microsoft.com/office/drawing/2014/main" id="{6AFFEC4E-D7C4-5C94-F624-97B807D261A2}"/>
              </a:ext>
            </a:extLst>
          </p:cNvPr>
          <p:cNvSpPr>
            <a:spLocks noGrp="1"/>
          </p:cNvSpPr>
          <p:nvPr>
            <p:ph type="body" sz="quarter" idx="14" hasCustomPrompt="1"/>
          </p:nvPr>
        </p:nvSpPr>
        <p:spPr>
          <a:xfrm>
            <a:off x="624840" y="4385051"/>
            <a:ext cx="3947160" cy="276999"/>
          </a:xfrm>
          <a:prstGeom prst="rect">
            <a:avLst/>
          </a:prstGeom>
          <a:noFill/>
        </p:spPr>
        <p:txBody>
          <a:bodyPr wrap="square" lIns="0" tIns="0" rIns="0" bIns="0" anchor="ctr" anchorCtr="0">
            <a:spAutoFit/>
          </a:bodyPr>
          <a:lstStyle>
            <a:lvl1pPr marL="0" indent="0" rtl="0">
              <a:lnSpc>
                <a:spcPct val="90000"/>
              </a:lnSpc>
              <a:spcBef>
                <a:spcPts val="0"/>
              </a:spcBef>
              <a:buFont typeface="Arial" panose="020B0604020202020204" pitchFamily="34" charset="0"/>
              <a:buNone/>
              <a:defRPr sz="2000" b="1">
                <a:solidFill>
                  <a:schemeClr val="bg1"/>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Title</a:t>
            </a:r>
          </a:p>
        </p:txBody>
      </p:sp>
      <p:sp>
        <p:nvSpPr>
          <p:cNvPr id="28" name="Text Placeholder 5">
            <a:extLst>
              <a:ext uri="{FF2B5EF4-FFF2-40B4-BE49-F238E27FC236}">
                <a16:creationId xmlns:a16="http://schemas.microsoft.com/office/drawing/2014/main" id="{BC14B0F6-67D6-8CCD-A36E-724BDEF56D4C}"/>
              </a:ext>
            </a:extLst>
          </p:cNvPr>
          <p:cNvSpPr>
            <a:spLocks noGrp="1"/>
          </p:cNvSpPr>
          <p:nvPr>
            <p:ph type="body" sz="quarter" idx="15" hasCustomPrompt="1"/>
          </p:nvPr>
        </p:nvSpPr>
        <p:spPr>
          <a:xfrm>
            <a:off x="624840" y="3131403"/>
            <a:ext cx="3718560" cy="830997"/>
          </a:xfrm>
          <a:prstGeom prst="rect">
            <a:avLst/>
          </a:prstGeom>
          <a:noFill/>
        </p:spPr>
        <p:txBody>
          <a:bodyPr wrap="square" lIns="0" tIns="0" rIns="0" bIns="0" anchor="b" anchorCtr="0">
            <a:spAutoFit/>
          </a:bodyPr>
          <a:lstStyle>
            <a:lvl1pPr marL="0" indent="0" rtl="0">
              <a:lnSpc>
                <a:spcPct val="90000"/>
              </a:lnSpc>
              <a:spcBef>
                <a:spcPts val="0"/>
              </a:spcBef>
              <a:buFont typeface="Arial" panose="020B0604020202020204" pitchFamily="34" charset="0"/>
              <a:buNone/>
              <a:defRPr sz="6000" b="1">
                <a:solidFill>
                  <a:schemeClr val="bg1"/>
                </a:solidFill>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Title</a:t>
            </a:r>
          </a:p>
        </p:txBody>
      </p:sp>
      <p:pic>
        <p:nvPicPr>
          <p:cNvPr id="31" name="Graphic 30">
            <a:extLst>
              <a:ext uri="{FF2B5EF4-FFF2-40B4-BE49-F238E27FC236}">
                <a16:creationId xmlns:a16="http://schemas.microsoft.com/office/drawing/2014/main" id="{10026C64-4E25-7F11-ACD6-665FC130A185}"/>
              </a:ext>
            </a:extLst>
          </p:cNvPr>
          <p:cNvPicPr>
            <a:picLocks noChangeAspect="1"/>
          </p:cNvPicPr>
          <p:nvPr userDrawn="1"/>
        </p:nvPicPr>
        <p:blipFill>
          <a:blip>
            <a:extLst>
              <a:ext uri="{96DAC541-7B7A-43D3-8B79-37D633B846F1}">
                <asvg:svgBlip xmlns:asvg="http://schemas.microsoft.com/office/drawing/2016/SVG/main" r:embed="rId5"/>
              </a:ext>
            </a:extLst>
          </a:blip>
          <a:srcRect r="27969" b="37118"/>
          <a:stretch/>
        </p:blipFill>
        <p:spPr>
          <a:xfrm>
            <a:off x="8534400" y="3429000"/>
            <a:ext cx="3581400" cy="2743200"/>
          </a:xfrm>
          <a:prstGeom prst="rect">
            <a:avLst/>
          </a:prstGeom>
        </p:spPr>
      </p:pic>
      <p:sp>
        <p:nvSpPr>
          <p:cNvPr id="2" name="Rectangle 1">
            <a:extLst>
              <a:ext uri="{FF2B5EF4-FFF2-40B4-BE49-F238E27FC236}">
                <a16:creationId xmlns:a16="http://schemas.microsoft.com/office/drawing/2014/main" id="{B0241E8C-3F22-80C7-59F1-A84010798887}"/>
              </a:ext>
            </a:extLst>
          </p:cNvPr>
          <p:cNvSpPr/>
          <p:nvPr userDrawn="1"/>
        </p:nvSpPr>
        <p:spPr>
          <a:xfrm>
            <a:off x="-15240" y="-15240"/>
            <a:ext cx="12222480" cy="6888480"/>
          </a:xfrm>
          <a:prstGeom prst="rect">
            <a:avLst/>
          </a:prstGeom>
          <a:gradFill flip="none" rotWithShape="1">
            <a:gsLst>
              <a:gs pos="30000">
                <a:schemeClr val="accent1">
                  <a:alpha val="27000"/>
                </a:schemeClr>
              </a:gs>
              <a:gs pos="96000">
                <a:schemeClr val="tx2">
                  <a:lumMod val="66000"/>
                  <a:alpha val="84000"/>
                </a:schemeClr>
              </a:gs>
              <a:gs pos="7000">
                <a:schemeClr val="tx2"/>
              </a:gs>
              <a:gs pos="65000">
                <a:schemeClr val="tx2">
                  <a:alpha val="83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34063474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pic>
        <p:nvPicPr>
          <p:cNvPr id="31" name="Graphic 30">
            <a:extLst>
              <a:ext uri="{FF2B5EF4-FFF2-40B4-BE49-F238E27FC236}">
                <a16:creationId xmlns:a16="http://schemas.microsoft.com/office/drawing/2014/main" id="{10026C64-4E25-7F11-ACD6-665FC130A185}"/>
              </a:ext>
            </a:extLst>
          </p:cNvPr>
          <p:cNvPicPr>
            <a:picLocks noChangeAspect="1"/>
          </p:cNvPicPr>
          <p:nvPr userDrawn="1"/>
        </p:nvPicPr>
        <p:blipFill>
          <a:blip>
            <a:extLst>
              <a:ext uri="{96DAC541-7B7A-43D3-8B79-37D633B846F1}">
                <asvg:svgBlip xmlns:asvg="http://schemas.microsoft.com/office/drawing/2016/SVG/main" r:embed="rId2"/>
              </a:ext>
            </a:extLst>
          </a:blip>
          <a:srcRect r="27969" b="37118"/>
          <a:stretch/>
        </p:blipFill>
        <p:spPr>
          <a:xfrm>
            <a:off x="8534400" y="3429000"/>
            <a:ext cx="3581400" cy="2743200"/>
          </a:xfrm>
          <a:prstGeom prst="rect">
            <a:avLst/>
          </a:prstGeom>
        </p:spPr>
      </p:pic>
    </p:spTree>
    <p:extLst>
      <p:ext uri="{BB962C8B-B14F-4D97-AF65-F5344CB8AC3E}">
        <p14:creationId xmlns:p14="http://schemas.microsoft.com/office/powerpoint/2010/main" val="214943830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_Title Slide II">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userDrawn="1">
            <p:custDataLst>
              <p:tags r:id="rId1"/>
            </p:custDataLst>
            <p:extLst>
              <p:ext uri="{D42A27DB-BD31-4B8C-83A1-F6EECF244321}">
                <p14:modId xmlns:p14="http://schemas.microsoft.com/office/powerpoint/2010/main" val="269683126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59" imgH="355" progId="TCLayout.ActiveDocument.1">
                  <p:embed/>
                </p:oleObj>
              </mc:Choice>
              <mc:Fallback>
                <p:oleObj name="think-cell Slide" r:id="rId4" imgW="359" imgH="355" progId="TCLayout.ActiveDocument.1">
                  <p:embed/>
                  <p:pic>
                    <p:nvPicPr>
                      <p:cNvPr id="9" name="Object 8"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0B556A00-D60B-42ED-AE9C-B3EB831768D7}"/>
              </a:ext>
            </a:extLst>
          </p:cNvPr>
          <p:cNvSpPr/>
          <p:nvPr userDrawn="1">
            <p:custDataLst>
              <p:tags r:id="rId2"/>
            </p:custDataLst>
          </p:nvPr>
        </p:nvSpPr>
        <p:spPr>
          <a:xfrm>
            <a:off x="0" y="0"/>
            <a:ext cx="158750" cy="158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endParaRPr kumimoji="0" lang="en-US" sz="6000" b="1" i="0" u="none" cap="none" baseline="0">
              <a:solidFill>
                <a:schemeClr val="bg1"/>
              </a:solidFill>
              <a:latin typeface="Century Gothic" panose="020B0502020202020204" pitchFamily="34" charset="0"/>
              <a:ea typeface="+mn-ea"/>
              <a:cs typeface="+mn-cs"/>
            </a:endParaRPr>
          </a:p>
        </p:txBody>
      </p:sp>
    </p:spTree>
    <p:extLst>
      <p:ext uri="{BB962C8B-B14F-4D97-AF65-F5344CB8AC3E}">
        <p14:creationId xmlns:p14="http://schemas.microsoft.com/office/powerpoint/2010/main" val="33983094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hank you ">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D3F33643-D878-CE67-2D19-C5840577D68F}"/>
              </a:ext>
            </a:extLst>
          </p:cNvPr>
          <p:cNvGraphicFramePr>
            <a:graphicFrameLocks noChangeAspect="1"/>
          </p:cNvGraphicFramePr>
          <p:nvPr userDrawn="1">
            <p:custDataLst>
              <p:tags r:id="rId1"/>
            </p:custDataLst>
            <p:extLst>
              <p:ext uri="{D42A27DB-BD31-4B8C-83A1-F6EECF244321}">
                <p14:modId xmlns:p14="http://schemas.microsoft.com/office/powerpoint/2010/main" val="209996484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D3F33643-D878-CE67-2D19-C5840577D68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50" name="Graphic 49">
            <a:extLst>
              <a:ext uri="{FF2B5EF4-FFF2-40B4-BE49-F238E27FC236}">
                <a16:creationId xmlns:a16="http://schemas.microsoft.com/office/drawing/2014/main" id="{0EA4E886-9362-E4A2-BCC8-BD0E78E3E337}"/>
              </a:ext>
            </a:extLst>
          </p:cNvPr>
          <p:cNvPicPr>
            <a:picLocks noChangeAspect="1"/>
          </p:cNvPicPr>
          <p:nvPr userDrawn="1"/>
        </p:nvPicPr>
        <p:blipFill>
          <a:blip>
            <a:extLst>
              <a:ext uri="{96DAC541-7B7A-43D3-8B79-37D633B846F1}">
                <asvg:svgBlip xmlns:asvg="http://schemas.microsoft.com/office/drawing/2016/SVG/main" r:embed="rId5"/>
              </a:ext>
            </a:extLst>
          </a:blip>
          <a:srcRect r="66731" b="50463"/>
          <a:stretch/>
        </p:blipFill>
        <p:spPr>
          <a:xfrm>
            <a:off x="10080625" y="4696968"/>
            <a:ext cx="1654175" cy="2161032"/>
          </a:xfrm>
          <a:prstGeom prst="rect">
            <a:avLst/>
          </a:prstGeom>
        </p:spPr>
      </p:pic>
      <p:sp>
        <p:nvSpPr>
          <p:cNvPr id="14" name="TextBox 13"/>
          <p:cNvSpPr txBox="1"/>
          <p:nvPr/>
        </p:nvSpPr>
        <p:spPr>
          <a:xfrm>
            <a:off x="4050792" y="2180483"/>
            <a:ext cx="4090416" cy="923330"/>
          </a:xfrm>
          <a:prstGeom prst="rect">
            <a:avLst/>
          </a:prstGeom>
          <a:noFill/>
        </p:spPr>
        <p:txBody>
          <a:bodyPr wrap="square" lIns="0" tIns="0" rIns="0" bIns="0" rtlCol="0">
            <a:spAutoFit/>
          </a:bodyPr>
          <a:lstStyle/>
          <a:p>
            <a:pPr algn="ctr" rtl="0"/>
            <a:r>
              <a:rPr lang="en-US" sz="6000" b="1">
                <a:solidFill>
                  <a:schemeClr val="bg1"/>
                </a:solidFill>
                <a:latin typeface="+mn-lt"/>
                <a:ea typeface="Open sans" panose="020B0606030504020204" pitchFamily="34" charset="0"/>
                <a:cs typeface="Open sans" panose="020B0606030504020204" pitchFamily="34" charset="0"/>
              </a:rPr>
              <a:t>Appendix</a:t>
            </a:r>
          </a:p>
        </p:txBody>
      </p:sp>
      <p:cxnSp>
        <p:nvCxnSpPr>
          <p:cNvPr id="11" name="Straight Connector 10">
            <a:extLst>
              <a:ext uri="{FF2B5EF4-FFF2-40B4-BE49-F238E27FC236}">
                <a16:creationId xmlns:a16="http://schemas.microsoft.com/office/drawing/2014/main" id="{67183BB5-530D-2092-7481-2B571AD3C05D}"/>
              </a:ext>
            </a:extLst>
          </p:cNvPr>
          <p:cNvCxnSpPr/>
          <p:nvPr userDrawn="1"/>
        </p:nvCxnSpPr>
        <p:spPr>
          <a:xfrm flipH="1">
            <a:off x="5289239" y="3208650"/>
            <a:ext cx="1613522"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B0241E8C-3F22-80C7-59F1-A84010798887}"/>
              </a:ext>
            </a:extLst>
          </p:cNvPr>
          <p:cNvSpPr/>
          <p:nvPr userDrawn="1"/>
        </p:nvSpPr>
        <p:spPr>
          <a:xfrm>
            <a:off x="-15240" y="-15240"/>
            <a:ext cx="12222480" cy="6888480"/>
          </a:xfrm>
          <a:prstGeom prst="rect">
            <a:avLst/>
          </a:prstGeom>
          <a:solidFill>
            <a:srgbClr val="015C63">
              <a:alpha val="5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35317884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1_Thank you ">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46A4538-2930-600F-4854-4796FCA5E742}"/>
              </a:ext>
            </a:extLst>
          </p:cNvPr>
          <p:cNvGraphicFramePr>
            <a:graphicFrameLocks noChangeAspect="1"/>
          </p:cNvGraphicFramePr>
          <p:nvPr userDrawn="1">
            <p:custDataLst>
              <p:tags r:id="rId1"/>
            </p:custDataLst>
            <p:extLst>
              <p:ext uri="{D42A27DB-BD31-4B8C-83A1-F6EECF244321}">
                <p14:modId xmlns:p14="http://schemas.microsoft.com/office/powerpoint/2010/main" val="77552691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046A4538-2930-600F-4854-4796FCA5E74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50" name="Graphic 49">
            <a:extLst>
              <a:ext uri="{FF2B5EF4-FFF2-40B4-BE49-F238E27FC236}">
                <a16:creationId xmlns:a16="http://schemas.microsoft.com/office/drawing/2014/main" id="{0EA4E886-9362-E4A2-BCC8-BD0E78E3E337}"/>
              </a:ext>
            </a:extLst>
          </p:cNvPr>
          <p:cNvPicPr>
            <a:picLocks noChangeAspect="1"/>
          </p:cNvPicPr>
          <p:nvPr userDrawn="1"/>
        </p:nvPicPr>
        <p:blipFill>
          <a:blip>
            <a:extLst>
              <a:ext uri="{96DAC541-7B7A-43D3-8B79-37D633B846F1}">
                <asvg:svgBlip xmlns:asvg="http://schemas.microsoft.com/office/drawing/2016/SVG/main" r:embed="rId5"/>
              </a:ext>
            </a:extLst>
          </a:blip>
          <a:srcRect r="66731" b="50463"/>
          <a:stretch/>
        </p:blipFill>
        <p:spPr>
          <a:xfrm>
            <a:off x="10080625" y="4696968"/>
            <a:ext cx="1654175" cy="2161032"/>
          </a:xfrm>
          <a:prstGeom prst="rect">
            <a:avLst/>
          </a:prstGeom>
        </p:spPr>
      </p:pic>
      <p:sp>
        <p:nvSpPr>
          <p:cNvPr id="14" name="TextBox 13"/>
          <p:cNvSpPr txBox="1"/>
          <p:nvPr/>
        </p:nvSpPr>
        <p:spPr>
          <a:xfrm>
            <a:off x="4050792" y="2180483"/>
            <a:ext cx="4090416" cy="923330"/>
          </a:xfrm>
          <a:prstGeom prst="rect">
            <a:avLst/>
          </a:prstGeom>
          <a:noFill/>
        </p:spPr>
        <p:txBody>
          <a:bodyPr wrap="square" lIns="0" tIns="0" rIns="0" bIns="0" rtlCol="0">
            <a:spAutoFit/>
          </a:bodyPr>
          <a:lstStyle/>
          <a:p>
            <a:pPr algn="ctr" rtl="0"/>
            <a:r>
              <a:rPr lang="en-US" sz="6000" b="1">
                <a:solidFill>
                  <a:schemeClr val="bg1"/>
                </a:solidFill>
                <a:latin typeface="+mn-lt"/>
                <a:ea typeface="Open sans" panose="020B0606030504020204" pitchFamily="34" charset="0"/>
                <a:cs typeface="Open sans" panose="020B0606030504020204" pitchFamily="34" charset="0"/>
              </a:rPr>
              <a:t>Thank You</a:t>
            </a:r>
          </a:p>
        </p:txBody>
      </p:sp>
      <p:cxnSp>
        <p:nvCxnSpPr>
          <p:cNvPr id="11" name="Straight Connector 10">
            <a:extLst>
              <a:ext uri="{FF2B5EF4-FFF2-40B4-BE49-F238E27FC236}">
                <a16:creationId xmlns:a16="http://schemas.microsoft.com/office/drawing/2014/main" id="{67183BB5-530D-2092-7481-2B571AD3C05D}"/>
              </a:ext>
            </a:extLst>
          </p:cNvPr>
          <p:cNvCxnSpPr/>
          <p:nvPr userDrawn="1"/>
        </p:nvCxnSpPr>
        <p:spPr>
          <a:xfrm flipH="1">
            <a:off x="5289239" y="3208650"/>
            <a:ext cx="1613522"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B0241E8C-3F22-80C7-59F1-A84010798887}"/>
              </a:ext>
            </a:extLst>
          </p:cNvPr>
          <p:cNvSpPr/>
          <p:nvPr userDrawn="1"/>
        </p:nvSpPr>
        <p:spPr>
          <a:xfrm>
            <a:off x="-15240" y="-15240"/>
            <a:ext cx="12222480" cy="6888480"/>
          </a:xfrm>
          <a:prstGeom prst="rect">
            <a:avLst/>
          </a:prstGeom>
          <a:solidFill>
            <a:srgbClr val="015C63">
              <a:alpha val="5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rtl="0"/>
            <a:endParaRPr lang="en-US">
              <a:latin typeface="+mj-lt"/>
            </a:endParaRPr>
          </a:p>
        </p:txBody>
      </p:sp>
    </p:spTree>
    <p:extLst>
      <p:ext uri="{BB962C8B-B14F-4D97-AF65-F5344CB8AC3E}">
        <p14:creationId xmlns:p14="http://schemas.microsoft.com/office/powerpoint/2010/main" val="227656605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A4EDA3A4-FD57-ABF8-5AF7-E4C83399D529}"/>
              </a:ext>
            </a:extLst>
          </p:cNvPr>
          <p:cNvGraphicFramePr>
            <a:graphicFrameLocks noChangeAspect="1"/>
          </p:cNvGraphicFramePr>
          <p:nvPr userDrawn="1">
            <p:custDataLst>
              <p:tags r:id="rId1"/>
            </p:custDataLst>
            <p:extLst>
              <p:ext uri="{D42A27DB-BD31-4B8C-83A1-F6EECF244321}">
                <p14:modId xmlns:p14="http://schemas.microsoft.com/office/powerpoint/2010/main" val="278156414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2" name="think-cell data - do not delete" hidden="1">
                        <a:extLst>
                          <a:ext uri="{FF2B5EF4-FFF2-40B4-BE49-F238E27FC236}">
                            <a16:creationId xmlns:a16="http://schemas.microsoft.com/office/drawing/2014/main" id="{A4EDA3A4-FD57-ABF8-5AF7-E4C83399D52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Text Placeholder 5">
            <a:extLst>
              <a:ext uri="{FF2B5EF4-FFF2-40B4-BE49-F238E27FC236}">
                <a16:creationId xmlns:a16="http://schemas.microsoft.com/office/drawing/2014/main" id="{7950ED24-877E-B1B9-0962-78149A8BD53E}"/>
              </a:ext>
            </a:extLst>
          </p:cNvPr>
          <p:cNvSpPr>
            <a:spLocks noGrp="1"/>
          </p:cNvSpPr>
          <p:nvPr>
            <p:ph type="body" sz="quarter" idx="13" hasCustomPrompt="1"/>
          </p:nvPr>
        </p:nvSpPr>
        <p:spPr>
          <a:xfrm>
            <a:off x="457200" y="349980"/>
            <a:ext cx="10673046" cy="304699"/>
          </a:xfrm>
          <a:prstGeom prst="rect">
            <a:avLst/>
          </a:prstGeom>
        </p:spPr>
        <p:txBody>
          <a:bodyPr wrap="square" lIns="0" tIns="0" rIns="0" bIns="0" anchor="ctr" anchorCtr="0">
            <a:spAutoFit/>
          </a:bodyPr>
          <a:lstStyle>
            <a:lvl1pPr marL="0" indent="0" rtl="0">
              <a:lnSpc>
                <a:spcPct val="90000"/>
              </a:lnSpc>
              <a:spcBef>
                <a:spcPts val="0"/>
              </a:spcBef>
              <a:buFont typeface="Arial" panose="020B0604020202020204" pitchFamily="34" charset="0"/>
              <a:buNone/>
              <a:defRPr sz="2200" b="1">
                <a:solidFill>
                  <a:srgbClr val="16654B"/>
                </a:solidFill>
                <a:latin typeface="+mn-lt"/>
              </a:defRPr>
            </a:lvl1pPr>
            <a:lvl2pPr marL="0" indent="0">
              <a:lnSpc>
                <a:spcPct val="100000"/>
              </a:lnSpc>
              <a:spcBef>
                <a:spcPts val="0"/>
              </a:spcBef>
              <a:buFont typeface="Arial" panose="020B0604020202020204" pitchFamily="34" charset="0"/>
              <a:buNone/>
              <a:defRPr sz="2400" b="1">
                <a:solidFill>
                  <a:srgbClr val="16654B"/>
                </a:solidFill>
              </a:defRPr>
            </a:lvl2pPr>
            <a:lvl3pPr marL="0" indent="0">
              <a:lnSpc>
                <a:spcPct val="100000"/>
              </a:lnSpc>
              <a:spcBef>
                <a:spcPts val="0"/>
              </a:spcBef>
              <a:buFont typeface="Arial" panose="020B0604020202020204" pitchFamily="34" charset="0"/>
              <a:buNone/>
              <a:defRPr sz="2400" b="1">
                <a:solidFill>
                  <a:srgbClr val="16654B"/>
                </a:solidFill>
              </a:defRPr>
            </a:lvl3pPr>
            <a:lvl4pPr marL="0" indent="0">
              <a:lnSpc>
                <a:spcPct val="100000"/>
              </a:lnSpc>
              <a:spcBef>
                <a:spcPts val="0"/>
              </a:spcBef>
              <a:buFont typeface="Arial" panose="020B0604020202020204" pitchFamily="34" charset="0"/>
              <a:buNone/>
              <a:defRPr sz="2400" b="1">
                <a:solidFill>
                  <a:srgbClr val="16654B"/>
                </a:solidFill>
              </a:defRPr>
            </a:lvl4pPr>
            <a:lvl5pPr marL="0" indent="0">
              <a:lnSpc>
                <a:spcPct val="100000"/>
              </a:lnSpc>
              <a:spcBef>
                <a:spcPts val="0"/>
              </a:spcBef>
              <a:buFont typeface="Arial" panose="020B0604020202020204" pitchFamily="34" charset="0"/>
              <a:buNone/>
              <a:defRPr sz="2400" b="1">
                <a:solidFill>
                  <a:srgbClr val="16654B"/>
                </a:solidFill>
              </a:defRPr>
            </a:lvl5pPr>
          </a:lstStyle>
          <a:p>
            <a:pPr lvl="0"/>
            <a:r>
              <a:rPr lang="en-US"/>
              <a:t>Title</a:t>
            </a:r>
          </a:p>
        </p:txBody>
      </p:sp>
      <p:sp>
        <p:nvSpPr>
          <p:cNvPr id="14" name="Text Placeholder 4">
            <a:extLst>
              <a:ext uri="{FF2B5EF4-FFF2-40B4-BE49-F238E27FC236}">
                <a16:creationId xmlns:a16="http://schemas.microsoft.com/office/drawing/2014/main" id="{08F92808-AB57-5B4E-7A67-77A9C789ED0B}"/>
              </a:ext>
            </a:extLst>
          </p:cNvPr>
          <p:cNvSpPr>
            <a:spLocks noGrp="1"/>
          </p:cNvSpPr>
          <p:nvPr>
            <p:ph type="body" sz="quarter" idx="10" hasCustomPrompt="1"/>
          </p:nvPr>
        </p:nvSpPr>
        <p:spPr>
          <a:xfrm>
            <a:off x="457200" y="6446832"/>
            <a:ext cx="9588500" cy="357185"/>
          </a:xfrm>
          <a:prstGeom prst="rect">
            <a:avLst/>
          </a:prstGeom>
        </p:spPr>
        <p:txBody>
          <a:bodyPr lIns="0" tIns="0" rIns="0" bIns="0" anchor="ctr"/>
          <a:lstStyle>
            <a:lvl1pPr marL="447675" indent="-447675" rtl="0">
              <a:buNone/>
              <a:defRPr sz="800">
                <a:solidFill>
                  <a:schemeClr val="tx2"/>
                </a:solidFill>
                <a:latin typeface="+mn-lt"/>
                <a:cs typeface="Open Sans" panose="020B0606030504020204" pitchFamily="34" charset="0"/>
                <a:sym typeface="Open Sans" panose="020B0606030504020204" pitchFamily="34" charset="0"/>
              </a:defRPr>
            </a:lvl1pPr>
            <a:lvl2pPr>
              <a:defRPr sz="700"/>
            </a:lvl2pPr>
            <a:lvl3pPr>
              <a:defRPr sz="700"/>
            </a:lvl3pPr>
            <a:lvl4pPr>
              <a:defRPr sz="700"/>
            </a:lvl4pPr>
            <a:lvl5pPr>
              <a:defRPr sz="700"/>
            </a:lvl5pPr>
          </a:lstStyle>
          <a:p>
            <a:pPr lvl="0"/>
            <a:r>
              <a:rPr lang="en-US"/>
              <a:t>Source: Portas analysis</a:t>
            </a:r>
          </a:p>
        </p:txBody>
      </p:sp>
      <p:cxnSp>
        <p:nvCxnSpPr>
          <p:cNvPr id="3" name="Straight Connector 2">
            <a:extLst>
              <a:ext uri="{FF2B5EF4-FFF2-40B4-BE49-F238E27FC236}">
                <a16:creationId xmlns:a16="http://schemas.microsoft.com/office/drawing/2014/main" id="{42425E41-F3F9-609A-9066-F76C24F76312}"/>
              </a:ext>
            </a:extLst>
          </p:cNvPr>
          <p:cNvCxnSpPr>
            <a:cxnSpLocks/>
          </p:cNvCxnSpPr>
          <p:nvPr userDrawn="1"/>
        </p:nvCxnSpPr>
        <p:spPr>
          <a:xfrm>
            <a:off x="0" y="980175"/>
            <a:ext cx="12192000" cy="0"/>
          </a:xfrm>
          <a:prstGeom prst="line">
            <a:avLst/>
          </a:prstGeom>
          <a:ln w="12700">
            <a:gradFill flip="none" rotWithShape="1">
              <a:gsLst>
                <a:gs pos="0">
                  <a:schemeClr val="accent5">
                    <a:lumMod val="20000"/>
                    <a:lumOff val="80000"/>
                    <a:alpha val="10000"/>
                  </a:schemeClr>
                </a:gs>
                <a:gs pos="23760">
                  <a:srgbClr val="C3DDC6"/>
                </a:gs>
                <a:gs pos="67000">
                  <a:schemeClr val="accent5"/>
                </a:gs>
                <a:gs pos="100000">
                  <a:srgbClr val="00602B"/>
                </a:gs>
              </a:gsLst>
              <a:lin ang="1080000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1841759"/>
      </p:ext>
    </p:extLst>
  </p:cSld>
  <p:clrMapOvr>
    <a:masterClrMapping/>
  </p:clrMapOvr>
  <p:extLst>
    <p:ext uri="{DCECCB84-F9BA-43D5-87BE-67443E8EF086}">
      <p15:sldGuideLst xmlns:p15="http://schemas.microsoft.com/office/powerpoint/2012/main">
        <p15:guide id="1">
          <p15:clr>
            <a:srgbClr val="FBAE40"/>
          </p15:clr>
        </p15:guide>
        <p15:guide id="2" pos="7680">
          <p15:clr>
            <a:srgbClr val="FBAE40"/>
          </p15:clr>
        </p15:guide>
        <p15:guide id="5" orient="horz">
          <p15:clr>
            <a:srgbClr val="FBAE40"/>
          </p15:clr>
        </p15:guide>
        <p15:guide id="6" orient="horz" pos="432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tags" Target="../tags/tag2.xml"/><Relationship Id="rId7" Type="http://schemas.openxmlformats.org/officeDocument/2006/relationships/oleObject" Target="../embeddings/oleObject1.bin"/><Relationship Id="rId8"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slideLayout" Target="../slideLayouts/slideLayout6.xml"/><Relationship Id="rId3" Type="http://schemas.openxmlformats.org/officeDocument/2006/relationships/slideLayout" Target="../slideLayouts/slideLayout7.xml"/><Relationship Id="rId4" Type="http://schemas.openxmlformats.org/officeDocument/2006/relationships/slideLayout" Target="../slideLayouts/slideLayout8.xml"/><Relationship Id="rId5" Type="http://schemas.openxmlformats.org/officeDocument/2006/relationships/slideLayout" Target="../slideLayouts/slideLayout9.xml"/><Relationship Id="rId6" Type="http://schemas.openxmlformats.org/officeDocument/2006/relationships/slideLayout" Target="../slideLayouts/slideLayout10.xml"/><Relationship Id="rId7" Type="http://schemas.openxmlformats.org/officeDocument/2006/relationships/slideLayout" Target="../slideLayouts/slideLayout11.xml"/><Relationship Id="rId8" Type="http://schemas.openxmlformats.org/officeDocument/2006/relationships/theme" Target="../theme/theme2.xml"/><Relationship Id="rId9" Type="http://schemas.openxmlformats.org/officeDocument/2006/relationships/tags" Target="../tags/tag6.xml"/><Relationship Id="rId10" Type="http://schemas.openxmlformats.org/officeDocument/2006/relationships/oleObject" Target="../embeddings/oleObject5.bin"/><Relationship Id="rId11" Type="http://schemas.openxmlformats.org/officeDocument/2006/relationships/image" Target="../media/image5.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theme" Target="../theme/theme3.xml"/><Relationship Id="rId9" Type="http://schemas.openxmlformats.org/officeDocument/2006/relationships/tags" Target="../tags/tag14.xml"/><Relationship Id="rId10" Type="http://schemas.openxmlformats.org/officeDocument/2006/relationships/oleObject" Target="../embeddings/oleObject12.bin"/><Relationship Id="rId11" Type="http://schemas.openxmlformats.org/officeDocument/2006/relationships/image" Target="../media/image5.e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slideLayout" Target="../slideLayouts/slideLayout20.xml"/><Relationship Id="rId3" Type="http://schemas.openxmlformats.org/officeDocument/2006/relationships/slideLayout" Target="../slideLayouts/slideLayout21.xml"/><Relationship Id="rId4" Type="http://schemas.openxmlformats.org/officeDocument/2006/relationships/slideLayout" Target="../slideLayouts/slideLayout22.xml"/><Relationship Id="rId5" Type="http://schemas.openxmlformats.org/officeDocument/2006/relationships/slideLayout" Target="../slideLayouts/slideLayout23.xml"/><Relationship Id="rId6" Type="http://schemas.openxmlformats.org/officeDocument/2006/relationships/slideLayout" Target="../slideLayouts/slideLayout24.xml"/><Relationship Id="rId7" Type="http://schemas.openxmlformats.org/officeDocument/2006/relationships/slideLayout" Target="../slideLayouts/slideLayout25.xml"/><Relationship Id="rId8" Type="http://schemas.openxmlformats.org/officeDocument/2006/relationships/slideLayout" Target="../slideLayouts/slideLayout26.xml"/><Relationship Id="rId9" Type="http://schemas.openxmlformats.org/officeDocument/2006/relationships/slideLayout" Target="../slideLayouts/slideLayout27.xml"/><Relationship Id="rId10" Type="http://schemas.openxmlformats.org/officeDocument/2006/relationships/slideLayout" Target="../slideLayouts/slideLayout28.xml"/><Relationship Id="rId11" Type="http://schemas.openxmlformats.org/officeDocument/2006/relationships/slideLayout" Target="../slideLayouts/slideLayout29.xml"/><Relationship Id="rId12" Type="http://schemas.openxmlformats.org/officeDocument/2006/relationships/slideLayout" Target="../slideLayouts/slideLayout30.xml"/><Relationship Id="rId13" Type="http://schemas.openxmlformats.org/officeDocument/2006/relationships/slideLayout" Target="../slideLayouts/slideLayout31.xml"/><Relationship Id="rId14" Type="http://schemas.openxmlformats.org/officeDocument/2006/relationships/slideLayout" Target="../slideLayouts/slideLayout32.xml"/><Relationship Id="rId15" Type="http://schemas.openxmlformats.org/officeDocument/2006/relationships/slideLayout" Target="../slideLayouts/slideLayout33.xml"/><Relationship Id="rId16" Type="http://schemas.openxmlformats.org/officeDocument/2006/relationships/slideLayout" Target="../slideLayouts/slideLayout34.xml"/><Relationship Id="rId17" Type="http://schemas.openxmlformats.org/officeDocument/2006/relationships/slideLayout" Target="../slideLayouts/slideLayout35.xml"/><Relationship Id="rId18" Type="http://schemas.openxmlformats.org/officeDocument/2006/relationships/slideLayout" Target="../slideLayouts/slideLayout36.xml"/><Relationship Id="rId19" Type="http://schemas.openxmlformats.org/officeDocument/2006/relationships/slideLayout" Target="../slideLayouts/slideLayout37.xml"/><Relationship Id="rId20" Type="http://schemas.openxmlformats.org/officeDocument/2006/relationships/slideLayout" Target="../slideLayouts/slideLayout38.xml"/><Relationship Id="rId21" Type="http://schemas.openxmlformats.org/officeDocument/2006/relationships/slideLayout" Target="../slideLayouts/slideLayout39.xml"/><Relationship Id="rId22" Type="http://schemas.openxmlformats.org/officeDocument/2006/relationships/slideLayout" Target="../slideLayouts/slideLayout40.xml"/><Relationship Id="rId23" Type="http://schemas.openxmlformats.org/officeDocument/2006/relationships/slideLayout" Target="../slideLayouts/slideLayout41.xml"/><Relationship Id="rId24" Type="http://schemas.openxmlformats.org/officeDocument/2006/relationships/slideLayout" Target="../slideLayouts/slideLayout42.xml"/><Relationship Id="rId25" Type="http://schemas.openxmlformats.org/officeDocument/2006/relationships/slideLayout" Target="../slideLayouts/slideLayout43.xml"/><Relationship Id="rId26" Type="http://schemas.openxmlformats.org/officeDocument/2006/relationships/slideLayout" Target="../slideLayouts/slideLayout44.xml"/><Relationship Id="rId27" Type="http://schemas.openxmlformats.org/officeDocument/2006/relationships/slideLayout" Target="../slideLayouts/slideLayout45.xml"/><Relationship Id="rId28" Type="http://schemas.openxmlformats.org/officeDocument/2006/relationships/slideLayout" Target="../slideLayouts/slideLayout46.xml"/><Relationship Id="rId29" Type="http://schemas.openxmlformats.org/officeDocument/2006/relationships/slideLayout" Target="../slideLayouts/slideLayout47.xml"/><Relationship Id="rId30" Type="http://schemas.openxmlformats.org/officeDocument/2006/relationships/slideLayout" Target="../slideLayouts/slideLayout48.xml"/><Relationship Id="rId31" Type="http://schemas.openxmlformats.org/officeDocument/2006/relationships/slideLayout" Target="../slideLayouts/slideLayout49.xml"/><Relationship Id="rId32" Type="http://schemas.openxmlformats.org/officeDocument/2006/relationships/slideLayout" Target="../slideLayouts/slideLayout50.xml"/><Relationship Id="rId33" Type="http://schemas.openxmlformats.org/officeDocument/2006/relationships/slideLayout" Target="../slideLayouts/slideLayout51.xml"/><Relationship Id="rId34" Type="http://schemas.openxmlformats.org/officeDocument/2006/relationships/slideLayout" Target="../slideLayouts/slideLayout52.xml"/><Relationship Id="rId35" Type="http://schemas.openxmlformats.org/officeDocument/2006/relationships/slideLayout" Target="../slideLayouts/slideLayout53.xml"/><Relationship Id="rId36" Type="http://schemas.openxmlformats.org/officeDocument/2006/relationships/slideLayout" Target="../slideLayouts/slideLayout54.xml"/><Relationship Id="rId37" Type="http://schemas.openxmlformats.org/officeDocument/2006/relationships/slideLayout" Target="../slideLayouts/slideLayout55.xml"/><Relationship Id="rId38" Type="http://schemas.openxmlformats.org/officeDocument/2006/relationships/theme" Target="../theme/theme4.xml"/><Relationship Id="rId39" Type="http://schemas.openxmlformats.org/officeDocument/2006/relationships/tags" Target="../tags/tag22.xml"/><Relationship Id="rId40" Type="http://schemas.openxmlformats.org/officeDocument/2006/relationships/tags" Target="../tags/tag23.xml"/><Relationship Id="rId41" Type="http://schemas.openxmlformats.org/officeDocument/2006/relationships/tags" Target="../tags/tag24.xml"/><Relationship Id="rId42" Type="http://schemas.openxmlformats.org/officeDocument/2006/relationships/tags" Target="../tags/tag25.xml"/><Relationship Id="rId43" Type="http://schemas.openxmlformats.org/officeDocument/2006/relationships/tags" Target="../tags/tag26.xml"/><Relationship Id="rId44" Type="http://schemas.openxmlformats.org/officeDocument/2006/relationships/tags" Target="../tags/tag27.xml"/><Relationship Id="rId45" Type="http://schemas.openxmlformats.org/officeDocument/2006/relationships/tags" Target="../tags/tag28.xml"/><Relationship Id="rId46" Type="http://schemas.openxmlformats.org/officeDocument/2006/relationships/tags" Target="../tags/tag29.xml"/><Relationship Id="rId47" Type="http://schemas.openxmlformats.org/officeDocument/2006/relationships/tags" Target="../tags/tag30.xml"/><Relationship Id="rId48" Type="http://schemas.openxmlformats.org/officeDocument/2006/relationships/tags" Target="../tags/tag31.xml"/><Relationship Id="rId49" Type="http://schemas.openxmlformats.org/officeDocument/2006/relationships/tags" Target="../tags/tag32.xml"/><Relationship Id="rId50" Type="http://schemas.openxmlformats.org/officeDocument/2006/relationships/tags" Target="../tags/tag33.xml"/><Relationship Id="rId51" Type="http://schemas.openxmlformats.org/officeDocument/2006/relationships/tags" Target="../tags/tag34.xml"/><Relationship Id="rId52" Type="http://schemas.openxmlformats.org/officeDocument/2006/relationships/tags" Target="../tags/tag35.xml"/><Relationship Id="rId53" Type="http://schemas.openxmlformats.org/officeDocument/2006/relationships/tags" Target="../tags/tag36.xml"/><Relationship Id="rId54" Type="http://schemas.openxmlformats.org/officeDocument/2006/relationships/tags" Target="../tags/tag37.xml"/><Relationship Id="rId55" Type="http://schemas.openxmlformats.org/officeDocument/2006/relationships/tags" Target="../tags/tag38.xml"/><Relationship Id="rId56" Type="http://schemas.openxmlformats.org/officeDocument/2006/relationships/tags" Target="../tags/tag39.xml"/><Relationship Id="rId57" Type="http://schemas.openxmlformats.org/officeDocument/2006/relationships/tags" Target="../tags/tag40.xml"/><Relationship Id="rId58" Type="http://schemas.openxmlformats.org/officeDocument/2006/relationships/tags" Target="../tags/tag41.xml"/><Relationship Id="rId59" Type="http://schemas.openxmlformats.org/officeDocument/2006/relationships/oleObject" Target="../embeddings/oleObject19.bin"/><Relationship Id="rId60" Type="http://schemas.openxmlformats.org/officeDocument/2006/relationships/image" Target="../media/image8.emf"/></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theme" Target="../theme/theme5.xml"/><Relationship Id="rId3" Type="http://schemas.openxmlformats.org/officeDocument/2006/relationships/tags" Target="../tags/tag147.xml"/><Relationship Id="rId4" Type="http://schemas.openxmlformats.org/officeDocument/2006/relationships/oleObject" Target="../embeddings/oleObject42.bin"/><Relationship Id="rId5" Type="http://schemas.openxmlformats.org/officeDocument/2006/relationships/image" Target="../media/image5.emf"/><Relationship Id="rId6" Type="http://schemas.openxmlformats.org/officeDocument/2006/relationships/image" Target="../media/image20.png"/><Relationship Id="rId7" Type="http://schemas.microsoft.com/office/2007/relationships/hdphoto" Target="../media/hdphoto1.wdp"/></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theme" Target="../theme/theme6.xml"/><Relationship Id="rId9" Type="http://schemas.openxmlformats.org/officeDocument/2006/relationships/tags" Target="../tags/tag148.xml"/><Relationship Id="rId10" Type="http://schemas.openxmlformats.org/officeDocument/2006/relationships/oleObject" Target="../embeddings/oleObject12.bin"/><Relationship Id="rId11" Type="http://schemas.openxmlformats.org/officeDocument/2006/relationships/image" Target="../media/image5.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6"/>
            </p:custDataLst>
            <p:extLst>
              <p:ext uri="{D42A27DB-BD31-4B8C-83A1-F6EECF244321}">
                <p14:modId xmlns:p14="http://schemas.microsoft.com/office/powerpoint/2010/main" val="2240236293"/>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7" imgW="270" imgH="270" progId="TCLayout.ActiveDocument.1">
                  <p:embed/>
                </p:oleObj>
              </mc:Choice>
              <mc:Fallback>
                <p:oleObj name="think-cell Slide" r:id="rId7" imgW="270" imgH="270" progId="TCLayout.ActiveDocument.1">
                  <p:embed/>
                  <p:pic>
                    <p:nvPicPr>
                      <p:cNvPr id="2" name="Object 1" hidden="1"/>
                      <p:cNvPicPr/>
                      <p:nvPr/>
                    </p:nvPicPr>
                    <p:blipFill>
                      <a:blip r:embed="rId8"/>
                      <a:stretch>
                        <a:fillRect/>
                      </a:stretch>
                    </p:blipFill>
                    <p:spPr>
                      <a:xfrm>
                        <a:off x="1588" y="1588"/>
                        <a:ext cx="1587" cy="1587"/>
                      </a:xfrm>
                      <a:prstGeom prst="rect">
                        <a:avLst/>
                      </a:prstGeom>
                    </p:spPr>
                  </p:pic>
                </p:oleObj>
              </mc:Fallback>
            </mc:AlternateContent>
          </a:graphicData>
        </a:graphic>
      </p:graphicFrame>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rtl="0">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sp>
        <p:nvSpPr>
          <p:cNvPr id="4" name="Text Placeholder 3"/>
          <p:cNvSpPr>
            <a:spLocks noGrp="1"/>
          </p:cNvSpPr>
          <p:nvPr>
            <p:ph type="body" idx="1"/>
          </p:nvPr>
        </p:nvSpPr>
        <p:spPr>
          <a:xfrm>
            <a:off x="630000" y="2256184"/>
            <a:ext cx="10933200" cy="3888259"/>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a:p>
            <a:pPr lvl="5"/>
            <a:r>
              <a:rPr lang="en-US"/>
              <a:t>Level six</a:t>
            </a:r>
          </a:p>
          <a:p>
            <a:pPr lvl="6"/>
            <a:r>
              <a:rPr lang="en-US"/>
              <a:t>Level seven</a:t>
            </a:r>
          </a:p>
          <a:p>
            <a:pPr lvl="7"/>
            <a:r>
              <a:rPr lang="en-US"/>
              <a:t>Level eight</a:t>
            </a:r>
          </a:p>
          <a:p>
            <a:pPr lvl="8"/>
            <a:r>
              <a:rPr lang="en-US"/>
              <a:t>Level nine</a:t>
            </a:r>
          </a:p>
        </p:txBody>
      </p:sp>
      <p:sp>
        <p:nvSpPr>
          <p:cNvPr id="9" name="Title Placeholder 1"/>
          <p:cNvSpPr>
            <a:spLocks noGrp="1"/>
          </p:cNvSpPr>
          <p:nvPr>
            <p:ph type="title"/>
          </p:nvPr>
        </p:nvSpPr>
        <p:spPr>
          <a:xfrm>
            <a:off x="630000" y="290196"/>
            <a:ext cx="10933200" cy="569387"/>
          </a:xfrm>
          <a:prstGeom prst="rect">
            <a:avLst/>
          </a:prstGeom>
        </p:spPr>
        <p:txBody>
          <a:bodyPr vert="horz" wrap="square" lIns="0" tIns="0" rIns="0" bIns="0" rtlCol="0" anchor="t">
            <a:noAutofit/>
          </a:bodyPr>
          <a:lstStyle/>
          <a:p>
            <a:r>
              <a:rPr lang="en-US"/>
              <a:t>Click to add title</a:t>
            </a:r>
          </a:p>
        </p:txBody>
      </p:sp>
    </p:spTree>
    <p:extLst>
      <p:ext uri="{BB962C8B-B14F-4D97-AF65-F5344CB8AC3E}">
        <p14:creationId xmlns:p14="http://schemas.microsoft.com/office/powerpoint/2010/main" val="506913457"/>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ftr="0" dt="0"/>
  <p:txStyles>
    <p:titleStyle>
      <a:lvl1pPr algn="l" defTabSz="914400" rtl="0" eaLnBrk="1" latinLnBrk="0" hangingPunct="1">
        <a:lnSpc>
          <a:spcPct val="90000"/>
        </a:lnSpc>
        <a:spcBef>
          <a:spcPct val="0"/>
        </a:spcBef>
        <a:buNone/>
        <a:defRPr lang="en-US" sz="4000" b="1" kern="1200" dirty="0">
          <a:solidFill>
            <a:schemeClr val="tx2"/>
          </a:solidFill>
          <a:latin typeface="+mj-lt"/>
          <a:ea typeface="+mj-ea"/>
          <a:cs typeface="+mj-cs"/>
          <a:sym typeface="Trebuchet MS" panose="020B0603020202020204" pitchFamily="34" charset="0"/>
        </a:defRPr>
      </a:lvl1pPr>
    </p:titleStyle>
    <p:bodyStyle>
      <a:lvl1pPr marL="0" indent="0" algn="l" defTabSz="914400" rtl="0" eaLnBrk="1" latinLnBrk="0" hangingPunct="1">
        <a:lnSpc>
          <a:spcPct val="110000"/>
        </a:lnSpc>
        <a:spcBef>
          <a:spcPts val="600"/>
        </a:spcBef>
        <a:spcAft>
          <a:spcPts val="300"/>
        </a:spcAft>
        <a:buFont typeface="Arial" panose="020B0604020202020204" pitchFamily="34" charset="0"/>
        <a:buChar char="​"/>
        <a:defRPr lang="en-US" sz="1400" kern="1200">
          <a:solidFill>
            <a:schemeClr val="tx1"/>
          </a:solidFill>
          <a:latin typeface="+mn-lt"/>
          <a:ea typeface="+mn-ea"/>
          <a:cs typeface="+mn-cs"/>
          <a:sym typeface="Trebuchet MS" panose="020B0603020202020204" pitchFamily="34" charset="0"/>
        </a:defRPr>
      </a:lvl1pPr>
      <a:lvl2pPr marL="284400" indent="-172800" algn="l" defTabSz="914400" rtl="0" eaLnBrk="1" latinLnBrk="0" hangingPunct="1">
        <a:lnSpc>
          <a:spcPct val="90000"/>
        </a:lnSpc>
        <a:spcBef>
          <a:spcPts val="0"/>
        </a:spcBef>
        <a:spcAft>
          <a:spcPts val="300"/>
        </a:spcAft>
        <a:buClr>
          <a:schemeClr val="tx2"/>
        </a:buClr>
        <a:buFont typeface="Arial" panose="020B0604020202020204" pitchFamily="34" charset="0"/>
        <a:buChar char="•"/>
        <a:defRPr lang="en-US" sz="1400" kern="1200">
          <a:solidFill>
            <a:schemeClr val="tx1"/>
          </a:solidFill>
          <a:latin typeface="+mn-lt"/>
          <a:ea typeface="+mn-ea"/>
          <a:cs typeface="+mn-cs"/>
          <a:sym typeface="Trebuchet MS" panose="020B0603020202020204" pitchFamily="34" charset="0"/>
        </a:defRPr>
      </a:lvl2pPr>
      <a:lvl3pPr marL="511200" indent="-165600" algn="l" defTabSz="914400" rtl="0" eaLnBrk="1" latinLnBrk="0" hangingPunct="1">
        <a:lnSpc>
          <a:spcPct val="90000"/>
        </a:lnSpc>
        <a:spcBef>
          <a:spcPts val="0"/>
        </a:spcBef>
        <a:spcAft>
          <a:spcPts val="300"/>
        </a:spcAft>
        <a:buClr>
          <a:schemeClr val="tx2"/>
        </a:buClr>
        <a:buFont typeface="Trebuchet MS" panose="020B0603020202020204" pitchFamily="34" charset="0"/>
        <a:buChar char="–"/>
        <a:defRPr lang="en-US" sz="1400" kern="1200">
          <a:solidFill>
            <a:schemeClr val="tx1"/>
          </a:solidFill>
          <a:latin typeface="+mn-lt"/>
          <a:ea typeface="+mn-ea"/>
          <a:cs typeface="+mn-cs"/>
          <a:sym typeface="Trebuchet MS" panose="020B0603020202020204" pitchFamily="34" charset="0"/>
        </a:defRPr>
      </a:lvl3pPr>
      <a:lvl4pPr marL="0" indent="0" algn="l" defTabSz="914400" rtl="0" eaLnBrk="1" latinLnBrk="0" hangingPunct="1">
        <a:lnSpc>
          <a:spcPct val="110000"/>
        </a:lnSpc>
        <a:spcBef>
          <a:spcPts val="300"/>
        </a:spcBef>
        <a:spcAft>
          <a:spcPts val="300"/>
        </a:spcAft>
        <a:buClr>
          <a:schemeClr val="tx2"/>
        </a:buClr>
        <a:buFont typeface="Arial" panose="020B0604020202020204" pitchFamily="34" charset="0"/>
        <a:buChar char="​"/>
        <a:defRPr lang="en-US" sz="1800" kern="1200">
          <a:solidFill>
            <a:schemeClr val="tx2"/>
          </a:solidFill>
          <a:latin typeface="+mn-lt"/>
          <a:ea typeface="+mn-ea"/>
          <a:cs typeface="+mn-cs"/>
          <a:sym typeface="Trebuchet MS" panose="020B0603020202020204" pitchFamily="34" charset="0"/>
        </a:defRPr>
      </a:lvl4pPr>
      <a:lvl5pPr marL="0" indent="0" algn="l" defTabSz="914400" rtl="0" eaLnBrk="1" latinLnBrk="0" hangingPunct="1">
        <a:lnSpc>
          <a:spcPct val="100000"/>
        </a:lnSpc>
        <a:spcBef>
          <a:spcPts val="0"/>
        </a:spcBef>
        <a:spcAft>
          <a:spcPts val="300"/>
        </a:spcAft>
        <a:buClrTx/>
        <a:buFont typeface="Arial" panose="020B0604020202020204" pitchFamily="34" charset="0"/>
        <a:buChar char="​"/>
        <a:defRPr lang="en-US" sz="1800" b="1" kern="1200" smtClean="0">
          <a:solidFill>
            <a:schemeClr val="tx1"/>
          </a:solidFill>
          <a:latin typeface="+mn-lt"/>
          <a:ea typeface="+mn-ea"/>
          <a:cs typeface="+mn-cs"/>
          <a:sym typeface="Trebuchet MS" panose="020B0603020202020204" pitchFamily="34" charset="0"/>
        </a:defRPr>
      </a:lvl5pPr>
      <a:lvl6pPr marL="269875" indent="-152400" algn="l" defTabSz="914400" rtl="0" eaLnBrk="1" latinLnBrk="0" hangingPunct="1">
        <a:lnSpc>
          <a:spcPct val="90000"/>
        </a:lnSpc>
        <a:spcBef>
          <a:spcPts val="0"/>
        </a:spcBef>
        <a:spcAft>
          <a:spcPts val="600"/>
        </a:spcAft>
        <a:buClr>
          <a:schemeClr val="tx2"/>
        </a:buClr>
        <a:buFont typeface="Arial" panose="020B0604020202020204" pitchFamily="34" charset="0"/>
        <a:buChar char="•"/>
        <a:defRPr lang="en-US" sz="1800" kern="1200" smtClean="0">
          <a:solidFill>
            <a:schemeClr val="tx1"/>
          </a:solidFill>
          <a:latin typeface="+mn-lt"/>
          <a:ea typeface="+mn-ea"/>
          <a:cs typeface="+mn-cs"/>
          <a:sym typeface="Trebuchet MS" panose="020B0603020202020204" pitchFamily="34" charset="0"/>
        </a:defRPr>
      </a:lvl6pPr>
      <a:lvl7pPr marL="0" indent="0" algn="l" defTabSz="914400" rtl="0" eaLnBrk="1" latinLnBrk="0" hangingPunct="1">
        <a:lnSpc>
          <a:spcPct val="90000"/>
        </a:lnSpc>
        <a:spcBef>
          <a:spcPts val="900"/>
        </a:spcBef>
        <a:spcAft>
          <a:spcPts val="900"/>
        </a:spcAft>
        <a:buFont typeface="Arial" panose="020B0604020202020204" pitchFamily="34" charset="0"/>
        <a:buChar char="​"/>
        <a:defRPr lang="en-US" sz="4400" kern="1200" baseline="0" smtClean="0">
          <a:solidFill>
            <a:schemeClr val="tx1"/>
          </a:solidFill>
          <a:latin typeface="+mn-lt"/>
          <a:ea typeface="+mn-ea"/>
          <a:cs typeface="+mn-cs"/>
          <a:sym typeface="Trebuchet MS" panose="020B0603020202020204" pitchFamily="34" charset="0"/>
        </a:defRPr>
      </a:lvl7pPr>
      <a:lvl8pPr marL="0" indent="0" algn="l" defTabSz="914400" rtl="0" eaLnBrk="1" latinLnBrk="0" hangingPunct="1">
        <a:lnSpc>
          <a:spcPct val="90000"/>
        </a:lnSpc>
        <a:spcBef>
          <a:spcPts val="900"/>
        </a:spcBef>
        <a:spcAft>
          <a:spcPts val="0"/>
        </a:spcAft>
        <a:buFont typeface="Arial" panose="020B0604020202020204" pitchFamily="34" charset="0"/>
        <a:buChar char="​"/>
        <a:defRPr lang="en-US" sz="5400" kern="1200" baseline="0" smtClean="0">
          <a:solidFill>
            <a:schemeClr val="tx2"/>
          </a:solidFill>
          <a:latin typeface="+mn-lt"/>
          <a:ea typeface="+mn-ea"/>
          <a:cs typeface="+mn-cs"/>
          <a:sym typeface="Trebuchet MS" panose="020B0603020202020204" pitchFamily="34" charset="0"/>
        </a:defRPr>
      </a:lvl8pPr>
      <a:lvl9pPr marL="0" indent="0" algn="l" defTabSz="914400" rtl="0" eaLnBrk="1" latinLnBrk="0" hangingPunct="1">
        <a:lnSpc>
          <a:spcPct val="100000"/>
        </a:lnSpc>
        <a:spcBef>
          <a:spcPts val="0"/>
        </a:spcBef>
        <a:spcAft>
          <a:spcPts val="900"/>
        </a:spcAft>
        <a:buFont typeface="Arial" panose="020B0604020202020204" pitchFamily="34" charset="0"/>
        <a:buChar char="​"/>
        <a:defRPr lang="en-US" sz="2400" kern="1200" baseline="0" dirty="0">
          <a:solidFill>
            <a:schemeClr val="tx2"/>
          </a:solidFill>
          <a:latin typeface="+mn-lt"/>
          <a:ea typeface="+mn-ea"/>
          <a:cs typeface="+mn-cs"/>
          <a:sym typeface="Trebuchet MS" panose="020B0603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12">
          <p15:clr>
            <a:srgbClr val="F26B43"/>
          </p15:clr>
        </p15:guide>
        <p15:guide id="2" orient="horz" pos="564">
          <p15:clr>
            <a:srgbClr val="F26B43"/>
          </p15:clr>
        </p15:guide>
        <p15:guide id="3" orient="horz" pos="4011">
          <p15:clr>
            <a:srgbClr val="F26B43"/>
          </p15:clr>
        </p15:guide>
        <p15:guide id="4" pos="396">
          <p15:clr>
            <a:srgbClr val="F26B43"/>
          </p15:clr>
        </p15:guide>
        <p15:guide id="5" pos="728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AFCF7A3E-9C99-EBFD-B30B-146961BD5031}"/>
              </a:ext>
            </a:extLst>
          </p:cNvPr>
          <p:cNvGraphicFramePr>
            <a:graphicFrameLocks noChangeAspect="1"/>
          </p:cNvGraphicFramePr>
          <p:nvPr userDrawn="1">
            <p:custDataLst>
              <p:tags r:id="rId9"/>
            </p:custDataLst>
            <p:extLst>
              <p:ext uri="{D42A27DB-BD31-4B8C-83A1-F6EECF244321}">
                <p14:modId xmlns:p14="http://schemas.microsoft.com/office/powerpoint/2010/main" val="12501275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0" imgW="404" imgH="405" progId="TCLayout.ActiveDocument.1">
                  <p:embed/>
                </p:oleObj>
              </mc:Choice>
              <mc:Fallback>
                <p:oleObj name="think-cell Slide" r:id="rId10" imgW="404" imgH="405" progId="TCLayout.ActiveDocument.1">
                  <p:embed/>
                  <p:pic>
                    <p:nvPicPr>
                      <p:cNvPr id="2" name="think-cell data - do not delete" hidden="1">
                        <a:extLst>
                          <a:ext uri="{FF2B5EF4-FFF2-40B4-BE49-F238E27FC236}">
                            <a16:creationId xmlns:a16="http://schemas.microsoft.com/office/drawing/2014/main" id="{AFCF7A3E-9C99-EBFD-B30B-146961BD5031}"/>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7" name="ToolsToo_Slide" descr="ToolsToo_Slide">
            <a:extLst>
              <a:ext uri="{FF2B5EF4-FFF2-40B4-BE49-F238E27FC236}">
                <a16:creationId xmlns:a16="http://schemas.microsoft.com/office/drawing/2014/main" id="{A11B14A8-0228-FEDF-8427-B265E7E871B0}"/>
              </a:ext>
            </a:extLst>
          </p:cNvPr>
          <p:cNvSpPr/>
          <p:nvPr userDrawn="1"/>
        </p:nvSpPr>
        <p:spPr>
          <a:xfrm>
            <a:off x="0" y="0"/>
            <a:ext cx="12192000" cy="685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noAutofit/>
          </a:bodyPr>
          <a:lstStyle/>
          <a:p>
            <a:pPr algn="l" rtl="0"/>
            <a:endParaRPr lang="en-US" sz="1600">
              <a:solidFill>
                <a:schemeClr val="tx1">
                  <a:lumMod val="75000"/>
                  <a:lumOff val="25000"/>
                </a:schemeClr>
              </a:solidFill>
              <a:latin typeface="Open sans" panose="020B0606030504020204" pitchFamily="34" charset="0"/>
            </a:endParaRPr>
          </a:p>
        </p:txBody>
      </p:sp>
    </p:spTree>
    <p:extLst>
      <p:ext uri="{BB962C8B-B14F-4D97-AF65-F5344CB8AC3E}">
        <p14:creationId xmlns:p14="http://schemas.microsoft.com/office/powerpoint/2010/main" val="3566130259"/>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Lst>
  <p:hf hdr="0" ftr="0" dt="0"/>
  <p:txStyles>
    <p:titleStyle>
      <a:lvl1pPr algn="l" defTabSz="914400" rtl="0" eaLnBrk="1" latinLnBrk="0" hangingPunct="1">
        <a:lnSpc>
          <a:spcPct val="90000"/>
        </a:lnSpc>
        <a:spcBef>
          <a:spcPct val="0"/>
        </a:spcBef>
        <a:buNone/>
        <a:defRPr sz="4400" kern="1200">
          <a:solidFill>
            <a:schemeClr val="tx1"/>
          </a:solidFill>
          <a:latin typeface="Open Sans Light" panose="020B0306030504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Open sans" panose="020B06060305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Open sans" panose="020B06060305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Open sans" panose="020B06060305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Open sans" panose="020B06060305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Open sans" panose="020B060603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7680">
          <p15:clr>
            <a:srgbClr val="F26B43"/>
          </p15:clr>
        </p15:guide>
        <p15:guide id="3" pos="288">
          <p15:clr>
            <a:srgbClr val="F26B43"/>
          </p15:clr>
        </p15:guide>
        <p15:guide id="4" pos="1352">
          <p15:clr>
            <a:srgbClr val="F26B43"/>
          </p15:clr>
        </p15:guide>
        <p15:guide id="5" pos="1496">
          <p15:clr>
            <a:srgbClr val="F26B43"/>
          </p15:clr>
        </p15:guide>
        <p15:guide id="6" pos="2560">
          <p15:clr>
            <a:srgbClr val="F26B43"/>
          </p15:clr>
        </p15:guide>
        <p15:guide id="7" pos="2704">
          <p15:clr>
            <a:srgbClr val="F26B43"/>
          </p15:clr>
        </p15:guide>
        <p15:guide id="8" pos="3768">
          <p15:clr>
            <a:srgbClr val="F26B43"/>
          </p15:clr>
        </p15:guide>
        <p15:guide id="9" pos="3912">
          <p15:clr>
            <a:srgbClr val="F26B43"/>
          </p15:clr>
        </p15:guide>
        <p15:guide id="10" pos="4976">
          <p15:clr>
            <a:srgbClr val="F26B43"/>
          </p15:clr>
        </p15:guide>
        <p15:guide id="11" pos="5120">
          <p15:clr>
            <a:srgbClr val="F26B43"/>
          </p15:clr>
        </p15:guide>
        <p15:guide id="12" pos="6184">
          <p15:clr>
            <a:srgbClr val="F26B43"/>
          </p15:clr>
        </p15:guide>
        <p15:guide id="13" pos="6328">
          <p15:clr>
            <a:srgbClr val="F26B43"/>
          </p15:clr>
        </p15:guide>
        <p15:guide id="14" pos="7392">
          <p15:clr>
            <a:srgbClr val="F26B43"/>
          </p15:clr>
        </p15:guide>
        <p15:guide id="15" orient="horz">
          <p15:clr>
            <a:srgbClr val="F26B43"/>
          </p15:clr>
        </p15:guide>
        <p15:guide id="16" orient="horz" pos="4320">
          <p15:clr>
            <a:srgbClr val="F26B43"/>
          </p15:clr>
        </p15:guide>
        <p15:guide id="17" orient="horz" pos="820">
          <p15:clr>
            <a:srgbClr val="F26B43"/>
          </p15:clr>
        </p15:guide>
        <p15:guide id="18" orient="horz" pos="396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AFCF7A3E-9C99-EBFD-B30B-146961BD5031}"/>
              </a:ext>
            </a:extLst>
          </p:cNvPr>
          <p:cNvGraphicFramePr>
            <a:graphicFrameLocks noChangeAspect="1"/>
          </p:cNvGraphicFramePr>
          <p:nvPr userDrawn="1">
            <p:custDataLst>
              <p:tags r:id="rId9"/>
            </p:custDataLst>
            <p:extLst>
              <p:ext uri="{D42A27DB-BD31-4B8C-83A1-F6EECF244321}">
                <p14:modId xmlns:p14="http://schemas.microsoft.com/office/powerpoint/2010/main" val="303928351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0" imgW="404" imgH="405" progId="TCLayout.ActiveDocument.1">
                  <p:embed/>
                </p:oleObj>
              </mc:Choice>
              <mc:Fallback>
                <p:oleObj name="think-cell Slide" r:id="rId10" imgW="404" imgH="405" progId="TCLayout.ActiveDocument.1">
                  <p:embed/>
                  <p:pic>
                    <p:nvPicPr>
                      <p:cNvPr id="2" name="think-cell data - do not delete" hidden="1">
                        <a:extLst>
                          <a:ext uri="{FF2B5EF4-FFF2-40B4-BE49-F238E27FC236}">
                            <a16:creationId xmlns:a16="http://schemas.microsoft.com/office/drawing/2014/main" id="{AFCF7A3E-9C99-EBFD-B30B-146961BD5031}"/>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7" name="ToolsToo_Slide" descr="ToolsToo_Slide">
            <a:extLst>
              <a:ext uri="{FF2B5EF4-FFF2-40B4-BE49-F238E27FC236}">
                <a16:creationId xmlns:a16="http://schemas.microsoft.com/office/drawing/2014/main" id="{A11B14A8-0228-FEDF-8427-B265E7E871B0}"/>
              </a:ext>
            </a:extLst>
          </p:cNvPr>
          <p:cNvSpPr/>
          <p:nvPr userDrawn="1"/>
        </p:nvSpPr>
        <p:spPr>
          <a:xfrm>
            <a:off x="0" y="0"/>
            <a:ext cx="12192000" cy="685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noAutofit/>
          </a:bodyPr>
          <a:lstStyle/>
          <a:p>
            <a:pPr algn="l" rtl="0"/>
            <a:endParaRPr lang="en-US" sz="1600">
              <a:solidFill>
                <a:schemeClr val="tx1">
                  <a:lumMod val="75000"/>
                  <a:lumOff val="25000"/>
                </a:schemeClr>
              </a:solidFill>
              <a:latin typeface="Open sans" panose="020B0606030504020204" pitchFamily="34" charset="0"/>
            </a:endParaRPr>
          </a:p>
        </p:txBody>
      </p:sp>
    </p:spTree>
    <p:extLst>
      <p:ext uri="{BB962C8B-B14F-4D97-AF65-F5344CB8AC3E}">
        <p14:creationId xmlns:p14="http://schemas.microsoft.com/office/powerpoint/2010/main" val="1660755930"/>
      </p:ext>
    </p:extLst>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Lst>
  <p:hf hdr="0" ftr="0" dt="0"/>
  <p:txStyles>
    <p:titleStyle>
      <a:lvl1pPr algn="l" defTabSz="914400" rtl="0" eaLnBrk="1" latinLnBrk="0" hangingPunct="1">
        <a:lnSpc>
          <a:spcPct val="90000"/>
        </a:lnSpc>
        <a:spcBef>
          <a:spcPct val="0"/>
        </a:spcBef>
        <a:buNone/>
        <a:defRPr sz="4400" kern="1200">
          <a:solidFill>
            <a:schemeClr val="tx1"/>
          </a:solidFill>
          <a:latin typeface="Open Sans Light" panose="020B0306030504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Open sans" panose="020B06060305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Open sans" panose="020B06060305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Open sans" panose="020B06060305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Open sans" panose="020B06060305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Open sans" panose="020B060603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7680">
          <p15:clr>
            <a:srgbClr val="F26B43"/>
          </p15:clr>
        </p15:guide>
        <p15:guide id="3" pos="288">
          <p15:clr>
            <a:srgbClr val="F26B43"/>
          </p15:clr>
        </p15:guide>
        <p15:guide id="4" pos="1352">
          <p15:clr>
            <a:srgbClr val="F26B43"/>
          </p15:clr>
        </p15:guide>
        <p15:guide id="5" pos="1496">
          <p15:clr>
            <a:srgbClr val="F26B43"/>
          </p15:clr>
        </p15:guide>
        <p15:guide id="6" pos="2560">
          <p15:clr>
            <a:srgbClr val="F26B43"/>
          </p15:clr>
        </p15:guide>
        <p15:guide id="7" pos="2704">
          <p15:clr>
            <a:srgbClr val="F26B43"/>
          </p15:clr>
        </p15:guide>
        <p15:guide id="8" pos="3768">
          <p15:clr>
            <a:srgbClr val="F26B43"/>
          </p15:clr>
        </p15:guide>
        <p15:guide id="9" pos="3912">
          <p15:clr>
            <a:srgbClr val="F26B43"/>
          </p15:clr>
        </p15:guide>
        <p15:guide id="10" pos="4976">
          <p15:clr>
            <a:srgbClr val="F26B43"/>
          </p15:clr>
        </p15:guide>
        <p15:guide id="11" pos="5120">
          <p15:clr>
            <a:srgbClr val="F26B43"/>
          </p15:clr>
        </p15:guide>
        <p15:guide id="12" pos="6184">
          <p15:clr>
            <a:srgbClr val="F26B43"/>
          </p15:clr>
        </p15:guide>
        <p15:guide id="13" pos="6328">
          <p15:clr>
            <a:srgbClr val="F26B43"/>
          </p15:clr>
        </p15:guide>
        <p15:guide id="14" pos="7392">
          <p15:clr>
            <a:srgbClr val="F26B43"/>
          </p15:clr>
        </p15:guide>
        <p15:guide id="15" orient="horz">
          <p15:clr>
            <a:srgbClr val="F26B43"/>
          </p15:clr>
        </p15:guide>
        <p15:guide id="16" orient="horz" pos="4320">
          <p15:clr>
            <a:srgbClr val="F26B43"/>
          </p15:clr>
        </p15:guide>
        <p15:guide id="17" orient="horz" pos="820">
          <p15:clr>
            <a:srgbClr val="F26B43"/>
          </p15:clr>
        </p15:guide>
        <p15:guide id="18" orient="horz" pos="396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39"/>
            </p:custDataLst>
            <p:extLst>
              <p:ext uri="{D42A27DB-BD31-4B8C-83A1-F6EECF244321}">
                <p14:modId xmlns:p14="http://schemas.microsoft.com/office/powerpoint/2010/main" val="9027766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9" imgW="413" imgH="416" progId="TCLayout.ActiveDocument.1">
                  <p:embed/>
                </p:oleObj>
              </mc:Choice>
              <mc:Fallback>
                <p:oleObj name="think-cell Slide" r:id="rId59" imgW="413" imgH="416" progId="TCLayout.ActiveDocument.1">
                  <p:embed/>
                  <p:pic>
                    <p:nvPicPr>
                      <p:cNvPr id="3" name="Object 6" hidden="1">
                        <a:extLst>
                          <a:ext uri="{FF2B5EF4-FFF2-40B4-BE49-F238E27FC236}">
                            <a16:creationId xmlns:a16="http://schemas.microsoft.com/office/drawing/2014/main" id="{4BC40847-AF8B-4097-9A07-2349A751A051}"/>
                          </a:ext>
                        </a:extLst>
                      </p:cNvPr>
                      <p:cNvPicPr/>
                      <p:nvPr/>
                    </p:nvPicPr>
                    <p:blipFill>
                      <a:blip r:embed="rId60"/>
                      <a:stretch>
                        <a:fillRect/>
                      </a:stretch>
                    </p:blipFill>
                    <p:spPr>
                      <a:xfrm>
                        <a:off x="1588" y="1588"/>
                        <a:ext cx="1588" cy="1588"/>
                      </a:xfrm>
                      <a:prstGeom prst="rect">
                        <a:avLst/>
                      </a:prstGeom>
                    </p:spPr>
                  </p:pic>
                </p:oleObj>
              </mc:Fallback>
            </mc:AlternateContent>
          </a:graphicData>
        </a:graphic>
      </p:graphicFrame>
      <p:grpSp>
        <p:nvGrpSpPr>
          <p:cNvPr id="164" name="Grid" hidden="1">
            <a:extLst>
              <a:ext uri="{FF2B5EF4-FFF2-40B4-BE49-F238E27FC236}">
                <a16:creationId xmlns:a16="http://schemas.microsoft.com/office/drawing/2014/main" id="{017EDBD9-E27A-44C5-B307-9F9970C14C70}"/>
              </a:ext>
            </a:extLst>
          </p:cNvPr>
          <p:cNvGrpSpPr/>
          <p:nvPr userDrawn="1"/>
        </p:nvGrpSpPr>
        <p:grpSpPr>
          <a:xfrm>
            <a:off x="10160" y="0"/>
            <a:ext cx="12180315" cy="6858000"/>
            <a:chOff x="-205067" y="0"/>
            <a:chExt cx="12395543" cy="6858000"/>
          </a:xfrm>
        </p:grpSpPr>
        <p:sp>
          <p:nvSpPr>
            <p:cNvPr id="165" name="Freeform: Shape 164">
              <a:extLst>
                <a:ext uri="{FF2B5EF4-FFF2-40B4-BE49-F238E27FC236}">
                  <a16:creationId xmlns:a16="http://schemas.microsoft.com/office/drawing/2014/main" id="{A0FB12BA-AEAC-42B7-BC4B-46CE6DFD0F0F}"/>
                </a:ext>
              </a:extLst>
            </p:cNvPr>
            <p:cNvSpPr/>
            <p:nvPr userDrawn="1"/>
          </p:nvSpPr>
          <p:spPr bwMode="gray">
            <a:xfrm>
              <a:off x="55473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166" name="Freeform: Shape 165">
              <a:extLst>
                <a:ext uri="{FF2B5EF4-FFF2-40B4-BE49-F238E27FC236}">
                  <a16:creationId xmlns:a16="http://schemas.microsoft.com/office/drawing/2014/main" id="{C9529D0D-3EAA-4E03-ACB2-F4A23B3CE49F}"/>
                </a:ext>
              </a:extLst>
            </p:cNvPr>
            <p:cNvSpPr/>
            <p:nvPr/>
          </p:nvSpPr>
          <p:spPr bwMode="gray">
            <a:xfrm>
              <a:off x="1524" y="0"/>
              <a:ext cx="12188952" cy="6858000"/>
            </a:xfrm>
            <a:custGeom>
              <a:avLst/>
              <a:gdLst>
                <a:gd name="connsiteX0" fmla="*/ 553212 w 12188952"/>
                <a:gd name="connsiteY0" fmla="*/ 1405610 h 6858000"/>
                <a:gd name="connsiteX1" fmla="*/ 553212 w 12188952"/>
                <a:gd name="connsiteY1" fmla="*/ 1709928 h 6858000"/>
                <a:gd name="connsiteX2" fmla="*/ 551868 w 12188952"/>
                <a:gd name="connsiteY2" fmla="*/ 1709928 h 6858000"/>
                <a:gd name="connsiteX3" fmla="*/ 551868 w 12188952"/>
                <a:gd name="connsiteY3" fmla="*/ 6217920 h 6858000"/>
                <a:gd name="connsiteX4" fmla="*/ 553212 w 12188952"/>
                <a:gd name="connsiteY4" fmla="*/ 6217920 h 6858000"/>
                <a:gd name="connsiteX5" fmla="*/ 11635740 w 12188952"/>
                <a:gd name="connsiteY5" fmla="*/ 6217920 h 6858000"/>
                <a:gd name="connsiteX6" fmla="*/ 11636196 w 12188952"/>
                <a:gd name="connsiteY6" fmla="*/ 6217920 h 6858000"/>
                <a:gd name="connsiteX7" fmla="*/ 11636196 w 12188952"/>
                <a:gd name="connsiteY7" fmla="*/ 1709928 h 6858000"/>
                <a:gd name="connsiteX8" fmla="*/ 11635740 w 12188952"/>
                <a:gd name="connsiteY8" fmla="*/ 1709928 h 6858000"/>
                <a:gd name="connsiteX9" fmla="*/ 11635740 w 12188952"/>
                <a:gd name="connsiteY9" fmla="*/ 1405610 h 6858000"/>
                <a:gd name="connsiteX10" fmla="*/ 0 w 12188952"/>
                <a:gd name="connsiteY10" fmla="*/ 0 h 6858000"/>
                <a:gd name="connsiteX11" fmla="*/ 12188952 w 12188952"/>
                <a:gd name="connsiteY11" fmla="*/ 0 h 6858000"/>
                <a:gd name="connsiteX12" fmla="*/ 12188952 w 12188952"/>
                <a:gd name="connsiteY12" fmla="*/ 6858000 h 6858000"/>
                <a:gd name="connsiteX13" fmla="*/ 0 w 12188952"/>
                <a:gd name="connsiteY13"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88952" h="6858000">
                  <a:moveTo>
                    <a:pt x="553212" y="1405610"/>
                  </a:moveTo>
                  <a:lnTo>
                    <a:pt x="553212" y="1709928"/>
                  </a:lnTo>
                  <a:lnTo>
                    <a:pt x="551868" y="1709928"/>
                  </a:lnTo>
                  <a:lnTo>
                    <a:pt x="551868" y="6217920"/>
                  </a:lnTo>
                  <a:lnTo>
                    <a:pt x="553212" y="6217920"/>
                  </a:lnTo>
                  <a:lnTo>
                    <a:pt x="11635740" y="6217920"/>
                  </a:lnTo>
                  <a:lnTo>
                    <a:pt x="11636196" y="6217920"/>
                  </a:lnTo>
                  <a:lnTo>
                    <a:pt x="11636196" y="1709928"/>
                  </a:lnTo>
                  <a:lnTo>
                    <a:pt x="11635740" y="1709928"/>
                  </a:lnTo>
                  <a:lnTo>
                    <a:pt x="11635740" y="1405610"/>
                  </a:lnTo>
                  <a:close/>
                  <a:moveTo>
                    <a:pt x="0" y="0"/>
                  </a:moveTo>
                  <a:lnTo>
                    <a:pt x="12188952" y="0"/>
                  </a:lnTo>
                  <a:lnTo>
                    <a:pt x="12188952" y="6858000"/>
                  </a:lnTo>
                  <a:lnTo>
                    <a:pt x="0" y="6858000"/>
                  </a:lnTo>
                  <a:close/>
                </a:path>
              </a:pathLst>
            </a:custGeom>
            <a:solidFill>
              <a:srgbClr val="FF0000">
                <a:alpha val="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rtl="0"/>
              <a:endParaRPr lang="en-US">
                <a:solidFill>
                  <a:schemeClr val="tx1"/>
                </a:solidFill>
                <a:latin typeface="+mn-lt"/>
              </a:endParaRPr>
            </a:p>
          </p:txBody>
        </p:sp>
        <p:cxnSp>
          <p:nvCxnSpPr>
            <p:cNvPr id="167" name="Straight Connector 166">
              <a:extLst>
                <a:ext uri="{FF2B5EF4-FFF2-40B4-BE49-F238E27FC236}">
                  <a16:creationId xmlns:a16="http://schemas.microsoft.com/office/drawing/2014/main" id="{D8DAAC93-B65E-452E-AC02-C45F66D7CE54}"/>
                </a:ext>
              </a:extLst>
            </p:cNvPr>
            <p:cNvCxnSpPr/>
            <p:nvPr/>
          </p:nvCxnSpPr>
          <p:spPr bwMode="gray">
            <a:xfrm>
              <a:off x="85946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4BE6A675-1833-408C-907B-5E351594F6D4}"/>
                </a:ext>
              </a:extLst>
            </p:cNvPr>
            <p:cNvCxnSpPr/>
            <p:nvPr/>
          </p:nvCxnSpPr>
          <p:spPr bwMode="gray">
            <a:xfrm>
              <a:off x="1133254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77CB480C-7EBB-4C6C-8CDF-A49660D83B96}"/>
                </a:ext>
              </a:extLst>
            </p:cNvPr>
            <p:cNvCxnSpPr/>
            <p:nvPr/>
          </p:nvCxnSpPr>
          <p:spPr bwMode="gray">
            <a:xfrm>
              <a:off x="1811559"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39AEC5C4-802F-4EB8-8927-06A12D4927AA}"/>
                </a:ext>
              </a:extLst>
            </p:cNvPr>
            <p:cNvCxnSpPr/>
            <p:nvPr/>
          </p:nvCxnSpPr>
          <p:spPr bwMode="gray">
            <a:xfrm>
              <a:off x="2763658"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00D1C8A2-76FD-4F25-AB01-D6AF455585A5}"/>
                </a:ext>
              </a:extLst>
            </p:cNvPr>
            <p:cNvCxnSpPr/>
            <p:nvPr/>
          </p:nvCxnSpPr>
          <p:spPr bwMode="gray">
            <a:xfrm>
              <a:off x="3715757"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E3E03BA2-BE8D-418B-B1AE-CB64A8E2415D}"/>
                </a:ext>
              </a:extLst>
            </p:cNvPr>
            <p:cNvCxnSpPr/>
            <p:nvPr/>
          </p:nvCxnSpPr>
          <p:spPr bwMode="gray">
            <a:xfrm>
              <a:off x="4667856"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14C73B0A-4D2A-4540-B531-E5DE3B78B191}"/>
                </a:ext>
              </a:extLst>
            </p:cNvPr>
            <p:cNvCxnSpPr/>
            <p:nvPr/>
          </p:nvCxnSpPr>
          <p:spPr bwMode="gray">
            <a:xfrm>
              <a:off x="561995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EC6EDFCB-D750-4499-9F44-94D1A609FF11}"/>
                </a:ext>
              </a:extLst>
            </p:cNvPr>
            <p:cNvCxnSpPr/>
            <p:nvPr/>
          </p:nvCxnSpPr>
          <p:spPr bwMode="gray">
            <a:xfrm>
              <a:off x="6572054"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B5F90BAD-F5DD-42AB-90B0-FCEBF52EF625}"/>
                </a:ext>
              </a:extLst>
            </p:cNvPr>
            <p:cNvCxnSpPr/>
            <p:nvPr/>
          </p:nvCxnSpPr>
          <p:spPr bwMode="gray">
            <a:xfrm>
              <a:off x="7524153"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D6081562-33EA-412F-B559-309952F08A8B}"/>
                </a:ext>
              </a:extLst>
            </p:cNvPr>
            <p:cNvCxnSpPr/>
            <p:nvPr/>
          </p:nvCxnSpPr>
          <p:spPr bwMode="gray">
            <a:xfrm>
              <a:off x="8476252"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188" name="Straight Connector 187">
              <a:extLst>
                <a:ext uri="{FF2B5EF4-FFF2-40B4-BE49-F238E27FC236}">
                  <a16:creationId xmlns:a16="http://schemas.microsoft.com/office/drawing/2014/main" id="{CB91EBF9-D482-4E1F-B5DE-EADFACBACF4B}"/>
                </a:ext>
              </a:extLst>
            </p:cNvPr>
            <p:cNvCxnSpPr/>
            <p:nvPr/>
          </p:nvCxnSpPr>
          <p:spPr bwMode="gray">
            <a:xfrm>
              <a:off x="9428351"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189" name="Straight Connector 188">
              <a:extLst>
                <a:ext uri="{FF2B5EF4-FFF2-40B4-BE49-F238E27FC236}">
                  <a16:creationId xmlns:a16="http://schemas.microsoft.com/office/drawing/2014/main" id="{7DB16F4E-0936-464F-9990-E19FE20C094D}"/>
                </a:ext>
              </a:extLst>
            </p:cNvPr>
            <p:cNvCxnSpPr/>
            <p:nvPr/>
          </p:nvCxnSpPr>
          <p:spPr bwMode="gray">
            <a:xfrm>
              <a:off x="1038045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sp>
          <p:nvSpPr>
            <p:cNvPr id="190" name="Freeform: Shape 189">
              <a:extLst>
                <a:ext uri="{FF2B5EF4-FFF2-40B4-BE49-F238E27FC236}">
                  <a16:creationId xmlns:a16="http://schemas.microsoft.com/office/drawing/2014/main" id="{6DC62E7D-E7B7-44D0-9ACD-46C17F81B597}"/>
                </a:ext>
              </a:extLst>
            </p:cNvPr>
            <p:cNvSpPr/>
            <p:nvPr/>
          </p:nvSpPr>
          <p:spPr bwMode="gray">
            <a:xfrm>
              <a:off x="-205067" y="0"/>
              <a:ext cx="759803"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191" name="Freeform: Shape 190">
              <a:extLst>
                <a:ext uri="{FF2B5EF4-FFF2-40B4-BE49-F238E27FC236}">
                  <a16:creationId xmlns:a16="http://schemas.microsoft.com/office/drawing/2014/main" id="{9CFF1F59-154E-4456-956E-1065863FE527}"/>
                </a:ext>
              </a:extLst>
            </p:cNvPr>
            <p:cNvSpPr/>
            <p:nvPr/>
          </p:nvSpPr>
          <p:spPr bwMode="gray">
            <a:xfrm>
              <a:off x="1167385"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192" name="Freeform: Shape 191">
              <a:extLst>
                <a:ext uri="{FF2B5EF4-FFF2-40B4-BE49-F238E27FC236}">
                  <a16:creationId xmlns:a16="http://schemas.microsoft.com/office/drawing/2014/main" id="{11D7A921-F5F1-4912-A6F9-73D0F34BF84D}"/>
                </a:ext>
              </a:extLst>
            </p:cNvPr>
            <p:cNvSpPr/>
            <p:nvPr/>
          </p:nvSpPr>
          <p:spPr bwMode="gray">
            <a:xfrm>
              <a:off x="2119484"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193" name="Freeform: Shape 192">
              <a:extLst>
                <a:ext uri="{FF2B5EF4-FFF2-40B4-BE49-F238E27FC236}">
                  <a16:creationId xmlns:a16="http://schemas.microsoft.com/office/drawing/2014/main" id="{80E42CC7-CEBC-43A9-A073-8A947EDB6FA6}"/>
                </a:ext>
              </a:extLst>
            </p:cNvPr>
            <p:cNvSpPr/>
            <p:nvPr/>
          </p:nvSpPr>
          <p:spPr bwMode="gray">
            <a:xfrm>
              <a:off x="3071583"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194" name="Freeform: Shape 193">
              <a:extLst>
                <a:ext uri="{FF2B5EF4-FFF2-40B4-BE49-F238E27FC236}">
                  <a16:creationId xmlns:a16="http://schemas.microsoft.com/office/drawing/2014/main" id="{AB6A2D98-EE86-4ADB-9060-995422CA963A}"/>
                </a:ext>
              </a:extLst>
            </p:cNvPr>
            <p:cNvSpPr/>
            <p:nvPr/>
          </p:nvSpPr>
          <p:spPr bwMode="gray">
            <a:xfrm>
              <a:off x="4023681"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195" name="Freeform: Shape 194">
              <a:extLst>
                <a:ext uri="{FF2B5EF4-FFF2-40B4-BE49-F238E27FC236}">
                  <a16:creationId xmlns:a16="http://schemas.microsoft.com/office/drawing/2014/main" id="{2C7DB109-EF31-4CA2-B8D4-FA3E1C115E7A}"/>
                </a:ext>
              </a:extLst>
            </p:cNvPr>
            <p:cNvSpPr/>
            <p:nvPr/>
          </p:nvSpPr>
          <p:spPr bwMode="gray">
            <a:xfrm>
              <a:off x="4975780"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196" name="Freeform: Shape 195">
              <a:extLst>
                <a:ext uri="{FF2B5EF4-FFF2-40B4-BE49-F238E27FC236}">
                  <a16:creationId xmlns:a16="http://schemas.microsoft.com/office/drawing/2014/main" id="{1B950B41-E2A2-47BB-B52D-FE7A87A2E14A}"/>
                </a:ext>
              </a:extLst>
            </p:cNvPr>
            <p:cNvSpPr/>
            <p:nvPr/>
          </p:nvSpPr>
          <p:spPr bwMode="gray">
            <a:xfrm>
              <a:off x="5927879"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197" name="Freeform: Shape 196">
              <a:extLst>
                <a:ext uri="{FF2B5EF4-FFF2-40B4-BE49-F238E27FC236}">
                  <a16:creationId xmlns:a16="http://schemas.microsoft.com/office/drawing/2014/main" id="{B3C2EC7B-854C-470B-9172-E5E0D2810A4E}"/>
                </a:ext>
              </a:extLst>
            </p:cNvPr>
            <p:cNvSpPr/>
            <p:nvPr/>
          </p:nvSpPr>
          <p:spPr bwMode="gray">
            <a:xfrm>
              <a:off x="6879978"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01" name="Freeform: Shape 300">
              <a:extLst>
                <a:ext uri="{FF2B5EF4-FFF2-40B4-BE49-F238E27FC236}">
                  <a16:creationId xmlns:a16="http://schemas.microsoft.com/office/drawing/2014/main" id="{E2DE5DAE-D786-4075-9497-27C3C865F02F}"/>
                </a:ext>
              </a:extLst>
            </p:cNvPr>
            <p:cNvSpPr/>
            <p:nvPr/>
          </p:nvSpPr>
          <p:spPr bwMode="gray">
            <a:xfrm>
              <a:off x="7832077"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02" name="Freeform: Shape 301">
              <a:extLst>
                <a:ext uri="{FF2B5EF4-FFF2-40B4-BE49-F238E27FC236}">
                  <a16:creationId xmlns:a16="http://schemas.microsoft.com/office/drawing/2014/main" id="{9ABE8FC3-1B1E-4873-B6B2-4CC01B34AAF6}"/>
                </a:ext>
              </a:extLst>
            </p:cNvPr>
            <p:cNvSpPr/>
            <p:nvPr/>
          </p:nvSpPr>
          <p:spPr bwMode="gray">
            <a:xfrm>
              <a:off x="8784176"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03" name="Freeform: Shape 302">
              <a:extLst>
                <a:ext uri="{FF2B5EF4-FFF2-40B4-BE49-F238E27FC236}">
                  <a16:creationId xmlns:a16="http://schemas.microsoft.com/office/drawing/2014/main" id="{2680B7DB-B589-4919-A9D1-BAF3C812ADB3}"/>
                </a:ext>
              </a:extLst>
            </p:cNvPr>
            <p:cNvSpPr/>
            <p:nvPr/>
          </p:nvSpPr>
          <p:spPr bwMode="gray">
            <a:xfrm>
              <a:off x="9736274"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04" name="Freeform: Shape 303">
              <a:extLst>
                <a:ext uri="{FF2B5EF4-FFF2-40B4-BE49-F238E27FC236}">
                  <a16:creationId xmlns:a16="http://schemas.microsoft.com/office/drawing/2014/main" id="{58E244E5-FCBA-40E8-A29D-BFCBC096203F}"/>
                </a:ext>
              </a:extLst>
            </p:cNvPr>
            <p:cNvSpPr/>
            <p:nvPr/>
          </p:nvSpPr>
          <p:spPr bwMode="gray">
            <a:xfrm>
              <a:off x="10688372" y="0"/>
              <a:ext cx="336244" cy="6858000"/>
            </a:xfrm>
            <a:custGeom>
              <a:avLst/>
              <a:gdLst>
                <a:gd name="connsiteX0" fmla="*/ 0 w 336244"/>
                <a:gd name="connsiteY0" fmla="*/ 0 h 6858000"/>
                <a:gd name="connsiteX1" fmla="*/ 336244 w 336244"/>
                <a:gd name="connsiteY1" fmla="*/ 0 h 6858000"/>
                <a:gd name="connsiteX2" fmla="*/ 336244 w 336244"/>
                <a:gd name="connsiteY2" fmla="*/ 6858000 h 6858000"/>
                <a:gd name="connsiteX3" fmla="*/ 0 w 336244"/>
                <a:gd name="connsiteY3" fmla="*/ 6858000 h 6858000"/>
                <a:gd name="connsiteX4" fmla="*/ 0 w 336244"/>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6244" h="6858000">
                  <a:moveTo>
                    <a:pt x="0" y="0"/>
                  </a:moveTo>
                  <a:lnTo>
                    <a:pt x="336244" y="0"/>
                  </a:lnTo>
                  <a:lnTo>
                    <a:pt x="336244"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05" name="Freeform: Shape 304">
              <a:extLst>
                <a:ext uri="{FF2B5EF4-FFF2-40B4-BE49-F238E27FC236}">
                  <a16:creationId xmlns:a16="http://schemas.microsoft.com/office/drawing/2014/main" id="{1AAE3591-EF47-4A4B-A42A-C82A20A154B2}"/>
                </a:ext>
              </a:extLst>
            </p:cNvPr>
            <p:cNvSpPr/>
            <p:nvPr/>
          </p:nvSpPr>
          <p:spPr bwMode="gray">
            <a:xfrm>
              <a:off x="1163726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06" name="Freeform: Shape 305">
              <a:extLst>
                <a:ext uri="{FF2B5EF4-FFF2-40B4-BE49-F238E27FC236}">
                  <a16:creationId xmlns:a16="http://schemas.microsoft.com/office/drawing/2014/main" id="{3E1D5A9E-D80C-449A-96BA-5CEB46C4F6D1}"/>
                </a:ext>
              </a:extLst>
            </p:cNvPr>
            <p:cNvSpPr/>
            <p:nvPr/>
          </p:nvSpPr>
          <p:spPr bwMode="gray">
            <a:xfrm>
              <a:off x="7219428"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07" name="Freeform: Shape 306">
              <a:extLst>
                <a:ext uri="{FF2B5EF4-FFF2-40B4-BE49-F238E27FC236}">
                  <a16:creationId xmlns:a16="http://schemas.microsoft.com/office/drawing/2014/main" id="{0E492D7D-38B9-4609-8755-1920A8635296}"/>
                </a:ext>
              </a:extLst>
            </p:cNvPr>
            <p:cNvSpPr/>
            <p:nvPr userDrawn="1"/>
          </p:nvSpPr>
          <p:spPr bwMode="gray">
            <a:xfrm>
              <a:off x="1506835"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08" name="Freeform: Shape 307">
              <a:extLst>
                <a:ext uri="{FF2B5EF4-FFF2-40B4-BE49-F238E27FC236}">
                  <a16:creationId xmlns:a16="http://schemas.microsoft.com/office/drawing/2014/main" id="{0D35F779-49A9-4360-9CB1-A352DB092507}"/>
                </a:ext>
              </a:extLst>
            </p:cNvPr>
            <p:cNvSpPr/>
            <p:nvPr userDrawn="1"/>
          </p:nvSpPr>
          <p:spPr bwMode="gray">
            <a:xfrm>
              <a:off x="2458934"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09" name="Freeform: Shape 308">
              <a:extLst>
                <a:ext uri="{FF2B5EF4-FFF2-40B4-BE49-F238E27FC236}">
                  <a16:creationId xmlns:a16="http://schemas.microsoft.com/office/drawing/2014/main" id="{D1F97F49-6EDB-438C-9979-A3FFCF8E3D56}"/>
                </a:ext>
              </a:extLst>
            </p:cNvPr>
            <p:cNvSpPr/>
            <p:nvPr userDrawn="1"/>
          </p:nvSpPr>
          <p:spPr bwMode="gray">
            <a:xfrm>
              <a:off x="3411033"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10" name="Freeform: Shape 309">
              <a:extLst>
                <a:ext uri="{FF2B5EF4-FFF2-40B4-BE49-F238E27FC236}">
                  <a16:creationId xmlns:a16="http://schemas.microsoft.com/office/drawing/2014/main" id="{1ED18A65-C9ED-46CF-956E-E17C562214AD}"/>
                </a:ext>
              </a:extLst>
            </p:cNvPr>
            <p:cNvSpPr/>
            <p:nvPr userDrawn="1"/>
          </p:nvSpPr>
          <p:spPr bwMode="gray">
            <a:xfrm>
              <a:off x="4363132"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11" name="Freeform: Shape 310">
              <a:extLst>
                <a:ext uri="{FF2B5EF4-FFF2-40B4-BE49-F238E27FC236}">
                  <a16:creationId xmlns:a16="http://schemas.microsoft.com/office/drawing/2014/main" id="{7DCB97C9-DF40-49F2-B2AD-B50B6AB336BC}"/>
                </a:ext>
              </a:extLst>
            </p:cNvPr>
            <p:cNvSpPr/>
            <p:nvPr userDrawn="1"/>
          </p:nvSpPr>
          <p:spPr bwMode="gray">
            <a:xfrm>
              <a:off x="5315230"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12" name="Freeform: Shape 311">
              <a:extLst>
                <a:ext uri="{FF2B5EF4-FFF2-40B4-BE49-F238E27FC236}">
                  <a16:creationId xmlns:a16="http://schemas.microsoft.com/office/drawing/2014/main" id="{4929738A-853D-4E14-A052-FECE80E180EB}"/>
                </a:ext>
              </a:extLst>
            </p:cNvPr>
            <p:cNvSpPr/>
            <p:nvPr userDrawn="1"/>
          </p:nvSpPr>
          <p:spPr bwMode="gray">
            <a:xfrm>
              <a:off x="6267329"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13" name="Freeform: Shape 312">
              <a:extLst>
                <a:ext uri="{FF2B5EF4-FFF2-40B4-BE49-F238E27FC236}">
                  <a16:creationId xmlns:a16="http://schemas.microsoft.com/office/drawing/2014/main" id="{22776C14-5612-44F0-B159-1094A7739949}"/>
                </a:ext>
              </a:extLst>
            </p:cNvPr>
            <p:cNvSpPr/>
            <p:nvPr userDrawn="1"/>
          </p:nvSpPr>
          <p:spPr bwMode="gray">
            <a:xfrm>
              <a:off x="8171527"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14" name="Freeform: Shape 313">
              <a:extLst>
                <a:ext uri="{FF2B5EF4-FFF2-40B4-BE49-F238E27FC236}">
                  <a16:creationId xmlns:a16="http://schemas.microsoft.com/office/drawing/2014/main" id="{E43536A6-CB9E-470F-B7E1-F71802C2722E}"/>
                </a:ext>
              </a:extLst>
            </p:cNvPr>
            <p:cNvSpPr/>
            <p:nvPr userDrawn="1"/>
          </p:nvSpPr>
          <p:spPr bwMode="gray">
            <a:xfrm>
              <a:off x="912362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15" name="Freeform: Shape 314">
              <a:extLst>
                <a:ext uri="{FF2B5EF4-FFF2-40B4-BE49-F238E27FC236}">
                  <a16:creationId xmlns:a16="http://schemas.microsoft.com/office/drawing/2014/main" id="{8FDF6A29-80F4-4801-9FDD-7E448956C935}"/>
                </a:ext>
              </a:extLst>
            </p:cNvPr>
            <p:cNvSpPr/>
            <p:nvPr userDrawn="1"/>
          </p:nvSpPr>
          <p:spPr bwMode="gray">
            <a:xfrm>
              <a:off x="10075725"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sp>
          <p:nvSpPr>
            <p:cNvPr id="316" name="Freeform: Shape 315">
              <a:extLst>
                <a:ext uri="{FF2B5EF4-FFF2-40B4-BE49-F238E27FC236}">
                  <a16:creationId xmlns:a16="http://schemas.microsoft.com/office/drawing/2014/main" id="{1DA80414-9ACC-4CC6-ADBC-02BA739FF2CA}"/>
                </a:ext>
              </a:extLst>
            </p:cNvPr>
            <p:cNvSpPr/>
            <p:nvPr userDrawn="1"/>
          </p:nvSpPr>
          <p:spPr bwMode="gray">
            <a:xfrm>
              <a:off x="11027826" y="0"/>
              <a:ext cx="609438" cy="6858000"/>
            </a:xfrm>
            <a:custGeom>
              <a:avLst/>
              <a:gdLst>
                <a:gd name="connsiteX0" fmla="*/ 0 w 609438"/>
                <a:gd name="connsiteY0" fmla="*/ 0 h 6858000"/>
                <a:gd name="connsiteX1" fmla="*/ 609438 w 609438"/>
                <a:gd name="connsiteY1" fmla="*/ 0 h 6858000"/>
                <a:gd name="connsiteX2" fmla="*/ 609438 w 609438"/>
                <a:gd name="connsiteY2" fmla="*/ 6858000 h 6858000"/>
                <a:gd name="connsiteX3" fmla="*/ 0 w 609438"/>
                <a:gd name="connsiteY3" fmla="*/ 6858000 h 6858000"/>
                <a:gd name="connsiteX4" fmla="*/ 0 w 60943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38" h="6858000">
                  <a:moveTo>
                    <a:pt x="0" y="0"/>
                  </a:moveTo>
                  <a:lnTo>
                    <a:pt x="609438" y="0"/>
                  </a:lnTo>
                  <a:lnTo>
                    <a:pt x="60943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lvl="0" algn="ctr" rtl="0"/>
              <a:endParaRPr lang="en-US" sz="1323">
                <a:solidFill>
                  <a:schemeClr val="tx1"/>
                </a:solidFill>
                <a:latin typeface="+mn-lt"/>
              </a:endParaRPr>
            </a:p>
          </p:txBody>
        </p:sp>
        <p:cxnSp>
          <p:nvCxnSpPr>
            <p:cNvPr id="317" name="Straight Connector 316">
              <a:extLst>
                <a:ext uri="{FF2B5EF4-FFF2-40B4-BE49-F238E27FC236}">
                  <a16:creationId xmlns:a16="http://schemas.microsoft.com/office/drawing/2014/main" id="{8B53E322-3F4F-4A50-A3DA-26A1A10362C7}"/>
                </a:ext>
              </a:extLst>
            </p:cNvPr>
            <p:cNvCxnSpPr/>
            <p:nvPr userDrawn="1"/>
          </p:nvCxnSpPr>
          <p:spPr bwMode="gray">
            <a:xfrm>
              <a:off x="0" y="6217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18" name="Straight Connector 317">
              <a:extLst>
                <a:ext uri="{FF2B5EF4-FFF2-40B4-BE49-F238E27FC236}">
                  <a16:creationId xmlns:a16="http://schemas.microsoft.com/office/drawing/2014/main" id="{306E41CD-5A8C-420E-80EA-BBB1CA06D980}"/>
                </a:ext>
              </a:extLst>
            </p:cNvPr>
            <p:cNvCxnSpPr/>
            <p:nvPr userDrawn="1"/>
          </p:nvCxnSpPr>
          <p:spPr bwMode="gray">
            <a:xfrm>
              <a:off x="0" y="3108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a16:creationId xmlns:a16="http://schemas.microsoft.com/office/drawing/2014/main" id="{F4819DB7-4C2A-41F2-8043-6524C93B1E9A}"/>
                </a:ext>
              </a:extLst>
            </p:cNvPr>
            <p:cNvCxnSpPr/>
            <p:nvPr userDrawn="1"/>
          </p:nvCxnSpPr>
          <p:spPr bwMode="gray">
            <a:xfrm>
              <a:off x="0" y="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20" name="Straight Connector 319">
              <a:extLst>
                <a:ext uri="{FF2B5EF4-FFF2-40B4-BE49-F238E27FC236}">
                  <a16:creationId xmlns:a16="http://schemas.microsoft.com/office/drawing/2014/main" id="{E06A8AB4-D189-4782-BBB5-D081484CD7C9}"/>
                </a:ext>
              </a:extLst>
            </p:cNvPr>
            <p:cNvCxnSpPr/>
            <p:nvPr userDrawn="1"/>
          </p:nvCxnSpPr>
          <p:spPr bwMode="gray">
            <a:xfrm>
              <a:off x="0" y="12435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21" name="Straight Connector 320">
              <a:extLst>
                <a:ext uri="{FF2B5EF4-FFF2-40B4-BE49-F238E27FC236}">
                  <a16:creationId xmlns:a16="http://schemas.microsoft.com/office/drawing/2014/main" id="{02512DB9-F9D3-4154-8100-7C50DF81E012}"/>
                </a:ext>
              </a:extLst>
            </p:cNvPr>
            <p:cNvCxnSpPr/>
            <p:nvPr userDrawn="1"/>
          </p:nvCxnSpPr>
          <p:spPr bwMode="gray">
            <a:xfrm>
              <a:off x="0" y="9326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22" name="Straight Connector 321">
              <a:extLst>
                <a:ext uri="{FF2B5EF4-FFF2-40B4-BE49-F238E27FC236}">
                  <a16:creationId xmlns:a16="http://schemas.microsoft.com/office/drawing/2014/main" id="{C4A0807F-EBC5-4C3E-89D9-37E98744D066}"/>
                </a:ext>
              </a:extLst>
            </p:cNvPr>
            <p:cNvCxnSpPr/>
            <p:nvPr userDrawn="1"/>
          </p:nvCxnSpPr>
          <p:spPr bwMode="gray">
            <a:xfrm>
              <a:off x="0" y="18653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23" name="Straight Connector 322">
              <a:extLst>
                <a:ext uri="{FF2B5EF4-FFF2-40B4-BE49-F238E27FC236}">
                  <a16:creationId xmlns:a16="http://schemas.microsoft.com/office/drawing/2014/main" id="{4F1CCCA6-CAC8-43DB-9735-D569EB789FD9}"/>
                </a:ext>
              </a:extLst>
            </p:cNvPr>
            <p:cNvCxnSpPr/>
            <p:nvPr userDrawn="1"/>
          </p:nvCxnSpPr>
          <p:spPr bwMode="gray">
            <a:xfrm>
              <a:off x="0" y="15544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24" name="Straight Connector 323">
              <a:extLst>
                <a:ext uri="{FF2B5EF4-FFF2-40B4-BE49-F238E27FC236}">
                  <a16:creationId xmlns:a16="http://schemas.microsoft.com/office/drawing/2014/main" id="{81173878-73AE-4596-B029-FC7CE844E2B2}"/>
                </a:ext>
              </a:extLst>
            </p:cNvPr>
            <p:cNvCxnSpPr/>
            <p:nvPr userDrawn="1"/>
          </p:nvCxnSpPr>
          <p:spPr bwMode="gray">
            <a:xfrm>
              <a:off x="0" y="24871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25" name="Straight Connector 324">
              <a:extLst>
                <a:ext uri="{FF2B5EF4-FFF2-40B4-BE49-F238E27FC236}">
                  <a16:creationId xmlns:a16="http://schemas.microsoft.com/office/drawing/2014/main" id="{A0E22F1C-3982-48BD-9E16-2FE263F2291F}"/>
                </a:ext>
              </a:extLst>
            </p:cNvPr>
            <p:cNvCxnSpPr/>
            <p:nvPr userDrawn="1"/>
          </p:nvCxnSpPr>
          <p:spPr bwMode="gray">
            <a:xfrm>
              <a:off x="0" y="21762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26" name="Straight Connector 325">
              <a:extLst>
                <a:ext uri="{FF2B5EF4-FFF2-40B4-BE49-F238E27FC236}">
                  <a16:creationId xmlns:a16="http://schemas.microsoft.com/office/drawing/2014/main" id="{26EB60A4-BA1E-4F24-9545-645DC29145AB}"/>
                </a:ext>
              </a:extLst>
            </p:cNvPr>
            <p:cNvCxnSpPr/>
            <p:nvPr userDrawn="1"/>
          </p:nvCxnSpPr>
          <p:spPr bwMode="gray">
            <a:xfrm>
              <a:off x="0" y="310896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27" name="Straight Connector 326">
              <a:extLst>
                <a:ext uri="{FF2B5EF4-FFF2-40B4-BE49-F238E27FC236}">
                  <a16:creationId xmlns:a16="http://schemas.microsoft.com/office/drawing/2014/main" id="{6FE7E4CA-0843-4DA9-A132-09EA058BED7D}"/>
                </a:ext>
              </a:extLst>
            </p:cNvPr>
            <p:cNvCxnSpPr/>
            <p:nvPr userDrawn="1"/>
          </p:nvCxnSpPr>
          <p:spPr bwMode="gray">
            <a:xfrm>
              <a:off x="0" y="27980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28" name="Straight Connector 327">
              <a:extLst>
                <a:ext uri="{FF2B5EF4-FFF2-40B4-BE49-F238E27FC236}">
                  <a16:creationId xmlns:a16="http://schemas.microsoft.com/office/drawing/2014/main" id="{2ED7A696-EE79-4FD1-BFF4-AF1FFF54714E}"/>
                </a:ext>
              </a:extLst>
            </p:cNvPr>
            <p:cNvCxnSpPr/>
            <p:nvPr userDrawn="1"/>
          </p:nvCxnSpPr>
          <p:spPr bwMode="gray">
            <a:xfrm>
              <a:off x="0" y="373075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29" name="Straight Connector 328">
              <a:extLst>
                <a:ext uri="{FF2B5EF4-FFF2-40B4-BE49-F238E27FC236}">
                  <a16:creationId xmlns:a16="http://schemas.microsoft.com/office/drawing/2014/main" id="{7AABA29E-2338-47B0-B596-499C625C5D2E}"/>
                </a:ext>
              </a:extLst>
            </p:cNvPr>
            <p:cNvCxnSpPr/>
            <p:nvPr userDrawn="1"/>
          </p:nvCxnSpPr>
          <p:spPr bwMode="gray">
            <a:xfrm>
              <a:off x="0" y="341985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30" name="Straight Connector 329">
              <a:extLst>
                <a:ext uri="{FF2B5EF4-FFF2-40B4-BE49-F238E27FC236}">
                  <a16:creationId xmlns:a16="http://schemas.microsoft.com/office/drawing/2014/main" id="{83CAF8A3-9770-4AD5-BC79-8683DF6C5649}"/>
                </a:ext>
              </a:extLst>
            </p:cNvPr>
            <p:cNvCxnSpPr/>
            <p:nvPr userDrawn="1"/>
          </p:nvCxnSpPr>
          <p:spPr bwMode="gray">
            <a:xfrm>
              <a:off x="0" y="43525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31" name="Straight Connector 330">
              <a:extLst>
                <a:ext uri="{FF2B5EF4-FFF2-40B4-BE49-F238E27FC236}">
                  <a16:creationId xmlns:a16="http://schemas.microsoft.com/office/drawing/2014/main" id="{35497296-B016-40C8-9A37-0B48E261AAC5}"/>
                </a:ext>
              </a:extLst>
            </p:cNvPr>
            <p:cNvCxnSpPr/>
            <p:nvPr userDrawn="1"/>
          </p:nvCxnSpPr>
          <p:spPr bwMode="gray">
            <a:xfrm>
              <a:off x="0" y="40416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32" name="Straight Connector 331">
              <a:extLst>
                <a:ext uri="{FF2B5EF4-FFF2-40B4-BE49-F238E27FC236}">
                  <a16:creationId xmlns:a16="http://schemas.microsoft.com/office/drawing/2014/main" id="{E0FECAA0-C6DB-4813-8DEA-1C0900B2E3D1}"/>
                </a:ext>
              </a:extLst>
            </p:cNvPr>
            <p:cNvCxnSpPr/>
            <p:nvPr userDrawn="1"/>
          </p:nvCxnSpPr>
          <p:spPr bwMode="gray">
            <a:xfrm>
              <a:off x="0" y="49743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33" name="Straight Connector 332">
              <a:extLst>
                <a:ext uri="{FF2B5EF4-FFF2-40B4-BE49-F238E27FC236}">
                  <a16:creationId xmlns:a16="http://schemas.microsoft.com/office/drawing/2014/main" id="{3B82F5A2-C042-4608-B793-04DE7F0C4EC0}"/>
                </a:ext>
              </a:extLst>
            </p:cNvPr>
            <p:cNvCxnSpPr/>
            <p:nvPr userDrawn="1"/>
          </p:nvCxnSpPr>
          <p:spPr bwMode="gray">
            <a:xfrm>
              <a:off x="0" y="46634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34" name="Straight Connector 333">
              <a:extLst>
                <a:ext uri="{FF2B5EF4-FFF2-40B4-BE49-F238E27FC236}">
                  <a16:creationId xmlns:a16="http://schemas.microsoft.com/office/drawing/2014/main" id="{BD6CFDBE-B44C-4D92-A3C3-E61DB4772F38}"/>
                </a:ext>
              </a:extLst>
            </p:cNvPr>
            <p:cNvCxnSpPr/>
            <p:nvPr userDrawn="1"/>
          </p:nvCxnSpPr>
          <p:spPr bwMode="gray">
            <a:xfrm>
              <a:off x="0" y="55961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35" name="Straight Connector 334">
              <a:extLst>
                <a:ext uri="{FF2B5EF4-FFF2-40B4-BE49-F238E27FC236}">
                  <a16:creationId xmlns:a16="http://schemas.microsoft.com/office/drawing/2014/main" id="{E8016EC4-A866-407B-86B0-CDCF3F7CA093}"/>
                </a:ext>
              </a:extLst>
            </p:cNvPr>
            <p:cNvCxnSpPr/>
            <p:nvPr userDrawn="1"/>
          </p:nvCxnSpPr>
          <p:spPr bwMode="gray">
            <a:xfrm>
              <a:off x="0" y="52852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36" name="Straight Connector 335">
              <a:extLst>
                <a:ext uri="{FF2B5EF4-FFF2-40B4-BE49-F238E27FC236}">
                  <a16:creationId xmlns:a16="http://schemas.microsoft.com/office/drawing/2014/main" id="{07E872A9-A07D-453D-99FD-FD549A47DB6D}"/>
                </a:ext>
              </a:extLst>
            </p:cNvPr>
            <p:cNvCxnSpPr/>
            <p:nvPr userDrawn="1"/>
          </p:nvCxnSpPr>
          <p:spPr bwMode="gray">
            <a:xfrm>
              <a:off x="0" y="62179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37" name="Straight Connector 336">
              <a:extLst>
                <a:ext uri="{FF2B5EF4-FFF2-40B4-BE49-F238E27FC236}">
                  <a16:creationId xmlns:a16="http://schemas.microsoft.com/office/drawing/2014/main" id="{C239475D-9FBB-4041-A3EB-9468B8B76DAA}"/>
                </a:ext>
              </a:extLst>
            </p:cNvPr>
            <p:cNvCxnSpPr/>
            <p:nvPr userDrawn="1"/>
          </p:nvCxnSpPr>
          <p:spPr bwMode="gray">
            <a:xfrm>
              <a:off x="0" y="59070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38" name="Straight Connector 337">
              <a:extLst>
                <a:ext uri="{FF2B5EF4-FFF2-40B4-BE49-F238E27FC236}">
                  <a16:creationId xmlns:a16="http://schemas.microsoft.com/office/drawing/2014/main" id="{D4FFE977-D2A4-4229-A90A-88A3FE7DD66C}"/>
                </a:ext>
              </a:extLst>
            </p:cNvPr>
            <p:cNvCxnSpPr/>
            <p:nvPr userDrawn="1"/>
          </p:nvCxnSpPr>
          <p:spPr bwMode="gray">
            <a:xfrm>
              <a:off x="0" y="65288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39" name="Straight Connector 338">
              <a:extLst>
                <a:ext uri="{FF2B5EF4-FFF2-40B4-BE49-F238E27FC236}">
                  <a16:creationId xmlns:a16="http://schemas.microsoft.com/office/drawing/2014/main" id="{9C3219B3-6CF3-44C6-9AC8-4421902B45FF}"/>
                </a:ext>
              </a:extLst>
            </p:cNvPr>
            <p:cNvCxnSpPr/>
            <p:nvPr userDrawn="1"/>
          </p:nvCxnSpPr>
          <p:spPr bwMode="gray">
            <a:xfrm>
              <a:off x="0" y="7772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40" name="Straight Connector 339">
              <a:extLst>
                <a:ext uri="{FF2B5EF4-FFF2-40B4-BE49-F238E27FC236}">
                  <a16:creationId xmlns:a16="http://schemas.microsoft.com/office/drawing/2014/main" id="{21F5B26B-8B46-46CE-B0E1-467DC2431020}"/>
                </a:ext>
              </a:extLst>
            </p:cNvPr>
            <p:cNvCxnSpPr/>
            <p:nvPr userDrawn="1"/>
          </p:nvCxnSpPr>
          <p:spPr bwMode="gray">
            <a:xfrm>
              <a:off x="0" y="4663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41" name="Straight Connector 340">
              <a:extLst>
                <a:ext uri="{FF2B5EF4-FFF2-40B4-BE49-F238E27FC236}">
                  <a16:creationId xmlns:a16="http://schemas.microsoft.com/office/drawing/2014/main" id="{B0CE92C6-F8B5-4C3A-B294-6B6CDF3AEF32}"/>
                </a:ext>
              </a:extLst>
            </p:cNvPr>
            <p:cNvCxnSpPr/>
            <p:nvPr userDrawn="1"/>
          </p:nvCxnSpPr>
          <p:spPr bwMode="gray">
            <a:xfrm>
              <a:off x="0" y="1554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42" name="Straight Connector 341">
              <a:extLst>
                <a:ext uri="{FF2B5EF4-FFF2-40B4-BE49-F238E27FC236}">
                  <a16:creationId xmlns:a16="http://schemas.microsoft.com/office/drawing/2014/main" id="{19D02DEC-CF3A-454B-9792-BD15D1BD4342}"/>
                </a:ext>
              </a:extLst>
            </p:cNvPr>
            <p:cNvCxnSpPr/>
            <p:nvPr userDrawn="1"/>
          </p:nvCxnSpPr>
          <p:spPr bwMode="gray">
            <a:xfrm>
              <a:off x="0" y="13990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43" name="Straight Connector 342">
              <a:extLst>
                <a:ext uri="{FF2B5EF4-FFF2-40B4-BE49-F238E27FC236}">
                  <a16:creationId xmlns:a16="http://schemas.microsoft.com/office/drawing/2014/main" id="{4DF0D268-6B76-4120-8E8F-51EBB5EE1267}"/>
                </a:ext>
              </a:extLst>
            </p:cNvPr>
            <p:cNvCxnSpPr/>
            <p:nvPr userDrawn="1"/>
          </p:nvCxnSpPr>
          <p:spPr bwMode="gray">
            <a:xfrm>
              <a:off x="0" y="10881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44" name="Straight Connector 343">
              <a:extLst>
                <a:ext uri="{FF2B5EF4-FFF2-40B4-BE49-F238E27FC236}">
                  <a16:creationId xmlns:a16="http://schemas.microsoft.com/office/drawing/2014/main" id="{F00FA153-6CA3-4FEE-AB97-D1D35BF957E3}"/>
                </a:ext>
              </a:extLst>
            </p:cNvPr>
            <p:cNvCxnSpPr/>
            <p:nvPr userDrawn="1"/>
          </p:nvCxnSpPr>
          <p:spPr bwMode="gray">
            <a:xfrm>
              <a:off x="0" y="20208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45" name="Straight Connector 344">
              <a:extLst>
                <a:ext uri="{FF2B5EF4-FFF2-40B4-BE49-F238E27FC236}">
                  <a16:creationId xmlns:a16="http://schemas.microsoft.com/office/drawing/2014/main" id="{C45B5D6D-48ED-4AC8-89E5-2327C5C8F2DF}"/>
                </a:ext>
              </a:extLst>
            </p:cNvPr>
            <p:cNvCxnSpPr/>
            <p:nvPr userDrawn="1"/>
          </p:nvCxnSpPr>
          <p:spPr bwMode="gray">
            <a:xfrm>
              <a:off x="0" y="17099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46" name="Straight Connector 345">
              <a:extLst>
                <a:ext uri="{FF2B5EF4-FFF2-40B4-BE49-F238E27FC236}">
                  <a16:creationId xmlns:a16="http://schemas.microsoft.com/office/drawing/2014/main" id="{8D3D1C1B-983E-4DB7-BBD1-DD495C04FA8C}"/>
                </a:ext>
              </a:extLst>
            </p:cNvPr>
            <p:cNvCxnSpPr/>
            <p:nvPr userDrawn="1"/>
          </p:nvCxnSpPr>
          <p:spPr bwMode="gray">
            <a:xfrm>
              <a:off x="0" y="26426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47" name="Straight Connector 346">
              <a:extLst>
                <a:ext uri="{FF2B5EF4-FFF2-40B4-BE49-F238E27FC236}">
                  <a16:creationId xmlns:a16="http://schemas.microsoft.com/office/drawing/2014/main" id="{F2B61ED5-26E8-4DEF-B738-164349658CA3}"/>
                </a:ext>
              </a:extLst>
            </p:cNvPr>
            <p:cNvCxnSpPr/>
            <p:nvPr userDrawn="1"/>
          </p:nvCxnSpPr>
          <p:spPr bwMode="gray">
            <a:xfrm>
              <a:off x="0" y="23317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48" name="Straight Connector 347">
              <a:extLst>
                <a:ext uri="{FF2B5EF4-FFF2-40B4-BE49-F238E27FC236}">
                  <a16:creationId xmlns:a16="http://schemas.microsoft.com/office/drawing/2014/main" id="{90E7EAB3-0456-4437-B8D7-DF900A529A91}"/>
                </a:ext>
              </a:extLst>
            </p:cNvPr>
            <p:cNvCxnSpPr/>
            <p:nvPr userDrawn="1"/>
          </p:nvCxnSpPr>
          <p:spPr bwMode="gray">
            <a:xfrm>
              <a:off x="0" y="326440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49" name="Straight Connector 348">
              <a:extLst>
                <a:ext uri="{FF2B5EF4-FFF2-40B4-BE49-F238E27FC236}">
                  <a16:creationId xmlns:a16="http://schemas.microsoft.com/office/drawing/2014/main" id="{37FB5A62-370F-44D5-8A04-9258F8B9C259}"/>
                </a:ext>
              </a:extLst>
            </p:cNvPr>
            <p:cNvCxnSpPr/>
            <p:nvPr userDrawn="1"/>
          </p:nvCxnSpPr>
          <p:spPr bwMode="gray">
            <a:xfrm>
              <a:off x="0" y="295351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50" name="Straight Connector 349">
              <a:extLst>
                <a:ext uri="{FF2B5EF4-FFF2-40B4-BE49-F238E27FC236}">
                  <a16:creationId xmlns:a16="http://schemas.microsoft.com/office/drawing/2014/main" id="{D06F5B99-E40C-4E1D-BC1C-FE9AC8EEEFC4}"/>
                </a:ext>
              </a:extLst>
            </p:cNvPr>
            <p:cNvCxnSpPr/>
            <p:nvPr userDrawn="1"/>
          </p:nvCxnSpPr>
          <p:spPr bwMode="gray">
            <a:xfrm>
              <a:off x="0" y="388620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51" name="Straight Connector 350">
              <a:extLst>
                <a:ext uri="{FF2B5EF4-FFF2-40B4-BE49-F238E27FC236}">
                  <a16:creationId xmlns:a16="http://schemas.microsoft.com/office/drawing/2014/main" id="{60FA2409-2A36-4AE2-995A-57C8D105DE55}"/>
                </a:ext>
              </a:extLst>
            </p:cNvPr>
            <p:cNvCxnSpPr/>
            <p:nvPr userDrawn="1"/>
          </p:nvCxnSpPr>
          <p:spPr bwMode="gray">
            <a:xfrm>
              <a:off x="0" y="357530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52" name="Straight Connector 351">
              <a:extLst>
                <a:ext uri="{FF2B5EF4-FFF2-40B4-BE49-F238E27FC236}">
                  <a16:creationId xmlns:a16="http://schemas.microsoft.com/office/drawing/2014/main" id="{C7E6A7E9-9CC4-4FB4-AEE7-A154F6791E2A}"/>
                </a:ext>
              </a:extLst>
            </p:cNvPr>
            <p:cNvCxnSpPr/>
            <p:nvPr userDrawn="1"/>
          </p:nvCxnSpPr>
          <p:spPr bwMode="gray">
            <a:xfrm>
              <a:off x="0" y="45079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53" name="Straight Connector 352">
              <a:extLst>
                <a:ext uri="{FF2B5EF4-FFF2-40B4-BE49-F238E27FC236}">
                  <a16:creationId xmlns:a16="http://schemas.microsoft.com/office/drawing/2014/main" id="{83B3EF9B-F4E6-43CA-9C84-747E9D9A2BCB}"/>
                </a:ext>
              </a:extLst>
            </p:cNvPr>
            <p:cNvCxnSpPr/>
            <p:nvPr userDrawn="1"/>
          </p:nvCxnSpPr>
          <p:spPr bwMode="gray">
            <a:xfrm>
              <a:off x="0" y="41970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54" name="Straight Connector 353">
              <a:extLst>
                <a:ext uri="{FF2B5EF4-FFF2-40B4-BE49-F238E27FC236}">
                  <a16:creationId xmlns:a16="http://schemas.microsoft.com/office/drawing/2014/main" id="{FBE0CE03-2A91-4790-8478-756E20730036}"/>
                </a:ext>
              </a:extLst>
            </p:cNvPr>
            <p:cNvCxnSpPr/>
            <p:nvPr userDrawn="1"/>
          </p:nvCxnSpPr>
          <p:spPr bwMode="gray">
            <a:xfrm>
              <a:off x="0" y="51297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55" name="Straight Connector 354">
              <a:extLst>
                <a:ext uri="{FF2B5EF4-FFF2-40B4-BE49-F238E27FC236}">
                  <a16:creationId xmlns:a16="http://schemas.microsoft.com/office/drawing/2014/main" id="{49CB1D1F-57B1-4A79-8D7A-0792163D0DB9}"/>
                </a:ext>
              </a:extLst>
            </p:cNvPr>
            <p:cNvCxnSpPr/>
            <p:nvPr userDrawn="1"/>
          </p:nvCxnSpPr>
          <p:spPr bwMode="gray">
            <a:xfrm>
              <a:off x="0" y="48188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56" name="Straight Connector 355">
              <a:extLst>
                <a:ext uri="{FF2B5EF4-FFF2-40B4-BE49-F238E27FC236}">
                  <a16:creationId xmlns:a16="http://schemas.microsoft.com/office/drawing/2014/main" id="{13B01829-137A-4197-A274-FDF3279A650B}"/>
                </a:ext>
              </a:extLst>
            </p:cNvPr>
            <p:cNvCxnSpPr/>
            <p:nvPr userDrawn="1"/>
          </p:nvCxnSpPr>
          <p:spPr bwMode="gray">
            <a:xfrm>
              <a:off x="0" y="57515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57" name="Straight Connector 356">
              <a:extLst>
                <a:ext uri="{FF2B5EF4-FFF2-40B4-BE49-F238E27FC236}">
                  <a16:creationId xmlns:a16="http://schemas.microsoft.com/office/drawing/2014/main" id="{2D6F6A0A-4203-4072-ABCB-9AD87EF2C41F}"/>
                </a:ext>
              </a:extLst>
            </p:cNvPr>
            <p:cNvCxnSpPr/>
            <p:nvPr userDrawn="1"/>
          </p:nvCxnSpPr>
          <p:spPr bwMode="gray">
            <a:xfrm>
              <a:off x="0" y="54406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58" name="Straight Connector 357">
              <a:extLst>
                <a:ext uri="{FF2B5EF4-FFF2-40B4-BE49-F238E27FC236}">
                  <a16:creationId xmlns:a16="http://schemas.microsoft.com/office/drawing/2014/main" id="{417F2193-0C6E-4391-BEA2-089671858758}"/>
                </a:ext>
              </a:extLst>
            </p:cNvPr>
            <p:cNvCxnSpPr/>
            <p:nvPr userDrawn="1"/>
          </p:nvCxnSpPr>
          <p:spPr bwMode="gray">
            <a:xfrm>
              <a:off x="0" y="63733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59" name="Straight Connector 358">
              <a:extLst>
                <a:ext uri="{FF2B5EF4-FFF2-40B4-BE49-F238E27FC236}">
                  <a16:creationId xmlns:a16="http://schemas.microsoft.com/office/drawing/2014/main" id="{B6A76C17-10DC-49D0-8A4F-2FBD9892FF87}"/>
                </a:ext>
              </a:extLst>
            </p:cNvPr>
            <p:cNvCxnSpPr/>
            <p:nvPr userDrawn="1"/>
          </p:nvCxnSpPr>
          <p:spPr bwMode="gray">
            <a:xfrm>
              <a:off x="0" y="60624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360" name="Straight Connector 359">
              <a:extLst>
                <a:ext uri="{FF2B5EF4-FFF2-40B4-BE49-F238E27FC236}">
                  <a16:creationId xmlns:a16="http://schemas.microsoft.com/office/drawing/2014/main" id="{CDE2141B-9306-4DD0-9DE5-586F6F4171B7}"/>
                </a:ext>
              </a:extLst>
            </p:cNvPr>
            <p:cNvCxnSpPr/>
            <p:nvPr userDrawn="1"/>
          </p:nvCxnSpPr>
          <p:spPr bwMode="gray">
            <a:xfrm>
              <a:off x="0" y="66842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sp>
          <p:nvSpPr>
            <p:cNvPr id="361" name="main body box">
              <a:extLst>
                <a:ext uri="{FF2B5EF4-FFF2-40B4-BE49-F238E27FC236}">
                  <a16:creationId xmlns:a16="http://schemas.microsoft.com/office/drawing/2014/main" id="{0491BBC2-C358-43D4-9A54-49094B766FEE}"/>
                </a:ext>
              </a:extLst>
            </p:cNvPr>
            <p:cNvSpPr/>
            <p:nvPr userDrawn="1"/>
          </p:nvSpPr>
          <p:spPr bwMode="gray">
            <a:xfrm>
              <a:off x="554736" y="1720644"/>
              <a:ext cx="11082528" cy="4497275"/>
            </a:xfrm>
            <a:prstGeom prst="rect">
              <a:avLst/>
            </a:prstGeom>
            <a:noFill/>
            <a:ln w="12700">
              <a:solidFill>
                <a:srgbClr val="19D3C5">
                  <a:alpha val="50000"/>
                </a:srgbClr>
              </a:solidFill>
            </a:ln>
          </p:spPr>
          <p:txBody>
            <a:bodyPr vert="horz" wrap="square" lIns="68572" tIns="34286" rIns="68572" bIns="34286" numCol="1" anchor="t" anchorCtr="0" compatLnSpc="1">
              <a:prstTxWarp prst="textNoShape">
                <a:avLst/>
              </a:prstTxWarp>
              <a:noAutofit/>
            </a:bodyPr>
            <a:lstStyle/>
            <a:p>
              <a:pPr rtl="0"/>
              <a:endParaRPr lang="en-US" sz="1323">
                <a:solidFill>
                  <a:schemeClr val="tx1"/>
                </a:solidFill>
                <a:latin typeface="+mn-lt"/>
              </a:endParaRPr>
            </a:p>
          </p:txBody>
        </p:sp>
        <p:cxnSp>
          <p:nvCxnSpPr>
            <p:cNvPr id="362" name="Straight Connector 361">
              <a:extLst>
                <a:ext uri="{FF2B5EF4-FFF2-40B4-BE49-F238E27FC236}">
                  <a16:creationId xmlns:a16="http://schemas.microsoft.com/office/drawing/2014/main" id="{9CE58337-2A88-4F0D-A77D-6E435EA160CD}"/>
                </a:ext>
              </a:extLst>
            </p:cNvPr>
            <p:cNvCxnSpPr/>
            <p:nvPr userDrawn="1"/>
          </p:nvCxnSpPr>
          <p:spPr bwMode="gray">
            <a:xfrm>
              <a:off x="554736" y="2170177"/>
              <a:ext cx="11082528" cy="0"/>
            </a:xfrm>
            <a:prstGeom prst="line">
              <a:avLst/>
            </a:prstGeom>
            <a:noFill/>
            <a:ln w="12700">
              <a:solidFill>
                <a:srgbClr val="19D3C5">
                  <a:alpha val="50000"/>
                </a:srgbClr>
              </a:solidFill>
            </a:ln>
          </p:spPr>
        </p:cxnSp>
        <p:cxnSp>
          <p:nvCxnSpPr>
            <p:cNvPr id="363" name="Straight Connector 362">
              <a:extLst>
                <a:ext uri="{FF2B5EF4-FFF2-40B4-BE49-F238E27FC236}">
                  <a16:creationId xmlns:a16="http://schemas.microsoft.com/office/drawing/2014/main" id="{0EEDEE13-BB2B-4CA8-B834-EE6D6107A3F3}"/>
                </a:ext>
              </a:extLst>
            </p:cNvPr>
            <p:cNvCxnSpPr/>
            <p:nvPr userDrawn="1"/>
          </p:nvCxnSpPr>
          <p:spPr bwMode="gray">
            <a:xfrm>
              <a:off x="554736" y="1713358"/>
              <a:ext cx="11082528" cy="0"/>
            </a:xfrm>
            <a:prstGeom prst="line">
              <a:avLst/>
            </a:prstGeom>
            <a:noFill/>
            <a:ln w="12700">
              <a:solidFill>
                <a:srgbClr val="19D3C5">
                  <a:alpha val="50000"/>
                </a:srgbClr>
              </a:solidFill>
            </a:ln>
          </p:spPr>
        </p:cxnSp>
      </p:grpSp>
      <p:grpSp>
        <p:nvGrpSpPr>
          <p:cNvPr id="148" name="Deco">
            <a:extLst>
              <a:ext uri="{FF2B5EF4-FFF2-40B4-BE49-F238E27FC236}">
                <a16:creationId xmlns:a16="http://schemas.microsoft.com/office/drawing/2014/main" id="{A5DC2D54-C0BB-4D31-B6FF-1CA0B8921141}"/>
              </a:ext>
            </a:extLst>
          </p:cNvPr>
          <p:cNvGrpSpPr/>
          <p:nvPr userDrawn="1"/>
        </p:nvGrpSpPr>
        <p:grpSpPr bwMode="ltGray">
          <a:xfrm>
            <a:off x="10019832" y="-28841"/>
            <a:ext cx="2172168" cy="1289899"/>
            <a:chOff x="7006851" y="0"/>
            <a:chExt cx="2901252" cy="1725848"/>
          </a:xfrm>
        </p:grpSpPr>
        <p:sp>
          <p:nvSpPr>
            <p:cNvPr id="149" name="Google Shape;1893;p149">
              <a:extLst>
                <a:ext uri="{FF2B5EF4-FFF2-40B4-BE49-F238E27FC236}">
                  <a16:creationId xmlns:a16="http://schemas.microsoft.com/office/drawing/2014/main" id="{53F310E2-E954-4037-B710-348AF6188DF5}"/>
                </a:ext>
              </a:extLst>
            </p:cNvPr>
            <p:cNvSpPr/>
            <p:nvPr/>
          </p:nvSpPr>
          <p:spPr bwMode="ltGray">
            <a:xfrm>
              <a:off x="8307663" y="0"/>
              <a:ext cx="1226286" cy="416928"/>
            </a:xfrm>
            <a:custGeom>
              <a:avLst/>
              <a:gdLst/>
              <a:ahLst/>
              <a:cxnLst/>
              <a:rect l="l" t="t" r="r" b="b"/>
              <a:pathLst>
                <a:path w="1351279" h="472440" extrusionOk="0">
                  <a:moveTo>
                    <a:pt x="0" y="1904"/>
                  </a:moveTo>
                  <a:lnTo>
                    <a:pt x="675640" y="472440"/>
                  </a:lnTo>
                  <a:lnTo>
                    <a:pt x="1351279" y="1904"/>
                  </a:lnTo>
                  <a:lnTo>
                    <a:pt x="1348623"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0" name="Google Shape;1894;p149">
              <a:extLst>
                <a:ext uri="{FF2B5EF4-FFF2-40B4-BE49-F238E27FC236}">
                  <a16:creationId xmlns:a16="http://schemas.microsoft.com/office/drawing/2014/main" id="{78491F23-DDE1-4B58-B165-2BDB37D141C2}"/>
                </a:ext>
              </a:extLst>
            </p:cNvPr>
            <p:cNvSpPr/>
            <p:nvPr/>
          </p:nvSpPr>
          <p:spPr bwMode="ltGray">
            <a:xfrm>
              <a:off x="8307663" y="4483"/>
              <a:ext cx="608532" cy="824890"/>
            </a:xfrm>
            <a:custGeom>
              <a:avLst/>
              <a:gdLst/>
              <a:ahLst/>
              <a:cxnLst/>
              <a:rect l="l" t="t" r="r" b="b"/>
              <a:pathLst>
                <a:path w="670559" h="934719" extrusionOk="0">
                  <a:moveTo>
                    <a:pt x="0" y="0"/>
                  </a:moveTo>
                  <a:lnTo>
                    <a:pt x="0" y="473710"/>
                  </a:lnTo>
                  <a:lnTo>
                    <a:pt x="670560" y="934720"/>
                  </a:lnTo>
                  <a:lnTo>
                    <a:pt x="670560" y="473710"/>
                  </a:lnTo>
                  <a:lnTo>
                    <a:pt x="0" y="0"/>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1" name="Google Shape;1895;p149">
              <a:extLst>
                <a:ext uri="{FF2B5EF4-FFF2-40B4-BE49-F238E27FC236}">
                  <a16:creationId xmlns:a16="http://schemas.microsoft.com/office/drawing/2014/main" id="{74A47E84-5D2F-4003-8D3A-91CD3EF531E6}"/>
                </a:ext>
              </a:extLst>
            </p:cNvPr>
            <p:cNvSpPr/>
            <p:nvPr/>
          </p:nvSpPr>
          <p:spPr bwMode="ltGray">
            <a:xfrm>
              <a:off x="8916554" y="4483"/>
              <a:ext cx="617753" cy="824890"/>
            </a:xfrm>
            <a:custGeom>
              <a:avLst/>
              <a:gdLst/>
              <a:ahLst/>
              <a:cxnLst/>
              <a:rect l="l" t="t" r="r" b="b"/>
              <a:pathLst>
                <a:path w="680720" h="934719" extrusionOk="0">
                  <a:moveTo>
                    <a:pt x="680719" y="0"/>
                  </a:moveTo>
                  <a:lnTo>
                    <a:pt x="0" y="473710"/>
                  </a:lnTo>
                  <a:lnTo>
                    <a:pt x="0" y="934720"/>
                  </a:lnTo>
                  <a:lnTo>
                    <a:pt x="680719" y="473710"/>
                  </a:lnTo>
                  <a:lnTo>
                    <a:pt x="68071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2" name="Google Shape;1896;p149">
              <a:extLst>
                <a:ext uri="{FF2B5EF4-FFF2-40B4-BE49-F238E27FC236}">
                  <a16:creationId xmlns:a16="http://schemas.microsoft.com/office/drawing/2014/main" id="{62D57E15-7ACA-418B-9B8B-F2AF351F126C}"/>
                </a:ext>
              </a:extLst>
            </p:cNvPr>
            <p:cNvSpPr/>
            <p:nvPr/>
          </p:nvSpPr>
          <p:spPr bwMode="ltGray">
            <a:xfrm>
              <a:off x="7009244" y="0"/>
              <a:ext cx="1240117" cy="407962"/>
            </a:xfrm>
            <a:custGeom>
              <a:avLst/>
              <a:gdLst/>
              <a:ahLst/>
              <a:cxnLst/>
              <a:rect l="l" t="t" r="r" b="b"/>
              <a:pathLst>
                <a:path w="1366520" h="462280" extrusionOk="0">
                  <a:moveTo>
                    <a:pt x="0" y="0"/>
                  </a:moveTo>
                  <a:lnTo>
                    <a:pt x="685070" y="462279"/>
                  </a:lnTo>
                  <a:lnTo>
                    <a:pt x="1366344" y="0"/>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3" name="Google Shape;1897;p149">
              <a:extLst>
                <a:ext uri="{FF2B5EF4-FFF2-40B4-BE49-F238E27FC236}">
                  <a16:creationId xmlns:a16="http://schemas.microsoft.com/office/drawing/2014/main" id="{C2947FBA-A99F-4C25-AF3F-28C93E6256C6}"/>
                </a:ext>
              </a:extLst>
            </p:cNvPr>
            <p:cNvSpPr/>
            <p:nvPr/>
          </p:nvSpPr>
          <p:spPr bwMode="ltGray">
            <a:xfrm>
              <a:off x="7006851" y="1"/>
              <a:ext cx="626973" cy="802474"/>
            </a:xfrm>
            <a:custGeom>
              <a:avLst/>
              <a:gdLst/>
              <a:ahLst/>
              <a:cxnLst/>
              <a:rect l="l" t="t" r="r" b="b"/>
              <a:pathLst>
                <a:path w="690879" h="909319" extrusionOk="0">
                  <a:moveTo>
                    <a:pt x="0" y="0"/>
                  </a:moveTo>
                  <a:lnTo>
                    <a:pt x="0" y="456565"/>
                  </a:lnTo>
                  <a:lnTo>
                    <a:pt x="690879" y="909320"/>
                  </a:lnTo>
                  <a:lnTo>
                    <a:pt x="690879" y="456565"/>
                  </a:lnTo>
                  <a:lnTo>
                    <a:pt x="7602" y="0"/>
                  </a:lnTo>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4" name="Google Shape;1898;p149">
              <a:extLst>
                <a:ext uri="{FF2B5EF4-FFF2-40B4-BE49-F238E27FC236}">
                  <a16:creationId xmlns:a16="http://schemas.microsoft.com/office/drawing/2014/main" id="{071BA750-2B4F-48B4-B40E-FDD118827497}"/>
                </a:ext>
              </a:extLst>
            </p:cNvPr>
            <p:cNvSpPr/>
            <p:nvPr/>
          </p:nvSpPr>
          <p:spPr bwMode="ltGray">
            <a:xfrm>
              <a:off x="7634193" y="1"/>
              <a:ext cx="617753" cy="802474"/>
            </a:xfrm>
            <a:custGeom>
              <a:avLst/>
              <a:gdLst/>
              <a:ahLst/>
              <a:cxnLst/>
              <a:rect l="l" t="t" r="r" b="b"/>
              <a:pathLst>
                <a:path w="680720" h="909319" extrusionOk="0">
                  <a:moveTo>
                    <a:pt x="673229" y="0"/>
                  </a:moveTo>
                  <a:lnTo>
                    <a:pt x="0" y="456565"/>
                  </a:lnTo>
                  <a:lnTo>
                    <a:pt x="0" y="909320"/>
                  </a:lnTo>
                  <a:lnTo>
                    <a:pt x="680720" y="456565"/>
                  </a:lnTo>
                  <a:lnTo>
                    <a:pt x="680720" y="0"/>
                  </a:lnTo>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5" name="Google Shape;1899;p149">
              <a:extLst>
                <a:ext uri="{FF2B5EF4-FFF2-40B4-BE49-F238E27FC236}">
                  <a16:creationId xmlns:a16="http://schemas.microsoft.com/office/drawing/2014/main" id="{4C4CE188-379E-4306-80CF-94A8B216C5D5}"/>
                </a:ext>
              </a:extLst>
            </p:cNvPr>
            <p:cNvSpPr/>
            <p:nvPr/>
          </p:nvSpPr>
          <p:spPr bwMode="ltGray">
            <a:xfrm>
              <a:off x="8270760" y="865093"/>
              <a:ext cx="617753" cy="860755"/>
            </a:xfrm>
            <a:custGeom>
              <a:avLst/>
              <a:gdLst/>
              <a:ahLst/>
              <a:cxnLst/>
              <a:rect l="l" t="t" r="r" b="b"/>
              <a:pathLst>
                <a:path w="680720" h="975360" extrusionOk="0">
                  <a:moveTo>
                    <a:pt x="680719" y="0"/>
                  </a:moveTo>
                  <a:lnTo>
                    <a:pt x="0" y="474852"/>
                  </a:lnTo>
                  <a:lnTo>
                    <a:pt x="0" y="975359"/>
                  </a:lnTo>
                  <a:lnTo>
                    <a:pt x="680719" y="474852"/>
                  </a:lnTo>
                  <a:lnTo>
                    <a:pt x="680719" y="0"/>
                  </a:lnTo>
                  <a:close/>
                </a:path>
              </a:pathLst>
            </a:custGeom>
            <a:solidFill>
              <a:srgbClr val="FFFFFF">
                <a:alpha val="6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6" name="Google Shape;1900;p149">
              <a:extLst>
                <a:ext uri="{FF2B5EF4-FFF2-40B4-BE49-F238E27FC236}">
                  <a16:creationId xmlns:a16="http://schemas.microsoft.com/office/drawing/2014/main" id="{54FA0342-4894-47AC-884E-CCBBDA8D0742}"/>
                </a:ext>
              </a:extLst>
            </p:cNvPr>
            <p:cNvSpPr/>
            <p:nvPr/>
          </p:nvSpPr>
          <p:spPr bwMode="ltGray">
            <a:xfrm>
              <a:off x="7643418" y="434787"/>
              <a:ext cx="1244727" cy="851789"/>
            </a:xfrm>
            <a:custGeom>
              <a:avLst/>
              <a:gdLst/>
              <a:ahLst/>
              <a:cxnLst/>
              <a:rect l="l" t="t" r="r" b="b"/>
              <a:pathLst>
                <a:path w="1371600" h="965200" extrusionOk="0">
                  <a:moveTo>
                    <a:pt x="0" y="471678"/>
                  </a:moveTo>
                  <a:lnTo>
                    <a:pt x="694690" y="965200"/>
                  </a:lnTo>
                  <a:lnTo>
                    <a:pt x="1371600" y="490982"/>
                  </a:lnTo>
                  <a:lnTo>
                    <a:pt x="694690" y="0"/>
                  </a:lnTo>
                  <a:lnTo>
                    <a:pt x="0" y="471678"/>
                  </a:lnTo>
                  <a:close/>
                </a:path>
              </a:pathLst>
            </a:custGeom>
            <a:solidFill>
              <a:srgbClr val="FFFFFF">
                <a:alpha val="4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7" name="Google Shape;1901;p149">
              <a:extLst>
                <a:ext uri="{FF2B5EF4-FFF2-40B4-BE49-F238E27FC236}">
                  <a16:creationId xmlns:a16="http://schemas.microsoft.com/office/drawing/2014/main" id="{05968513-B6E0-4182-9857-F748C79761AA}"/>
                </a:ext>
              </a:extLst>
            </p:cNvPr>
            <p:cNvSpPr/>
            <p:nvPr/>
          </p:nvSpPr>
          <p:spPr bwMode="ltGray">
            <a:xfrm>
              <a:off x="7643418" y="847164"/>
              <a:ext cx="626973" cy="869721"/>
            </a:xfrm>
            <a:custGeom>
              <a:avLst/>
              <a:gdLst/>
              <a:ahLst/>
              <a:cxnLst/>
              <a:rect l="l" t="t" r="r" b="b"/>
              <a:pathLst>
                <a:path w="690879" h="985519" extrusionOk="0">
                  <a:moveTo>
                    <a:pt x="2540" y="0"/>
                  </a:moveTo>
                  <a:lnTo>
                    <a:pt x="0" y="492759"/>
                  </a:lnTo>
                  <a:lnTo>
                    <a:pt x="690880" y="985519"/>
                  </a:lnTo>
                  <a:lnTo>
                    <a:pt x="690880" y="492759"/>
                  </a:lnTo>
                  <a:lnTo>
                    <a:pt x="2540"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8" name="Google Shape;1902;p149">
              <a:extLst>
                <a:ext uri="{FF2B5EF4-FFF2-40B4-BE49-F238E27FC236}">
                  <a16:creationId xmlns:a16="http://schemas.microsoft.com/office/drawing/2014/main" id="{563C672D-8C04-4B75-B701-784657B6A1D5}"/>
                </a:ext>
              </a:extLst>
            </p:cNvPr>
            <p:cNvSpPr/>
            <p:nvPr/>
          </p:nvSpPr>
          <p:spPr bwMode="ltGray">
            <a:xfrm>
              <a:off x="8953456" y="875740"/>
              <a:ext cx="954290" cy="419730"/>
            </a:xfrm>
            <a:custGeom>
              <a:avLst/>
              <a:gdLst/>
              <a:ahLst/>
              <a:cxnLst/>
              <a:rect l="l" t="t" r="r" b="b"/>
              <a:pathLst>
                <a:path w="1051559" h="475615" extrusionOk="0">
                  <a:moveTo>
                    <a:pt x="0" y="0"/>
                  </a:moveTo>
                  <a:lnTo>
                    <a:pt x="671829" y="475615"/>
                  </a:lnTo>
                  <a:lnTo>
                    <a:pt x="1051560" y="216191"/>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59" name="Google Shape;1903;p149">
              <a:extLst>
                <a:ext uri="{FF2B5EF4-FFF2-40B4-BE49-F238E27FC236}">
                  <a16:creationId xmlns:a16="http://schemas.microsoft.com/office/drawing/2014/main" id="{7ED6BD58-2451-420F-8BDF-ADC1F0050BE4}"/>
                </a:ext>
              </a:extLst>
            </p:cNvPr>
            <p:cNvSpPr/>
            <p:nvPr/>
          </p:nvSpPr>
          <p:spPr bwMode="ltGray">
            <a:xfrm>
              <a:off x="8953456" y="452718"/>
              <a:ext cx="954290" cy="423093"/>
            </a:xfrm>
            <a:custGeom>
              <a:avLst/>
              <a:gdLst/>
              <a:ahLst/>
              <a:cxnLst/>
              <a:rect l="l" t="t" r="r" b="b"/>
              <a:pathLst>
                <a:path w="1051559" h="479425" extrusionOk="0">
                  <a:moveTo>
                    <a:pt x="1051560" y="272285"/>
                  </a:moveTo>
                  <a:lnTo>
                    <a:pt x="678179" y="0"/>
                  </a:lnTo>
                  <a:lnTo>
                    <a:pt x="0" y="479425"/>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60" name="Google Shape;1904;p149">
              <a:extLst>
                <a:ext uri="{FF2B5EF4-FFF2-40B4-BE49-F238E27FC236}">
                  <a16:creationId xmlns:a16="http://schemas.microsoft.com/office/drawing/2014/main" id="{EAA71BD0-1E49-4285-8E45-71BA2696CA0A}"/>
                </a:ext>
              </a:extLst>
            </p:cNvPr>
            <p:cNvSpPr/>
            <p:nvPr/>
          </p:nvSpPr>
          <p:spPr bwMode="ltGray">
            <a:xfrm>
              <a:off x="8944229" y="874059"/>
              <a:ext cx="617753" cy="833857"/>
            </a:xfrm>
            <a:custGeom>
              <a:avLst/>
              <a:gdLst/>
              <a:ahLst/>
              <a:cxnLst/>
              <a:rect l="l" t="t" r="r" b="b"/>
              <a:pathLst>
                <a:path w="680720" h="944880" extrusionOk="0">
                  <a:moveTo>
                    <a:pt x="2539" y="0"/>
                  </a:moveTo>
                  <a:lnTo>
                    <a:pt x="0" y="473710"/>
                  </a:lnTo>
                  <a:lnTo>
                    <a:pt x="675639" y="944879"/>
                  </a:lnTo>
                  <a:lnTo>
                    <a:pt x="680720" y="480187"/>
                  </a:lnTo>
                  <a:lnTo>
                    <a:pt x="2539" y="0"/>
                  </a:lnTo>
                  <a:close/>
                </a:path>
              </a:pathLst>
            </a:custGeom>
            <a:solidFill>
              <a:srgbClr val="FFFFFF">
                <a:alpha val="20000"/>
              </a:srgbClr>
            </a:solid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sp>
          <p:nvSpPr>
            <p:cNvPr id="161" name="Google Shape;1905;p149">
              <a:extLst>
                <a:ext uri="{FF2B5EF4-FFF2-40B4-BE49-F238E27FC236}">
                  <a16:creationId xmlns:a16="http://schemas.microsoft.com/office/drawing/2014/main" id="{C0C7A5C8-516E-4BB9-93A7-84ADF9A6BB94}"/>
                </a:ext>
              </a:extLst>
            </p:cNvPr>
            <p:cNvSpPr/>
            <p:nvPr/>
          </p:nvSpPr>
          <p:spPr bwMode="ltGray">
            <a:xfrm>
              <a:off x="9562346" y="1066703"/>
              <a:ext cx="345757" cy="641644"/>
            </a:xfrm>
            <a:custGeom>
              <a:avLst/>
              <a:gdLst/>
              <a:ahLst/>
              <a:cxnLst/>
              <a:rect l="l" t="t" r="r" b="b"/>
              <a:pathLst>
                <a:path w="381000" h="727075" extrusionOk="0">
                  <a:moveTo>
                    <a:pt x="381000" y="0"/>
                  </a:moveTo>
                  <a:lnTo>
                    <a:pt x="5079" y="261094"/>
                  </a:lnTo>
                  <a:lnTo>
                    <a:pt x="0" y="726549"/>
                  </a:lnTo>
                  <a:lnTo>
                    <a:pt x="381000" y="468213"/>
                  </a:lnTo>
                </a:path>
              </a:pathLst>
            </a:custGeom>
            <a:noFill/>
            <a:ln w="9525" cap="flat" cmpd="sng">
              <a:solidFill>
                <a:srgbClr val="BFBFBF"/>
              </a:solidFill>
              <a:prstDash val="solid"/>
              <a:round/>
              <a:headEnd type="none" w="sm" len="sm"/>
              <a:tailEnd type="none" w="sm" len="sm"/>
            </a:ln>
          </p:spPr>
          <p:txBody>
            <a:bodyPr spcFirstLastPara="1" wrap="square" lIns="0" tIns="0" rIns="0" bIns="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25"/>
                <a:buFont typeface="Arial"/>
                <a:buNone/>
                <a:tabLst/>
                <a:defRPr/>
              </a:pPr>
              <a:endParaRPr kumimoji="0" sz="1425" b="0" i="0" u="none" strike="noStrike" kern="1200" cap="none" spc="0" normalizeH="0" baseline="0" noProof="0">
                <a:ln>
                  <a:noFill/>
                </a:ln>
                <a:solidFill>
                  <a:srgbClr val="000000"/>
                </a:solidFill>
                <a:effectLst/>
                <a:uLnTx/>
                <a:uFillTx/>
                <a:latin typeface="+mn-lt"/>
                <a:ea typeface="+mn-ea"/>
                <a:cs typeface="+mn-cs"/>
                <a:sym typeface="Calibri"/>
              </a:endParaRPr>
            </a:p>
          </p:txBody>
        </p:sp>
      </p:grpSp>
      <p:sp>
        <p:nvSpPr>
          <p:cNvPr id="2" name="Rectangle 1" hidden="1">
            <a:extLst>
              <a:ext uri="{FF2B5EF4-FFF2-40B4-BE49-F238E27FC236}">
                <a16:creationId xmlns:a16="http://schemas.microsoft.com/office/drawing/2014/main" id="{15B28737-798E-48D4-BBDB-8EB35CB9FFFB}"/>
              </a:ext>
            </a:extLst>
          </p:cNvPr>
          <p:cNvSpPr/>
          <p:nvPr userDrawn="1">
            <p:custDataLst>
              <p:tags r:id="rId40"/>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41"/>
            </p:custDataLst>
          </p:nvPr>
        </p:nvSpPr>
        <p:spPr>
          <a:xfrm>
            <a:off x="756745" y="6278400"/>
            <a:ext cx="7278624" cy="123111"/>
          </a:xfrm>
          <a:prstGeom prst="rect">
            <a:avLst/>
          </a:prstGeom>
          <a:noFill/>
          <a:ln/>
          <a:extLst>
            <a:ext uri="{909E8E84-426E-40DD-AFC4-6F175D3DCCD1}">
              <a14:hiddenFill xmlns:a14="http://schemas.microsoft.com/office/drawing/2010/main">
                <a:solidFill>
                  <a:srgbClr val="FFFFFF"/>
                </a:solidFill>
              </a14:hiddenFill>
            </a:ext>
          </a:extLst>
        </p:spPr>
        <p:txBody>
          <a:bodyPr wrap="square" lIns="0" tIns="0" rIns="0" bIns="0" rtlCol="0" anchor="b" anchorCtr="0">
            <a:spAutoFit/>
          </a:bodyPr>
          <a:lstStyle>
            <a:defPPr>
              <a:defRPr lang="en-US"/>
            </a:defPPr>
            <a:lvl1pPr marL="203200" marR="0" lvl="0" indent="-212725" fontAlgn="auto">
              <a:lnSpc>
                <a:spcPct val="100000"/>
              </a:lnSpc>
              <a:spcBef>
                <a:spcPts val="0"/>
              </a:spcBef>
              <a:spcAft>
                <a:spcPts val="0"/>
              </a:spcAft>
              <a:buClrTx/>
              <a:buSzTx/>
              <a:buFontTx/>
              <a:buNone/>
              <a:tabLst/>
              <a:defRPr sz="800">
                <a:cs typeface="Arial" panose="020B0604020202020204" pitchFamily="34" charset="0"/>
              </a:defRPr>
            </a:lvl1pPr>
          </a:lstStyle>
          <a:p>
            <a:pPr lvl="0"/>
            <a:r>
              <a:rPr lang="en-US"/>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42"/>
            </p:custDataLst>
          </p:nvPr>
        </p:nvSpPr>
        <p:spPr>
          <a:xfrm>
            <a:off x="756745" y="317139"/>
            <a:ext cx="9262811" cy="626325"/>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noAutofit/>
          </a:bodyPr>
          <a:lstStyle/>
          <a:p>
            <a:pPr lvl="0" algn="l" defTabSz="914400" rtl="0" eaLnBrk="1" latinLnBrk="0" hangingPunct="1">
              <a:lnSpc>
                <a:spcPct val="100000"/>
              </a:lnSpc>
              <a:spcBef>
                <a:spcPct val="0"/>
              </a:spcBef>
              <a:buNone/>
            </a:pPr>
            <a:r>
              <a:rPr lang="en-US"/>
              <a:t>Click to edit Master title style</a:t>
            </a:r>
          </a:p>
        </p:txBody>
      </p:sp>
      <p:grpSp>
        <p:nvGrpSpPr>
          <p:cNvPr id="135" name="LegendLines" hidden="1">
            <a:extLst>
              <a:ext uri="{FF2B5EF4-FFF2-40B4-BE49-F238E27FC236}">
                <a16:creationId xmlns:a16="http://schemas.microsoft.com/office/drawing/2014/main" id="{71CC77B4-F6E6-4F23-BB68-415F1A18A481}"/>
              </a:ext>
            </a:extLst>
          </p:cNvPr>
          <p:cNvGrpSpPr/>
          <p:nvPr userDrawn="1"/>
        </p:nvGrpSpPr>
        <p:grpSpPr>
          <a:xfrm>
            <a:off x="10418903" y="3355023"/>
            <a:ext cx="1319960" cy="958286"/>
            <a:chOff x="10162879" y="3243772"/>
            <a:chExt cx="1319960" cy="958286"/>
          </a:xfrm>
        </p:grpSpPr>
        <p:sp>
          <p:nvSpPr>
            <p:cNvPr id="136" name="Legend1">
              <a:extLst>
                <a:ext uri="{FF2B5EF4-FFF2-40B4-BE49-F238E27FC236}">
                  <a16:creationId xmlns:a16="http://schemas.microsoft.com/office/drawing/2014/main" id="{7D220B56-9F03-4C3D-A250-99F1D51CD540}"/>
                </a:ext>
              </a:extLst>
            </p:cNvPr>
            <p:cNvSpPr txBox="1"/>
            <p:nvPr/>
          </p:nvSpPr>
          <p:spPr>
            <a:xfrm>
              <a:off x="10886522" y="3243772"/>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sp>
          <p:nvSpPr>
            <p:cNvPr id="137" name="Legend2">
              <a:extLst>
                <a:ext uri="{FF2B5EF4-FFF2-40B4-BE49-F238E27FC236}">
                  <a16:creationId xmlns:a16="http://schemas.microsoft.com/office/drawing/2014/main" id="{F8AFB581-6601-48A1-A760-8C8F195476DB}"/>
                </a:ext>
              </a:extLst>
            </p:cNvPr>
            <p:cNvSpPr txBox="1"/>
            <p:nvPr/>
          </p:nvSpPr>
          <p:spPr>
            <a:xfrm>
              <a:off x="10886522" y="3615193"/>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sp>
          <p:nvSpPr>
            <p:cNvPr id="138" name="Legend3">
              <a:extLst>
                <a:ext uri="{FF2B5EF4-FFF2-40B4-BE49-F238E27FC236}">
                  <a16:creationId xmlns:a16="http://schemas.microsoft.com/office/drawing/2014/main" id="{CFB1B529-3B5B-4BA8-9F77-5C493C166538}"/>
                </a:ext>
              </a:extLst>
            </p:cNvPr>
            <p:cNvSpPr txBox="1"/>
            <p:nvPr/>
          </p:nvSpPr>
          <p:spPr>
            <a:xfrm>
              <a:off x="10886522" y="3986614"/>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sp>
          <p:nvSpPr>
            <p:cNvPr id="139" name="LineLegend3">
              <a:extLst>
                <a:ext uri="{FF2B5EF4-FFF2-40B4-BE49-F238E27FC236}">
                  <a16:creationId xmlns:a16="http://schemas.microsoft.com/office/drawing/2014/main" id="{2C298E89-FEA3-401D-BBB5-46B76DD92CAA}"/>
                </a:ext>
              </a:extLst>
            </p:cNvPr>
            <p:cNvSpPr>
              <a:spLocks noChangeShapeType="1"/>
            </p:cNvSpPr>
            <p:nvPr/>
          </p:nvSpPr>
          <p:spPr bwMode="gray">
            <a:xfrm>
              <a:off x="10162879" y="4092784"/>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endParaRPr lang="en-US" sz="1400" baseline="0">
                <a:ea typeface="+mn-ea"/>
              </a:endParaRPr>
            </a:p>
          </p:txBody>
        </p:sp>
        <p:sp>
          <p:nvSpPr>
            <p:cNvPr id="140" name="LineLegend2">
              <a:extLst>
                <a:ext uri="{FF2B5EF4-FFF2-40B4-BE49-F238E27FC236}">
                  <a16:creationId xmlns:a16="http://schemas.microsoft.com/office/drawing/2014/main" id="{2BEF21BD-DE09-482F-9BA1-F98F95A056E5}"/>
                </a:ext>
              </a:extLst>
            </p:cNvPr>
            <p:cNvSpPr>
              <a:spLocks noChangeShapeType="1"/>
            </p:cNvSpPr>
            <p:nvPr/>
          </p:nvSpPr>
          <p:spPr bwMode="gray">
            <a:xfrm>
              <a:off x="10162879" y="3719425"/>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endParaRPr lang="en-US" sz="1400" baseline="0">
                <a:ea typeface="+mn-ea"/>
              </a:endParaRPr>
            </a:p>
          </p:txBody>
        </p:sp>
        <p:sp>
          <p:nvSpPr>
            <p:cNvPr id="141" name="LineLegend1">
              <a:extLst>
                <a:ext uri="{FF2B5EF4-FFF2-40B4-BE49-F238E27FC236}">
                  <a16:creationId xmlns:a16="http://schemas.microsoft.com/office/drawing/2014/main" id="{C4EAEC4C-EDAC-4CB0-9058-09FCF2BA4734}"/>
                </a:ext>
              </a:extLst>
            </p:cNvPr>
            <p:cNvSpPr>
              <a:spLocks noChangeShapeType="1"/>
            </p:cNvSpPr>
            <p:nvPr/>
          </p:nvSpPr>
          <p:spPr bwMode="gray">
            <a:xfrm>
              <a:off x="10162879" y="3351494"/>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endParaRPr lang="en-US" sz="1400" baseline="0">
                <a:ea typeface="+mn-ea"/>
              </a:endParaRPr>
            </a:p>
          </p:txBody>
        </p:sp>
      </p:grpSp>
      <p:grpSp>
        <p:nvGrpSpPr>
          <p:cNvPr id="142" name="LegendMoons" hidden="1">
            <a:extLst>
              <a:ext uri="{FF2B5EF4-FFF2-40B4-BE49-F238E27FC236}">
                <a16:creationId xmlns:a16="http://schemas.microsoft.com/office/drawing/2014/main" id="{ACAF3683-4C1D-40C3-8F57-915CB605F96D}"/>
              </a:ext>
            </a:extLst>
          </p:cNvPr>
          <p:cNvGrpSpPr/>
          <p:nvPr userDrawn="1"/>
        </p:nvGrpSpPr>
        <p:grpSpPr>
          <a:xfrm>
            <a:off x="10789914" y="1415983"/>
            <a:ext cx="948949" cy="1731859"/>
            <a:chOff x="7723680" y="1702457"/>
            <a:chExt cx="948949" cy="1731859"/>
          </a:xfrm>
        </p:grpSpPr>
        <p:sp>
          <p:nvSpPr>
            <p:cNvPr id="143" name="Legend1">
              <a:extLst>
                <a:ext uri="{FF2B5EF4-FFF2-40B4-BE49-F238E27FC236}">
                  <a16:creationId xmlns:a16="http://schemas.microsoft.com/office/drawing/2014/main" id="{216E15D0-AFAF-4CA7-9A9F-AA67647E118E}"/>
                </a:ext>
              </a:extLst>
            </p:cNvPr>
            <p:cNvSpPr txBox="1"/>
            <p:nvPr/>
          </p:nvSpPr>
          <p:spPr>
            <a:xfrm>
              <a:off x="8076312" y="1709816"/>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sp>
          <p:nvSpPr>
            <p:cNvPr id="144" name="Legend2">
              <a:extLst>
                <a:ext uri="{FF2B5EF4-FFF2-40B4-BE49-F238E27FC236}">
                  <a16:creationId xmlns:a16="http://schemas.microsoft.com/office/drawing/2014/main" id="{83A275E6-74C6-418F-9213-14A97D8A9853}"/>
                </a:ext>
              </a:extLst>
            </p:cNvPr>
            <p:cNvSpPr txBox="1"/>
            <p:nvPr/>
          </p:nvSpPr>
          <p:spPr>
            <a:xfrm>
              <a:off x="8076312" y="2085275"/>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sp>
          <p:nvSpPr>
            <p:cNvPr id="145" name="Legend3">
              <a:extLst>
                <a:ext uri="{FF2B5EF4-FFF2-40B4-BE49-F238E27FC236}">
                  <a16:creationId xmlns:a16="http://schemas.microsoft.com/office/drawing/2014/main" id="{23CF16F6-FBFB-4AC8-ACEA-C248996F08B4}"/>
                </a:ext>
              </a:extLst>
            </p:cNvPr>
            <p:cNvSpPr txBox="1"/>
            <p:nvPr/>
          </p:nvSpPr>
          <p:spPr>
            <a:xfrm>
              <a:off x="8076312" y="2460734"/>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sp>
          <p:nvSpPr>
            <p:cNvPr id="146" name="Legend4">
              <a:extLst>
                <a:ext uri="{FF2B5EF4-FFF2-40B4-BE49-F238E27FC236}">
                  <a16:creationId xmlns:a16="http://schemas.microsoft.com/office/drawing/2014/main" id="{171D8CE6-17F1-4C33-8A3A-07D6A3391BD9}"/>
                </a:ext>
              </a:extLst>
            </p:cNvPr>
            <p:cNvSpPr txBox="1"/>
            <p:nvPr/>
          </p:nvSpPr>
          <p:spPr>
            <a:xfrm>
              <a:off x="8076312" y="2836193"/>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sp>
          <p:nvSpPr>
            <p:cNvPr id="147" name="Legend5">
              <a:extLst>
                <a:ext uri="{FF2B5EF4-FFF2-40B4-BE49-F238E27FC236}">
                  <a16:creationId xmlns:a16="http://schemas.microsoft.com/office/drawing/2014/main" id="{B0B291F7-3D65-43F2-8745-0A790F2CDF55}"/>
                </a:ext>
              </a:extLst>
            </p:cNvPr>
            <p:cNvSpPr txBox="1"/>
            <p:nvPr/>
          </p:nvSpPr>
          <p:spPr>
            <a:xfrm>
              <a:off x="8076312" y="3211654"/>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grpSp>
          <p:nvGrpSpPr>
            <p:cNvPr id="274" name="MoonLegend1">
              <a:extLst>
                <a:ext uri="{FF2B5EF4-FFF2-40B4-BE49-F238E27FC236}">
                  <a16:creationId xmlns:a16="http://schemas.microsoft.com/office/drawing/2014/main" id="{9238832E-2002-492F-B930-2AE15C1EAA9B}"/>
                </a:ext>
              </a:extLst>
            </p:cNvPr>
            <p:cNvGrpSpPr>
              <a:grpSpLocks noChangeAspect="1"/>
            </p:cNvGrpSpPr>
            <p:nvPr>
              <p:custDataLst>
                <p:tags r:id="rId44"/>
              </p:custDataLst>
            </p:nvPr>
          </p:nvGrpSpPr>
          <p:grpSpPr>
            <a:xfrm>
              <a:off x="7723680" y="1702457"/>
              <a:ext cx="228600" cy="228600"/>
              <a:chOff x="762000" y="1270000"/>
              <a:chExt cx="254000" cy="254000"/>
            </a:xfrm>
          </p:grpSpPr>
          <p:sp>
            <p:nvSpPr>
              <p:cNvPr id="288" name="Oval 287">
                <a:extLst>
                  <a:ext uri="{FF2B5EF4-FFF2-40B4-BE49-F238E27FC236}">
                    <a16:creationId xmlns:a16="http://schemas.microsoft.com/office/drawing/2014/main" id="{8C0C6B67-EA4C-4238-91E7-098B369DB472}"/>
                  </a:ext>
                </a:extLst>
              </p:cNvPr>
              <p:cNvSpPr/>
              <p:nvPr>
                <p:custDataLst>
                  <p:tags r:id="rId57"/>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289" name="Arc 288">
                <a:extLst>
                  <a:ext uri="{FF2B5EF4-FFF2-40B4-BE49-F238E27FC236}">
                    <a16:creationId xmlns:a16="http://schemas.microsoft.com/office/drawing/2014/main" id="{1DF54BF2-D96F-4773-8CC1-879B99D24E9E}"/>
                  </a:ext>
                </a:extLst>
              </p:cNvPr>
              <p:cNvSpPr/>
              <p:nvPr>
                <p:custDataLst>
                  <p:tags r:id="rId58"/>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grpSp>
        <p:grpSp>
          <p:nvGrpSpPr>
            <p:cNvPr id="276" name="MoonLegend2">
              <a:extLst>
                <a:ext uri="{FF2B5EF4-FFF2-40B4-BE49-F238E27FC236}">
                  <a16:creationId xmlns:a16="http://schemas.microsoft.com/office/drawing/2014/main" id="{B42F9230-113F-4BA7-9427-E66A76F3603A}"/>
                </a:ext>
              </a:extLst>
            </p:cNvPr>
            <p:cNvGrpSpPr>
              <a:grpSpLocks noChangeAspect="1"/>
            </p:cNvGrpSpPr>
            <p:nvPr>
              <p:custDataLst>
                <p:tags r:id="rId45"/>
              </p:custDataLst>
            </p:nvPr>
          </p:nvGrpSpPr>
          <p:grpSpPr>
            <a:xfrm>
              <a:off x="7723680" y="2078270"/>
              <a:ext cx="228600" cy="228600"/>
              <a:chOff x="762000" y="1270000"/>
              <a:chExt cx="254000" cy="254000"/>
            </a:xfrm>
          </p:grpSpPr>
          <p:sp>
            <p:nvSpPr>
              <p:cNvPr id="286" name="Oval 285">
                <a:extLst>
                  <a:ext uri="{FF2B5EF4-FFF2-40B4-BE49-F238E27FC236}">
                    <a16:creationId xmlns:a16="http://schemas.microsoft.com/office/drawing/2014/main" id="{2993DE7A-FCEA-4A23-A8C7-8A80E5819547}"/>
                  </a:ext>
                </a:extLst>
              </p:cNvPr>
              <p:cNvSpPr/>
              <p:nvPr>
                <p:custDataLst>
                  <p:tags r:id="rId55"/>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287" name="Arc 286">
                <a:extLst>
                  <a:ext uri="{FF2B5EF4-FFF2-40B4-BE49-F238E27FC236}">
                    <a16:creationId xmlns:a16="http://schemas.microsoft.com/office/drawing/2014/main" id="{EBD07BEC-49A9-4D7A-9F18-B03A3D35C425}"/>
                  </a:ext>
                </a:extLst>
              </p:cNvPr>
              <p:cNvSpPr/>
              <p:nvPr>
                <p:custDataLst>
                  <p:tags r:id="rId56"/>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grpSp>
        <p:grpSp>
          <p:nvGrpSpPr>
            <p:cNvPr id="277" name="MoonLegend3">
              <a:extLst>
                <a:ext uri="{FF2B5EF4-FFF2-40B4-BE49-F238E27FC236}">
                  <a16:creationId xmlns:a16="http://schemas.microsoft.com/office/drawing/2014/main" id="{940508FC-F253-4B8D-BC7E-AD8A567B0B50}"/>
                </a:ext>
              </a:extLst>
            </p:cNvPr>
            <p:cNvGrpSpPr>
              <a:grpSpLocks noChangeAspect="1"/>
            </p:cNvGrpSpPr>
            <p:nvPr>
              <p:custDataLst>
                <p:tags r:id="rId46"/>
              </p:custDataLst>
            </p:nvPr>
          </p:nvGrpSpPr>
          <p:grpSpPr>
            <a:xfrm>
              <a:off x="7723680" y="2454085"/>
              <a:ext cx="228600" cy="228600"/>
              <a:chOff x="762000" y="1270000"/>
              <a:chExt cx="254000" cy="254000"/>
            </a:xfrm>
          </p:grpSpPr>
          <p:sp>
            <p:nvSpPr>
              <p:cNvPr id="284" name="Oval 283">
                <a:extLst>
                  <a:ext uri="{FF2B5EF4-FFF2-40B4-BE49-F238E27FC236}">
                    <a16:creationId xmlns:a16="http://schemas.microsoft.com/office/drawing/2014/main" id="{36A77EBF-9B80-48EB-9C81-C51292434FED}"/>
                  </a:ext>
                </a:extLst>
              </p:cNvPr>
              <p:cNvSpPr/>
              <p:nvPr>
                <p:custDataLst>
                  <p:tags r:id="rId53"/>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285" name="Arc 284">
                <a:extLst>
                  <a:ext uri="{FF2B5EF4-FFF2-40B4-BE49-F238E27FC236}">
                    <a16:creationId xmlns:a16="http://schemas.microsoft.com/office/drawing/2014/main" id="{BFDE66D2-7911-488C-B9BE-AB2BCE458BA9}"/>
                  </a:ext>
                </a:extLst>
              </p:cNvPr>
              <p:cNvSpPr/>
              <p:nvPr>
                <p:custDataLst>
                  <p:tags r:id="rId54"/>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grpSp>
        <p:grpSp>
          <p:nvGrpSpPr>
            <p:cNvPr id="278" name="MoonLegend4">
              <a:extLst>
                <a:ext uri="{FF2B5EF4-FFF2-40B4-BE49-F238E27FC236}">
                  <a16:creationId xmlns:a16="http://schemas.microsoft.com/office/drawing/2014/main" id="{64998882-DF7E-4A21-8DED-0899ECB1FD05}"/>
                </a:ext>
              </a:extLst>
            </p:cNvPr>
            <p:cNvGrpSpPr>
              <a:grpSpLocks noChangeAspect="1"/>
            </p:cNvGrpSpPr>
            <p:nvPr>
              <p:custDataLst>
                <p:tags r:id="rId47"/>
              </p:custDataLst>
            </p:nvPr>
          </p:nvGrpSpPr>
          <p:grpSpPr>
            <a:xfrm>
              <a:off x="7723680" y="2829900"/>
              <a:ext cx="228600" cy="228600"/>
              <a:chOff x="762000" y="1270000"/>
              <a:chExt cx="254000" cy="254000"/>
            </a:xfrm>
          </p:grpSpPr>
          <p:sp>
            <p:nvSpPr>
              <p:cNvPr id="282" name="Oval 281">
                <a:extLst>
                  <a:ext uri="{FF2B5EF4-FFF2-40B4-BE49-F238E27FC236}">
                    <a16:creationId xmlns:a16="http://schemas.microsoft.com/office/drawing/2014/main" id="{257588C7-9CB8-4473-BF71-0BDC88718D7F}"/>
                  </a:ext>
                </a:extLst>
              </p:cNvPr>
              <p:cNvSpPr/>
              <p:nvPr>
                <p:custDataLst>
                  <p:tags r:id="rId51"/>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283" name="Arc 282">
                <a:extLst>
                  <a:ext uri="{FF2B5EF4-FFF2-40B4-BE49-F238E27FC236}">
                    <a16:creationId xmlns:a16="http://schemas.microsoft.com/office/drawing/2014/main" id="{FD6F0119-19C8-43A7-B267-23D1FA756A22}"/>
                  </a:ext>
                </a:extLst>
              </p:cNvPr>
              <p:cNvSpPr/>
              <p:nvPr>
                <p:custDataLst>
                  <p:tags r:id="rId52"/>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grpSp>
        <p:grpSp>
          <p:nvGrpSpPr>
            <p:cNvPr id="279" name="MoonLegend5">
              <a:extLst>
                <a:ext uri="{FF2B5EF4-FFF2-40B4-BE49-F238E27FC236}">
                  <a16:creationId xmlns:a16="http://schemas.microsoft.com/office/drawing/2014/main" id="{6E3B9E72-84B8-48D5-A838-FC217FCB10B1}"/>
                </a:ext>
              </a:extLst>
            </p:cNvPr>
            <p:cNvGrpSpPr>
              <a:grpSpLocks noChangeAspect="1"/>
            </p:cNvGrpSpPr>
            <p:nvPr>
              <p:custDataLst>
                <p:tags r:id="rId48"/>
              </p:custDataLst>
            </p:nvPr>
          </p:nvGrpSpPr>
          <p:grpSpPr>
            <a:xfrm>
              <a:off x="7723680" y="3205716"/>
              <a:ext cx="228600" cy="228600"/>
              <a:chOff x="762000" y="1270000"/>
              <a:chExt cx="254000" cy="254000"/>
            </a:xfrm>
          </p:grpSpPr>
          <p:sp>
            <p:nvSpPr>
              <p:cNvPr id="280" name="Oval 279">
                <a:extLst>
                  <a:ext uri="{FF2B5EF4-FFF2-40B4-BE49-F238E27FC236}">
                    <a16:creationId xmlns:a16="http://schemas.microsoft.com/office/drawing/2014/main" id="{F3BBE5D5-C0D2-4880-BC75-9A0B5842DF14}"/>
                  </a:ext>
                </a:extLst>
              </p:cNvPr>
              <p:cNvSpPr/>
              <p:nvPr>
                <p:custDataLst>
                  <p:tags r:id="rId49"/>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281" name="Arc 280">
                <a:extLst>
                  <a:ext uri="{FF2B5EF4-FFF2-40B4-BE49-F238E27FC236}">
                    <a16:creationId xmlns:a16="http://schemas.microsoft.com/office/drawing/2014/main" id="{04A9432E-7446-42E0-83A7-1BFA663B9965}"/>
                  </a:ext>
                </a:extLst>
              </p:cNvPr>
              <p:cNvSpPr/>
              <p:nvPr>
                <p:custDataLst>
                  <p:tags r:id="rId50"/>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grpSp>
      </p:grpSp>
      <p:grpSp>
        <p:nvGrpSpPr>
          <p:cNvPr id="290" name="LegendBoxes" hidden="1">
            <a:extLst>
              <a:ext uri="{FF2B5EF4-FFF2-40B4-BE49-F238E27FC236}">
                <a16:creationId xmlns:a16="http://schemas.microsoft.com/office/drawing/2014/main" id="{97B9567B-770B-4B60-AE50-24D3980E0864}"/>
              </a:ext>
            </a:extLst>
          </p:cNvPr>
          <p:cNvGrpSpPr/>
          <p:nvPr userDrawn="1"/>
        </p:nvGrpSpPr>
        <p:grpSpPr>
          <a:xfrm>
            <a:off x="10816400" y="4520490"/>
            <a:ext cx="922463" cy="1717282"/>
            <a:chOff x="10652400" y="4322824"/>
            <a:chExt cx="922463" cy="1717282"/>
          </a:xfrm>
        </p:grpSpPr>
        <p:sp>
          <p:nvSpPr>
            <p:cNvPr id="291" name="RectangleLegend1">
              <a:extLst>
                <a:ext uri="{FF2B5EF4-FFF2-40B4-BE49-F238E27FC236}">
                  <a16:creationId xmlns:a16="http://schemas.microsoft.com/office/drawing/2014/main" id="{49F63E12-3620-46D8-88E5-DFB19657E8C4}"/>
                </a:ext>
              </a:extLst>
            </p:cNvPr>
            <p:cNvSpPr/>
            <p:nvPr/>
          </p:nvSpPr>
          <p:spPr>
            <a:xfrm>
              <a:off x="10652400" y="4344182"/>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a:solidFill>
                  <a:schemeClr val="tx1"/>
                </a:solidFill>
              </a:endParaRPr>
            </a:p>
          </p:txBody>
        </p:sp>
        <p:sp>
          <p:nvSpPr>
            <p:cNvPr id="292" name="RectangleLegend2">
              <a:extLst>
                <a:ext uri="{FF2B5EF4-FFF2-40B4-BE49-F238E27FC236}">
                  <a16:creationId xmlns:a16="http://schemas.microsoft.com/office/drawing/2014/main" id="{D4B2A536-7402-41EB-B1FF-446F94D0B8B1}"/>
                </a:ext>
              </a:extLst>
            </p:cNvPr>
            <p:cNvSpPr/>
            <p:nvPr/>
          </p:nvSpPr>
          <p:spPr>
            <a:xfrm>
              <a:off x="10652400" y="4723680"/>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a:solidFill>
                  <a:schemeClr val="tx1"/>
                </a:solidFill>
              </a:endParaRPr>
            </a:p>
          </p:txBody>
        </p:sp>
        <p:sp>
          <p:nvSpPr>
            <p:cNvPr id="293" name="RectangleLegend3">
              <a:extLst>
                <a:ext uri="{FF2B5EF4-FFF2-40B4-BE49-F238E27FC236}">
                  <a16:creationId xmlns:a16="http://schemas.microsoft.com/office/drawing/2014/main" id="{35CBB24D-FD75-40AB-B5E6-D0FEC21FC45A}"/>
                </a:ext>
              </a:extLst>
            </p:cNvPr>
            <p:cNvSpPr/>
            <p:nvPr/>
          </p:nvSpPr>
          <p:spPr>
            <a:xfrm>
              <a:off x="10652400" y="5097276"/>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a:solidFill>
                  <a:schemeClr val="tx1"/>
                </a:solidFill>
              </a:endParaRPr>
            </a:p>
          </p:txBody>
        </p:sp>
        <p:sp>
          <p:nvSpPr>
            <p:cNvPr id="294" name="RectangleLegend4">
              <a:extLst>
                <a:ext uri="{FF2B5EF4-FFF2-40B4-BE49-F238E27FC236}">
                  <a16:creationId xmlns:a16="http://schemas.microsoft.com/office/drawing/2014/main" id="{9CBD331F-ABF4-4786-A2B9-223FB1A847DC}"/>
                </a:ext>
              </a:extLst>
            </p:cNvPr>
            <p:cNvSpPr/>
            <p:nvPr/>
          </p:nvSpPr>
          <p:spPr>
            <a:xfrm>
              <a:off x="10652400" y="5470872"/>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a:solidFill>
                  <a:schemeClr val="tx1"/>
                </a:solidFill>
              </a:endParaRPr>
            </a:p>
          </p:txBody>
        </p:sp>
        <p:sp>
          <p:nvSpPr>
            <p:cNvPr id="295" name="RectangleLegend5">
              <a:extLst>
                <a:ext uri="{FF2B5EF4-FFF2-40B4-BE49-F238E27FC236}">
                  <a16:creationId xmlns:a16="http://schemas.microsoft.com/office/drawing/2014/main" id="{80EAE886-363D-4DFF-B1DF-24B87D2C95D5}"/>
                </a:ext>
              </a:extLst>
            </p:cNvPr>
            <p:cNvSpPr/>
            <p:nvPr/>
          </p:nvSpPr>
          <p:spPr>
            <a:xfrm>
              <a:off x="10652400" y="5844468"/>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a:solidFill>
                  <a:schemeClr val="tx1"/>
                </a:solidFill>
              </a:endParaRPr>
            </a:p>
          </p:txBody>
        </p:sp>
        <p:sp>
          <p:nvSpPr>
            <p:cNvPr id="296" name="Legend1">
              <a:extLst>
                <a:ext uri="{FF2B5EF4-FFF2-40B4-BE49-F238E27FC236}">
                  <a16:creationId xmlns:a16="http://schemas.microsoft.com/office/drawing/2014/main" id="{DA980073-D23F-4D6D-A347-FFAEBB9382AD}"/>
                </a:ext>
              </a:extLst>
            </p:cNvPr>
            <p:cNvSpPr txBox="1"/>
            <p:nvPr/>
          </p:nvSpPr>
          <p:spPr>
            <a:xfrm>
              <a:off x="10978546" y="4322824"/>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sp>
          <p:nvSpPr>
            <p:cNvPr id="297" name="Legend2">
              <a:extLst>
                <a:ext uri="{FF2B5EF4-FFF2-40B4-BE49-F238E27FC236}">
                  <a16:creationId xmlns:a16="http://schemas.microsoft.com/office/drawing/2014/main" id="{B0A53BD6-596E-4E0E-A4AF-FC1ECC42FE20}"/>
                </a:ext>
              </a:extLst>
            </p:cNvPr>
            <p:cNvSpPr txBox="1"/>
            <p:nvPr/>
          </p:nvSpPr>
          <p:spPr>
            <a:xfrm>
              <a:off x="10978546" y="4702322"/>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sp>
          <p:nvSpPr>
            <p:cNvPr id="298" name="Legend3">
              <a:extLst>
                <a:ext uri="{FF2B5EF4-FFF2-40B4-BE49-F238E27FC236}">
                  <a16:creationId xmlns:a16="http://schemas.microsoft.com/office/drawing/2014/main" id="{50D8894F-D2C5-4C93-A202-58EC0E6802FB}"/>
                </a:ext>
              </a:extLst>
            </p:cNvPr>
            <p:cNvSpPr txBox="1"/>
            <p:nvPr/>
          </p:nvSpPr>
          <p:spPr>
            <a:xfrm>
              <a:off x="10978546" y="5081820"/>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sp>
          <p:nvSpPr>
            <p:cNvPr id="299" name="Legend4">
              <a:extLst>
                <a:ext uri="{FF2B5EF4-FFF2-40B4-BE49-F238E27FC236}">
                  <a16:creationId xmlns:a16="http://schemas.microsoft.com/office/drawing/2014/main" id="{512BA2B7-ED41-4F8C-893D-275F6B1A1928}"/>
                </a:ext>
              </a:extLst>
            </p:cNvPr>
            <p:cNvSpPr txBox="1"/>
            <p:nvPr/>
          </p:nvSpPr>
          <p:spPr>
            <a:xfrm>
              <a:off x="10978546" y="5453241"/>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sp>
          <p:nvSpPr>
            <p:cNvPr id="300" name="Legend5">
              <a:extLst>
                <a:ext uri="{FF2B5EF4-FFF2-40B4-BE49-F238E27FC236}">
                  <a16:creationId xmlns:a16="http://schemas.microsoft.com/office/drawing/2014/main" id="{3D81F889-99BE-4949-9D25-057561CB0D03}"/>
                </a:ext>
              </a:extLst>
            </p:cNvPr>
            <p:cNvSpPr txBox="1"/>
            <p:nvPr/>
          </p:nvSpPr>
          <p:spPr>
            <a:xfrm>
              <a:off x="10978545" y="5824662"/>
              <a:ext cx="596317" cy="215444"/>
            </a:xfrm>
            <a:prstGeom prst="rect">
              <a:avLst/>
            </a:prstGeom>
            <a:noFill/>
            <a:ln>
              <a:noFill/>
              <a:miter lim="800000"/>
            </a:ln>
          </p:spPr>
          <p:txBody>
            <a:bodyPr wrap="none" lIns="0" tIns="0" rIns="0" bIns="0" rtlCol="0" anchor="ctr" anchorCtr="0">
              <a:spAutoFit/>
            </a:bodyPr>
            <a:lstStyle/>
            <a:p>
              <a:pPr>
                <a:spcAft>
                  <a:spcPts val="600"/>
                </a:spcAft>
              </a:pPr>
              <a:r>
                <a:rPr lang="en-US" sz="1400"/>
                <a:t>Legend</a:t>
              </a:r>
            </a:p>
          </p:txBody>
        </p:sp>
      </p:grpSp>
      <p:sp>
        <p:nvSpPr>
          <p:cNvPr id="162" name="ACET" hidden="1">
            <a:extLst>
              <a:ext uri="{FF2B5EF4-FFF2-40B4-BE49-F238E27FC236}">
                <a16:creationId xmlns:a16="http://schemas.microsoft.com/office/drawing/2014/main" id="{2E214F73-826A-4340-9F16-020B146DA1A4}"/>
              </a:ext>
            </a:extLst>
          </p:cNvPr>
          <p:cNvSpPr txBox="1"/>
          <p:nvPr userDrawn="1">
            <p:custDataLst>
              <p:tags r:id="rId43"/>
            </p:custDataLst>
          </p:nvPr>
        </p:nvSpPr>
        <p:spPr>
          <a:xfrm>
            <a:off x="5987738" y="2170800"/>
            <a:ext cx="3049253" cy="661720"/>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lvl="0" indent="0">
              <a:lnSpc>
                <a:spcPct val="100000"/>
              </a:lnSpc>
              <a:spcBef>
                <a:spcPts val="0"/>
              </a:spcBef>
              <a:spcAft>
                <a:spcPts val="600"/>
              </a:spcAft>
              <a:buFont typeface="Segoe UI" panose="020B0502040204020203" pitchFamily="34" charset="0"/>
              <a:buChar char="​"/>
              <a:defRPr sz="1600" b="1">
                <a:cs typeface="Arial" panose="020B0604020202020204" pitchFamily="34" charset="0"/>
              </a:defRPr>
            </a:lvl1pPr>
            <a:lvl2pPr marL="228600" lvl="1" indent="-225425">
              <a:lnSpc>
                <a:spcPct val="100000"/>
              </a:lnSpc>
              <a:spcBef>
                <a:spcPts val="0"/>
              </a:spcBef>
              <a:spcAft>
                <a:spcPts val="300"/>
              </a:spcAft>
              <a:buSzPct val="110000"/>
              <a:buFont typeface="Wingdings" panose="05000000000000000000" pitchFamily="2" charset="2"/>
              <a:buChar char=""/>
              <a:defRPr sz="1600"/>
            </a:lvl2pPr>
            <a:lvl3pPr marL="442913" lvl="2" indent="-214313">
              <a:lnSpc>
                <a:spcPct val="100000"/>
              </a:lnSpc>
              <a:spcBef>
                <a:spcPts val="0"/>
              </a:spcBef>
              <a:spcAft>
                <a:spcPts val="300"/>
              </a:spcAft>
              <a:buSzPct val="110000"/>
              <a:buFont typeface="Arial" panose="020B0604020202020204" pitchFamily="34" charset="0"/>
              <a:buChar char="‒"/>
              <a:defRPr sz="1600"/>
            </a:lvl3pPr>
            <a:lvl4pPr marL="598488" lvl="3" indent="-152400">
              <a:lnSpc>
                <a:spcPct val="100000"/>
              </a:lnSpc>
              <a:spcBef>
                <a:spcPts val="0"/>
              </a:spcBef>
              <a:spcAft>
                <a:spcPts val="300"/>
              </a:spcAft>
              <a:buFont typeface="Arial" panose="020B0604020202020204" pitchFamily="34" charset="0"/>
              <a:buChar char="•"/>
              <a:defRPr sz="1600"/>
            </a:lvl4pPr>
            <a:lvl5pPr marL="817563" lvl="4" indent="-147638">
              <a:lnSpc>
                <a:spcPct val="100000"/>
              </a:lnSpc>
              <a:spcBef>
                <a:spcPts val="0"/>
              </a:spcBef>
              <a:spcAft>
                <a:spcPts val="300"/>
              </a:spcAft>
              <a:buSzPct val="100000"/>
              <a:buFont typeface="Arial" panose="020B0604020202020204" pitchFamily="34" charset="0"/>
              <a:buChar char="̶"/>
              <a:defRPr sz="160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sz="2000" baseline="0"/>
              <a:t>Above Chart Exhibit Title</a:t>
            </a:r>
          </a:p>
          <a:p>
            <a:pPr lvl="0"/>
            <a:r>
              <a:rPr lang="en-US" sz="1800" b="0" baseline="0"/>
              <a:t>Unit of Measure</a:t>
            </a:r>
          </a:p>
        </p:txBody>
      </p:sp>
      <p:sp>
        <p:nvSpPr>
          <p:cNvPr id="163" name="Text Placeholder 3">
            <a:extLst>
              <a:ext uri="{FF2B5EF4-FFF2-40B4-BE49-F238E27FC236}">
                <a16:creationId xmlns:a16="http://schemas.microsoft.com/office/drawing/2014/main" id="{274D92DC-B598-4079-977D-E22A59B5F74F}"/>
              </a:ext>
            </a:extLst>
          </p:cNvPr>
          <p:cNvSpPr>
            <a:spLocks noGrp="1"/>
          </p:cNvSpPr>
          <p:nvPr>
            <p:ph type="body" idx="1"/>
          </p:nvPr>
        </p:nvSpPr>
        <p:spPr>
          <a:xfrm>
            <a:off x="756745" y="2170800"/>
            <a:ext cx="3044209" cy="1692771"/>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64" name="Sticker" hidden="1">
            <a:extLst>
              <a:ext uri="{FF2B5EF4-FFF2-40B4-BE49-F238E27FC236}">
                <a16:creationId xmlns:a16="http://schemas.microsoft.com/office/drawing/2014/main" id="{2765DAC3-3E47-4FBD-9A68-D255A975E486}"/>
              </a:ext>
            </a:extLst>
          </p:cNvPr>
          <p:cNvSpPr txBox="1"/>
          <p:nvPr userDrawn="1"/>
        </p:nvSpPr>
        <p:spPr>
          <a:xfrm>
            <a:off x="756745" y="1269531"/>
            <a:ext cx="270908" cy="123111"/>
          </a:xfrm>
          <a:prstGeom prst="rect">
            <a:avLst/>
          </a:prstGeom>
          <a:noFill/>
          <a:ln w="6350">
            <a:noFill/>
            <a:miter lim="800000"/>
          </a:ln>
        </p:spPr>
        <p:txBody>
          <a:bodyPr vert="horz" wrap="none" lIns="0" tIns="0" rIns="0" bIns="0" rtlCol="0">
            <a:spAutoFit/>
          </a:bodyPr>
          <a:lstStyle>
            <a:defPPr>
              <a:defRPr lang="en-US"/>
            </a:defPPr>
            <a:lvl1pPr>
              <a:spcBef>
                <a:spcPts val="300"/>
              </a:spcBef>
              <a:spcAft>
                <a:spcPts val="300"/>
              </a:spcAft>
              <a:buNone/>
              <a:defRPr sz="800" b="1" cap="all" baseline="0"/>
            </a:lvl1pPr>
          </a:lstStyle>
          <a:p>
            <a:pPr lvl="0"/>
            <a:r>
              <a:rPr lang="en-US"/>
              <a:t>STICKER</a:t>
            </a:r>
          </a:p>
        </p:txBody>
      </p:sp>
      <p:sp>
        <p:nvSpPr>
          <p:cNvPr id="170" name="Date Placeholder 3">
            <a:extLst>
              <a:ext uri="{FF2B5EF4-FFF2-40B4-BE49-F238E27FC236}">
                <a16:creationId xmlns:a16="http://schemas.microsoft.com/office/drawing/2014/main" id="{B4C072A2-8CE8-4EEC-962A-983EE02D76EB}"/>
              </a:ext>
            </a:extLst>
          </p:cNvPr>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ea typeface="+mn-ea"/>
                <a:cs typeface="+mn-cs"/>
                <a:sym typeface="Trebuchet MS" panose="020B0603020202020204" pitchFamily="34" charset="0"/>
              </a:defRPr>
            </a:lvl1pPr>
          </a:lstStyle>
          <a:p>
            <a:endParaRPr lang="en-US"/>
          </a:p>
        </p:txBody>
      </p:sp>
      <p:sp>
        <p:nvSpPr>
          <p:cNvPr id="171" name="TextBox 170">
            <a:extLst>
              <a:ext uri="{FF2B5EF4-FFF2-40B4-BE49-F238E27FC236}">
                <a16:creationId xmlns:a16="http://schemas.microsoft.com/office/drawing/2014/main" id="{775E5E07-2A1D-4E7C-8AB9-489AD63C2DDE}"/>
              </a:ext>
            </a:extLst>
          </p:cNvPr>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a:solidFill>
                <a:schemeClr val="bg1">
                  <a:lumMod val="50000"/>
                </a:schemeClr>
              </a:solidFill>
              <a:latin typeface="+mn-lt"/>
              <a:ea typeface="+mn-ea"/>
              <a:cs typeface="+mn-cs"/>
              <a:sym typeface="Trebuchet MS" panose="020B0603020202020204" pitchFamily="34" charset="0"/>
            </a:endParaRPr>
          </a:p>
        </p:txBody>
      </p:sp>
      <p:sp>
        <p:nvSpPr>
          <p:cNvPr id="172" name="TextBox 171">
            <a:extLst>
              <a:ext uri="{FF2B5EF4-FFF2-40B4-BE49-F238E27FC236}">
                <a16:creationId xmlns:a16="http://schemas.microsoft.com/office/drawing/2014/main" id="{E3F90670-0C04-4421-946C-65235C174523}"/>
              </a:ext>
            </a:extLst>
          </p:cNvPr>
          <p:cNvSpPr txBox="1"/>
          <p:nvPr userDrawn="1"/>
        </p:nvSpPr>
        <p:spPr>
          <a:xfrm>
            <a:off x="7501003" y="6594281"/>
            <a:ext cx="4064000" cy="203133"/>
          </a:xfrm>
          <a:prstGeom prst="rect">
            <a:avLst/>
          </a:prstGeom>
        </p:spPr>
        <p:txBody>
          <a:bodyPr vert="horz" lIns="0" tIns="0" rIns="0" bIns="0" rtlCol="0">
            <a:spAutoFit/>
          </a:bodyPr>
          <a:lstStyle>
            <a:lvl1pPr lvl="0" indent="0">
              <a:lnSpc>
                <a:spcPct val="110000"/>
              </a:lnSpc>
              <a:spcBef>
                <a:spcPts val="600"/>
              </a:spcBef>
              <a:spcAft>
                <a:spcPts val="300"/>
              </a:spcAft>
              <a:buFont typeface="Arial" panose="020B0604020202020204" pitchFamily="34" charset="0"/>
              <a:buChar char="​"/>
              <a:defRPr lang="en-US" sz="1600">
                <a:solidFill>
                  <a:schemeClr val="tx1"/>
                </a:solidFill>
                <a:sym typeface="Trebuchet MS" panose="020B0603020202020204" pitchFamily="34" charset="0"/>
              </a:defRPr>
            </a:lvl1pPr>
            <a:lvl2pPr marL="284400" lvl="1" indent="-172800">
              <a:lnSpc>
                <a:spcPct val="90000"/>
              </a:lnSpc>
              <a:spcBef>
                <a:spcPts val="0"/>
              </a:spcBef>
              <a:spcAft>
                <a:spcPts val="300"/>
              </a:spcAft>
              <a:buClr>
                <a:schemeClr val="tx2"/>
              </a:buClr>
              <a:buFont typeface="Arial" panose="020B0604020202020204" pitchFamily="34" charset="0"/>
              <a:buChar char="•"/>
              <a:defRPr lang="en-US" sz="1600">
                <a:solidFill>
                  <a:schemeClr val="tx1"/>
                </a:solidFill>
                <a:sym typeface="Trebuchet MS" panose="020B0603020202020204" pitchFamily="34" charset="0"/>
              </a:defRPr>
            </a:lvl2pPr>
            <a:lvl3pPr marL="511200" lvl="2" indent="-165600">
              <a:lnSpc>
                <a:spcPct val="90000"/>
              </a:lnSpc>
              <a:spcBef>
                <a:spcPts val="0"/>
              </a:spcBef>
              <a:spcAft>
                <a:spcPts val="300"/>
              </a:spcAft>
              <a:buClr>
                <a:schemeClr val="tx2"/>
              </a:buClr>
              <a:buFont typeface="Trebuchet MS" panose="020B0603020202020204" pitchFamily="34" charset="0"/>
              <a:buChar char="–"/>
              <a:defRPr lang="en-US" sz="1600">
                <a:solidFill>
                  <a:schemeClr val="tx1"/>
                </a:solidFill>
                <a:sym typeface="Trebuchet MS" panose="020B0603020202020204" pitchFamily="34" charset="0"/>
              </a:defRPr>
            </a:lvl3pPr>
            <a:lvl4pPr marL="0" lvl="3" indent="0">
              <a:lnSpc>
                <a:spcPct val="110000"/>
              </a:lnSpc>
              <a:spcBef>
                <a:spcPts val="300"/>
              </a:spcBef>
              <a:spcAft>
                <a:spcPts val="300"/>
              </a:spcAft>
              <a:buClr>
                <a:schemeClr val="tx2"/>
              </a:buClr>
              <a:buFont typeface="Arial" panose="020B0604020202020204" pitchFamily="34" charset="0"/>
              <a:buChar char="​"/>
              <a:defRPr lang="en-US" sz="2000">
                <a:solidFill>
                  <a:schemeClr val="tx2"/>
                </a:solidFill>
                <a:sym typeface="Trebuchet MS" panose="020B0603020202020204" pitchFamily="34" charset="0"/>
              </a:defRPr>
            </a:lvl4pPr>
            <a:lvl5pPr marL="0" lvl="4" indent="0">
              <a:lnSpc>
                <a:spcPct val="100000"/>
              </a:lnSpc>
              <a:spcBef>
                <a:spcPts val="0"/>
              </a:spcBef>
              <a:spcAft>
                <a:spcPts val="300"/>
              </a:spcAft>
              <a:buClrTx/>
              <a:buFont typeface="Arial" panose="020B0604020202020204" pitchFamily="34" charset="0"/>
              <a:buChar char="​"/>
              <a:defRPr lang="en-US" sz="2000" b="1" smtClean="0">
                <a:solidFill>
                  <a:schemeClr val="tx1"/>
                </a:solidFill>
                <a:sym typeface="Trebuchet MS" panose="020B0603020202020204" pitchFamily="34" charset="0"/>
              </a:defRPr>
            </a:lvl5pPr>
            <a:lvl6pPr marL="269875" lvl="5" indent="-152400">
              <a:lnSpc>
                <a:spcPct val="90000"/>
              </a:lnSpc>
              <a:spcBef>
                <a:spcPts val="0"/>
              </a:spcBef>
              <a:spcAft>
                <a:spcPts val="600"/>
              </a:spcAft>
              <a:buClr>
                <a:schemeClr val="tx2"/>
              </a:buClr>
              <a:buFont typeface="Arial" panose="020B0604020202020204" pitchFamily="34" charset="0"/>
              <a:buChar char="•"/>
              <a:defRPr lang="en-US" sz="2000" smtClean="0">
                <a:solidFill>
                  <a:schemeClr val="tx1"/>
                </a:solidFill>
                <a:sym typeface="Trebuchet MS" panose="020B0603020202020204" pitchFamily="34" charset="0"/>
              </a:defRPr>
            </a:lvl6pPr>
            <a:lvl7pPr marL="0" lvl="6" indent="0">
              <a:lnSpc>
                <a:spcPct val="90000"/>
              </a:lnSpc>
              <a:spcBef>
                <a:spcPts val="900"/>
              </a:spcBef>
              <a:spcAft>
                <a:spcPts val="900"/>
              </a:spcAft>
              <a:buFont typeface="Arial" panose="020B0604020202020204" pitchFamily="34" charset="0"/>
              <a:buChar char="​"/>
              <a:defRPr lang="en-US" sz="5400" baseline="0" smtClean="0">
                <a:solidFill>
                  <a:schemeClr val="tx1"/>
                </a:solidFill>
                <a:sym typeface="Trebuchet MS" panose="020B0603020202020204" pitchFamily="34" charset="0"/>
              </a:defRPr>
            </a:lvl7pPr>
            <a:lvl8pPr marL="0" lvl="7" indent="0">
              <a:lnSpc>
                <a:spcPct val="90000"/>
              </a:lnSpc>
              <a:spcBef>
                <a:spcPts val="900"/>
              </a:spcBef>
              <a:spcAft>
                <a:spcPts val="0"/>
              </a:spcAft>
              <a:buFont typeface="Arial" panose="020B0604020202020204" pitchFamily="34" charset="0"/>
              <a:buChar char="​"/>
              <a:defRPr lang="en-US" sz="6600" baseline="0" smtClean="0">
                <a:solidFill>
                  <a:schemeClr val="tx2"/>
                </a:solidFill>
                <a:sym typeface="Trebuchet MS" panose="020B0603020202020204" pitchFamily="34" charset="0"/>
              </a:defRPr>
            </a:lvl8pPr>
            <a:lvl9pPr marL="0" lvl="8" indent="0">
              <a:lnSpc>
                <a:spcPct val="100000"/>
              </a:lnSpc>
              <a:spcBef>
                <a:spcPts val="0"/>
              </a:spcBef>
              <a:spcAft>
                <a:spcPts val="900"/>
              </a:spcAft>
              <a:buFont typeface="Arial" panose="020B0604020202020204" pitchFamily="34" charset="0"/>
              <a:buChar char="​"/>
              <a:defRPr lang="en-US" sz="3200" baseline="0" dirty="0">
                <a:solidFill>
                  <a:schemeClr val="tx2"/>
                </a:solidFill>
                <a:sym typeface="Trebuchet MS" panose="020B0603020202020204" pitchFamily="34" charset="0"/>
              </a:defRPr>
            </a:lvl9pPr>
          </a:lstStyle>
          <a:p>
            <a:pPr algn="r">
              <a:buNone/>
            </a:pPr>
            <a:r>
              <a:rPr lang="en-US" sz="1200" b="1">
                <a:solidFill>
                  <a:schemeClr val="tx1"/>
                </a:solidFill>
              </a:rPr>
              <a:t>CONFIDENTIAL – NOT TO BE DISTRIBUTED </a:t>
            </a:r>
          </a:p>
        </p:txBody>
      </p:sp>
    </p:spTree>
    <p:extLst>
      <p:ext uri="{BB962C8B-B14F-4D97-AF65-F5344CB8AC3E}">
        <p14:creationId xmlns:p14="http://schemas.microsoft.com/office/powerpoint/2010/main" val="2231776155"/>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8" r:id="rId12"/>
    <p:sldLayoutId id="2147483719" r:id="rId13"/>
    <p:sldLayoutId id="2147483720" r:id="rId14"/>
    <p:sldLayoutId id="2147483721" r:id="rId15"/>
    <p:sldLayoutId id="2147483722" r:id="rId16"/>
    <p:sldLayoutId id="2147483723" r:id="rId17"/>
    <p:sldLayoutId id="2147483724" r:id="rId18"/>
    <p:sldLayoutId id="2147483725" r:id="rId19"/>
    <p:sldLayoutId id="2147483726" r:id="rId20"/>
    <p:sldLayoutId id="2147483727" r:id="rId21"/>
    <p:sldLayoutId id="2147483728" r:id="rId22"/>
    <p:sldLayoutId id="2147483729" r:id="rId23"/>
    <p:sldLayoutId id="2147483730" r:id="rId24"/>
    <p:sldLayoutId id="2147483731" r:id="rId25"/>
    <p:sldLayoutId id="2147483732" r:id="rId26"/>
    <p:sldLayoutId id="2147483733" r:id="rId27"/>
    <p:sldLayoutId id="2147483734" r:id="rId28"/>
    <p:sldLayoutId id="2147483735" r:id="rId29"/>
    <p:sldLayoutId id="2147483736" r:id="rId30"/>
    <p:sldLayoutId id="2147483737" r:id="rId31"/>
    <p:sldLayoutId id="2147483738" r:id="rId32"/>
    <p:sldLayoutId id="2147483739" r:id="rId33"/>
    <p:sldLayoutId id="2147483740" r:id="rId34"/>
    <p:sldLayoutId id="2147483741" r:id="rId35"/>
    <p:sldLayoutId id="2147483742" r:id="rId36"/>
    <p:sldLayoutId id="2147483743" r:id="rId37"/>
  </p:sldLayoutIdLst>
  <p:txStyles>
    <p:titleStyle>
      <a:lvl1pPr algn="l" defTabSz="914400" rtl="0" eaLnBrk="1" latinLnBrk="0" hangingPunct="1">
        <a:lnSpc>
          <a:spcPct val="100000"/>
        </a:lnSpc>
        <a:spcBef>
          <a:spcPct val="0"/>
        </a:spcBef>
        <a:buNone/>
        <a:defRPr lang="en-US" sz="4000" b="1" kern="1200" spc="0" baseline="0" dirty="0">
          <a:ln w="6350" cap="flat">
            <a:noFill/>
            <a:miter lim="800000"/>
          </a:ln>
          <a:solidFill>
            <a:schemeClr val="tx1"/>
          </a:solidFill>
          <a:latin typeface="Sakkal Majalla" panose="02000000000000000000" pitchFamily="2" charset="-78"/>
          <a:ea typeface="+mj-ea"/>
          <a:cs typeface="Sakkal Majalla" panose="02000000000000000000" pitchFamily="2" charset="-78"/>
        </a:defRPr>
      </a:lvl1pPr>
    </p:titleStyle>
    <p:bodyStyle>
      <a:lvl1pPr marL="0" indent="0" algn="l" defTabSz="914400" rtl="0" eaLnBrk="1" latinLnBrk="0" hangingPunct="1">
        <a:lnSpc>
          <a:spcPct val="100000"/>
        </a:lnSpc>
        <a:spcBef>
          <a:spcPts val="300"/>
        </a:spcBef>
        <a:spcAft>
          <a:spcPts val="300"/>
        </a:spcAft>
        <a:buClr>
          <a:schemeClr val="tx1"/>
        </a:buClr>
        <a:buSzPct val="100000"/>
        <a:buFont typeface="Segoe UI" panose="020B0502040204020203" pitchFamily="34" charset="0"/>
        <a:buChar char="​"/>
        <a:defRPr lang="en-US" sz="2000" kern="1200" baseline="0" dirty="0">
          <a:solidFill>
            <a:schemeClr val="tx1"/>
          </a:solidFill>
          <a:latin typeface="Sakkal Majalla" panose="02000000000000000000" pitchFamily="2" charset="-78"/>
          <a:ea typeface="+mn-ea"/>
          <a:cs typeface="Sakkal Majalla" panose="02000000000000000000" pitchFamily="2" charset="-78"/>
        </a:defRPr>
      </a:lvl1pPr>
      <a:lvl2pPr marL="228600" indent="-228600" algn="l" defTabSz="914400" rtl="0" eaLnBrk="1" latinLnBrk="0" hangingPunct="1">
        <a:lnSpc>
          <a:spcPct val="100000"/>
        </a:lnSpc>
        <a:spcBef>
          <a:spcPts val="0"/>
        </a:spcBef>
        <a:spcAft>
          <a:spcPts val="300"/>
        </a:spcAft>
        <a:buClr>
          <a:schemeClr val="tx1"/>
        </a:buClr>
        <a:buSzPct val="110000"/>
        <a:buFont typeface="Wingdings" panose="05000000000000000000" pitchFamily="2" charset="2"/>
        <a:buChar char=""/>
        <a:defRPr lang="en-US" sz="2000" kern="1200" baseline="0" dirty="0">
          <a:solidFill>
            <a:schemeClr val="tx1"/>
          </a:solidFill>
          <a:latin typeface="Sakkal Majalla" panose="02000000000000000000" pitchFamily="2" charset="-78"/>
          <a:ea typeface="+mn-ea"/>
          <a:cs typeface="Sakkal Majalla" panose="02000000000000000000" pitchFamily="2" charset="-78"/>
        </a:defRPr>
      </a:lvl2pPr>
      <a:lvl3pPr marL="438912" indent="-210312" algn="l" defTabSz="914400" rtl="0" eaLnBrk="1" latinLnBrk="0" hangingPunct="1">
        <a:lnSpc>
          <a:spcPct val="100000"/>
        </a:lnSpc>
        <a:spcBef>
          <a:spcPts val="0"/>
        </a:spcBef>
        <a:spcAft>
          <a:spcPts val="300"/>
        </a:spcAft>
        <a:buClr>
          <a:schemeClr val="tx1"/>
        </a:buClr>
        <a:buSzPct val="110000"/>
        <a:buFont typeface="Arial" panose="020B0604020202020204" pitchFamily="34" charset="0"/>
        <a:buChar char="‒"/>
        <a:defRPr lang="en-US" sz="2000" kern="1200" baseline="0" dirty="0">
          <a:solidFill>
            <a:schemeClr val="tx1"/>
          </a:solidFill>
          <a:latin typeface="Sakkal Majalla" panose="02000000000000000000" pitchFamily="2" charset="-78"/>
          <a:ea typeface="+mn-ea"/>
          <a:cs typeface="Sakkal Majalla" panose="02000000000000000000" pitchFamily="2" charset="-78"/>
        </a:defRPr>
      </a:lvl3pPr>
      <a:lvl4pPr marL="594360" indent="-155448"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2000" kern="1200" baseline="0" dirty="0">
          <a:solidFill>
            <a:schemeClr val="tx1"/>
          </a:solidFill>
          <a:latin typeface="Sakkal Majalla" panose="02000000000000000000" pitchFamily="2" charset="-78"/>
          <a:ea typeface="+mn-ea"/>
          <a:cs typeface="Sakkal Majalla" panose="02000000000000000000" pitchFamily="2" charset="-78"/>
        </a:defRPr>
      </a:lvl4pPr>
      <a:lvl5pPr marL="813816" indent="-146304"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2000" kern="1200" baseline="0" dirty="0">
          <a:solidFill>
            <a:schemeClr val="tx1"/>
          </a:solidFill>
          <a:latin typeface="Sakkal Majalla" panose="02000000000000000000" pitchFamily="2" charset="-78"/>
          <a:ea typeface="+mn-ea"/>
          <a:cs typeface="Sakkal Majalla" panose="02000000000000000000" pitchFamily="2" charset="-78"/>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3">
          <p15:clr>
            <a:srgbClr val="5ACBF0"/>
          </p15:clr>
        </p15:guide>
        <p15:guide id="3" orient="horz" pos="3912">
          <p15:clr>
            <a:srgbClr val="5ACBF0"/>
          </p15:clr>
        </p15:guide>
        <p15:guide id="4" orient="horz" pos="1090">
          <p15:clr>
            <a:srgbClr val="F26B43"/>
          </p15:clr>
        </p15:guide>
        <p15:guide id="5" pos="7329">
          <p15:clr>
            <a:srgbClr val="F26B43"/>
          </p15:clr>
        </p15:guide>
        <p15:guide id="6" pos="475">
          <p15:clr>
            <a:srgbClr val="F26B43"/>
          </p15:clr>
        </p15:guide>
        <p15:guide id="8" orient="horz" pos="402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31E2AA7C-20FB-10AD-8633-E03029F1AC36}"/>
              </a:ext>
            </a:extLst>
          </p:cNvPr>
          <p:cNvGraphicFramePr>
            <a:graphicFrameLocks noChangeAspect="1"/>
          </p:cNvGraphicFramePr>
          <p:nvPr userDrawn="1">
            <p:custDataLst>
              <p:tags r:id="rId3"/>
            </p:custDataLst>
            <p:extLst>
              <p:ext uri="{D42A27DB-BD31-4B8C-83A1-F6EECF244321}">
                <p14:modId xmlns:p14="http://schemas.microsoft.com/office/powerpoint/2010/main" val="79042271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04" imgH="405" progId="TCLayout.ActiveDocument.1">
                  <p:embed/>
                </p:oleObj>
              </mc:Choice>
              <mc:Fallback>
                <p:oleObj name="think-cell Slide" r:id="rId4" imgW="404" imgH="405" progId="TCLayout.ActiveDocument.1">
                  <p:embed/>
                  <p:pic>
                    <p:nvPicPr>
                      <p:cNvPr id="3" name="think-cell data - do not delete" hidden="1">
                        <a:extLst>
                          <a:ext uri="{FF2B5EF4-FFF2-40B4-BE49-F238E27FC236}">
                            <a16:creationId xmlns:a16="http://schemas.microsoft.com/office/drawing/2014/main" id="{31E2AA7C-20FB-10AD-8633-E03029F1AC3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7" name="Slide Number Placeholder 5">
            <a:extLst>
              <a:ext uri="{FF2B5EF4-FFF2-40B4-BE49-F238E27FC236}">
                <a16:creationId xmlns:a16="http://schemas.microsoft.com/office/drawing/2014/main" id="{0D146188-7BB0-BF93-D674-306C6D803EFB}"/>
              </a:ext>
            </a:extLst>
          </p:cNvPr>
          <p:cNvSpPr txBox="1">
            <a:spLocks/>
          </p:cNvSpPr>
          <p:nvPr userDrawn="1"/>
        </p:nvSpPr>
        <p:spPr>
          <a:xfrm>
            <a:off x="10609580" y="6391567"/>
            <a:ext cx="1315085"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100" normalizeH="0" baseline="0" noProof="0">
                <a:ln>
                  <a:noFill/>
                </a:ln>
                <a:solidFill>
                  <a:prstClr val="white">
                    <a:lumMod val="85000"/>
                  </a:prstClr>
                </a:solidFill>
                <a:effectLst/>
                <a:uLnTx/>
                <a:uFillTx/>
                <a:latin typeface="Alexandria Light" pitchFamily="2" charset="-78"/>
                <a:ea typeface="+mn-ea"/>
                <a:cs typeface="Alexandria Light" pitchFamily="2" charset="-78"/>
              </a:rPr>
              <a:t>Page</a:t>
            </a:r>
            <a:r>
              <a:rPr kumimoji="0" lang="en-GB" sz="1200" b="0" i="0" u="none" strike="noStrike" kern="1200" cap="none" spc="0" normalizeH="0" baseline="0" noProof="0">
                <a:ln>
                  <a:noFill/>
                </a:ln>
                <a:solidFill>
                  <a:prstClr val="white">
                    <a:lumMod val="85000"/>
                  </a:prstClr>
                </a:solidFill>
                <a:effectLst/>
                <a:uLnTx/>
                <a:uFillTx/>
                <a:latin typeface="Futura Bk BT"/>
                <a:ea typeface="+mn-ea"/>
                <a:cs typeface="+mn-cs"/>
              </a:rPr>
              <a:t> | </a:t>
            </a:r>
            <a:fld id="{2363C42C-E3BD-48D4-A479-43A0EF0E3865}" type="slidenum">
              <a:rPr kumimoji="0" lang="en-GB" sz="1200" b="1" i="0" u="none" strike="noStrike" kern="1200" cap="none" spc="0" normalizeH="0" baseline="0" noProof="0" smtClean="0">
                <a:ln>
                  <a:noFill/>
                </a:ln>
                <a:solidFill>
                  <a:srgbClr val="1B934B"/>
                </a:solidFill>
                <a:effectLst/>
                <a:uLnTx/>
                <a:uFillTx/>
                <a:latin typeface="Alexandria Light" pitchFamily="2" charset="-78"/>
                <a:ea typeface="+mn-ea"/>
                <a:cs typeface="Alexandria Light" pitchFamily="2" charset="-78"/>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GB" sz="1200" b="1" i="0" u="none" strike="noStrike" kern="1200" cap="none" spc="0" normalizeH="0" baseline="0" noProof="0">
              <a:ln>
                <a:noFill/>
              </a:ln>
              <a:solidFill>
                <a:srgbClr val="1B934B"/>
              </a:solidFill>
              <a:effectLst/>
              <a:uLnTx/>
              <a:uFillTx/>
              <a:latin typeface="Alexandria Light" pitchFamily="2" charset="-78"/>
              <a:ea typeface="+mn-ea"/>
              <a:cs typeface="Alexandria Light" pitchFamily="2" charset="-78"/>
            </a:endParaRPr>
          </a:p>
        </p:txBody>
      </p:sp>
      <p:pic>
        <p:nvPicPr>
          <p:cNvPr id="2" name="Picture 1">
            <a:extLst>
              <a:ext uri="{FF2B5EF4-FFF2-40B4-BE49-F238E27FC236}">
                <a16:creationId xmlns:a16="http://schemas.microsoft.com/office/drawing/2014/main" id="{406D8585-5299-6944-EA0F-2AC01EDC1F8E}"/>
              </a:ext>
            </a:extLst>
          </p:cNvPr>
          <p:cNvPicPr>
            <a:picLocks noChangeAspect="1"/>
          </p:cNvPicPr>
          <p:nvPr userDrawn="1"/>
        </p:nvPicPr>
        <p:blipFill>
          <a:blip r:embed="rId6">
            <a:extLst>
              <a:ext uri="{BEBA8EAE-BF5A-486C-A8C5-ECC9F3942E4B}">
                <a14:imgProps xmlns:a14="http://schemas.microsoft.com/office/drawing/2010/main">
                  <a14:imgLayer r:embed="rId7">
                    <a14:imgEffect>
                      <a14:brightnessContrast bright="-100000"/>
                    </a14:imgEffect>
                  </a14:imgLayer>
                </a14:imgProps>
              </a:ext>
            </a:extLst>
          </a:blip>
          <a:srcRect l="3382" r="3464" b="10788"/>
          <a:stretch/>
        </p:blipFill>
        <p:spPr>
          <a:xfrm>
            <a:off x="11195050" y="38101"/>
            <a:ext cx="959114" cy="536023"/>
          </a:xfrm>
          <a:prstGeom prst="rect">
            <a:avLst/>
          </a:prstGeom>
        </p:spPr>
      </p:pic>
    </p:spTree>
    <p:extLst>
      <p:ext uri="{BB962C8B-B14F-4D97-AF65-F5344CB8AC3E}">
        <p14:creationId xmlns:p14="http://schemas.microsoft.com/office/powerpoint/2010/main" val="1053690215"/>
      </p:ext>
    </p:extLst>
  </p:cSld>
  <p:clrMap bg1="lt1" tx1="dk1" bg2="lt2" tx2="dk2" accent1="accent1" accent2="accent2" accent3="accent3" accent4="accent4" accent5="accent5" accent6="accent6" hlink="hlink" folHlink="folHlink"/>
  <p:sldLayoutIdLst>
    <p:sldLayoutId id="214748374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8">
          <p15:clr>
            <a:srgbClr val="F26B43"/>
          </p15:clr>
        </p15:guide>
        <p15:guide id="2" pos="168">
          <p15:clr>
            <a:srgbClr val="F26B43"/>
          </p15:clr>
        </p15:guide>
        <p15:guide id="3" pos="7512">
          <p15:clr>
            <a:srgbClr val="F26B43"/>
          </p15:clr>
        </p15:guide>
        <p15:guide id="4" orient="horz" pos="4152">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AFCF7A3E-9C99-EBFD-B30B-146961BD5031}"/>
              </a:ext>
            </a:extLst>
          </p:cNvPr>
          <p:cNvGraphicFramePr>
            <a:graphicFrameLocks noChangeAspect="1"/>
          </p:cNvGraphicFramePr>
          <p:nvPr userDrawn="1">
            <p:custDataLst>
              <p:tags r:id="rId9"/>
            </p:custDataLst>
            <p:extLst>
              <p:ext uri="{D42A27DB-BD31-4B8C-83A1-F6EECF244321}">
                <p14:modId xmlns:p14="http://schemas.microsoft.com/office/powerpoint/2010/main" val="198403831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0" imgW="404" imgH="405" progId="TCLayout.ActiveDocument.1">
                  <p:embed/>
                </p:oleObj>
              </mc:Choice>
              <mc:Fallback>
                <p:oleObj name="think-cell Slide" r:id="rId10" imgW="404" imgH="405" progId="TCLayout.ActiveDocument.1">
                  <p:embed/>
                  <p:pic>
                    <p:nvPicPr>
                      <p:cNvPr id="2" name="think-cell data - do not delete" hidden="1">
                        <a:extLst>
                          <a:ext uri="{FF2B5EF4-FFF2-40B4-BE49-F238E27FC236}">
                            <a16:creationId xmlns:a16="http://schemas.microsoft.com/office/drawing/2014/main" id="{AFCF7A3E-9C99-EBFD-B30B-146961BD5031}"/>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7" name="ToolsToo_Slide" descr="ToolsToo_Slide">
            <a:extLst>
              <a:ext uri="{FF2B5EF4-FFF2-40B4-BE49-F238E27FC236}">
                <a16:creationId xmlns:a16="http://schemas.microsoft.com/office/drawing/2014/main" id="{A11B14A8-0228-FEDF-8427-B265E7E871B0}"/>
              </a:ext>
            </a:extLst>
          </p:cNvPr>
          <p:cNvSpPr/>
          <p:nvPr userDrawn="1"/>
        </p:nvSpPr>
        <p:spPr>
          <a:xfrm>
            <a:off x="0" y="0"/>
            <a:ext cx="12192000" cy="6858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t">
            <a:noAutofit/>
          </a:bodyPr>
          <a:lstStyle/>
          <a:p>
            <a:pPr algn="l" rtl="0"/>
            <a:endParaRPr lang="en-US" sz="1600">
              <a:solidFill>
                <a:schemeClr val="tx1">
                  <a:lumMod val="75000"/>
                  <a:lumOff val="25000"/>
                </a:schemeClr>
              </a:solidFill>
              <a:latin typeface="Open sans" panose="020B0606030504020204" pitchFamily="34" charset="0"/>
            </a:endParaRPr>
          </a:p>
        </p:txBody>
      </p:sp>
    </p:spTree>
    <p:extLst>
      <p:ext uri="{BB962C8B-B14F-4D97-AF65-F5344CB8AC3E}">
        <p14:creationId xmlns:p14="http://schemas.microsoft.com/office/powerpoint/2010/main" val="1904076786"/>
      </p:ext>
    </p:extLst>
  </p:cSld>
  <p:clrMap bg1="lt1" tx1="dk1" bg2="lt2" tx2="dk2" accent1="accent1" accent2="accent2" accent3="accent3" accent4="accent4" accent5="accent5" accent6="accent6" hlink="hlink" folHlink="folHlink"/>
  <p:sldLayoutIdLst>
    <p:sldLayoutId id="2147483747" r:id="rId1"/>
    <p:sldLayoutId id="2147483748" r:id="rId2"/>
    <p:sldLayoutId id="2147483749" r:id="rId3"/>
    <p:sldLayoutId id="2147483750" r:id="rId4"/>
    <p:sldLayoutId id="2147483751" r:id="rId5"/>
    <p:sldLayoutId id="2147483752" r:id="rId6"/>
    <p:sldLayoutId id="2147483753" r:id="rId7"/>
  </p:sldLayoutIdLst>
  <p:hf hdr="0" ftr="0" dt="0"/>
  <p:txStyles>
    <p:titleStyle>
      <a:lvl1pPr algn="l" defTabSz="914400" rtl="0" eaLnBrk="1" latinLnBrk="0" hangingPunct="1">
        <a:lnSpc>
          <a:spcPct val="90000"/>
        </a:lnSpc>
        <a:spcBef>
          <a:spcPct val="0"/>
        </a:spcBef>
        <a:buNone/>
        <a:defRPr sz="4400" kern="1200">
          <a:solidFill>
            <a:schemeClr val="tx1"/>
          </a:solidFill>
          <a:latin typeface="Open Sans Light" panose="020B0306030504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Open sans" panose="020B06060305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Open sans" panose="020B06060305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Open sans" panose="020B06060305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Open sans" panose="020B06060305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Open sans" panose="020B060603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7680">
          <p15:clr>
            <a:srgbClr val="F26B43"/>
          </p15:clr>
        </p15:guide>
        <p15:guide id="3" pos="288">
          <p15:clr>
            <a:srgbClr val="F26B43"/>
          </p15:clr>
        </p15:guide>
        <p15:guide id="4" pos="1352">
          <p15:clr>
            <a:srgbClr val="F26B43"/>
          </p15:clr>
        </p15:guide>
        <p15:guide id="5" pos="1496">
          <p15:clr>
            <a:srgbClr val="F26B43"/>
          </p15:clr>
        </p15:guide>
        <p15:guide id="6" pos="2560">
          <p15:clr>
            <a:srgbClr val="F26B43"/>
          </p15:clr>
        </p15:guide>
        <p15:guide id="7" pos="2704">
          <p15:clr>
            <a:srgbClr val="F26B43"/>
          </p15:clr>
        </p15:guide>
        <p15:guide id="8" pos="3768">
          <p15:clr>
            <a:srgbClr val="F26B43"/>
          </p15:clr>
        </p15:guide>
        <p15:guide id="9" pos="3912">
          <p15:clr>
            <a:srgbClr val="F26B43"/>
          </p15:clr>
        </p15:guide>
        <p15:guide id="10" pos="4976">
          <p15:clr>
            <a:srgbClr val="F26B43"/>
          </p15:clr>
        </p15:guide>
        <p15:guide id="11" pos="5120">
          <p15:clr>
            <a:srgbClr val="F26B43"/>
          </p15:clr>
        </p15:guide>
        <p15:guide id="12" pos="6184">
          <p15:clr>
            <a:srgbClr val="F26B43"/>
          </p15:clr>
        </p15:guide>
        <p15:guide id="13" pos="6328">
          <p15:clr>
            <a:srgbClr val="F26B43"/>
          </p15:clr>
        </p15:guide>
        <p15:guide id="14" pos="7392">
          <p15:clr>
            <a:srgbClr val="F26B43"/>
          </p15:clr>
        </p15:guide>
        <p15:guide id="15" orient="horz">
          <p15:clr>
            <a:srgbClr val="F26B43"/>
          </p15:clr>
        </p15:guide>
        <p15:guide id="16" orient="horz" pos="4320">
          <p15:clr>
            <a:srgbClr val="F26B43"/>
          </p15:clr>
        </p15:guide>
        <p15:guide id="17" orient="horz" pos="820">
          <p15:clr>
            <a:srgbClr val="F26B43"/>
          </p15:clr>
        </p15:guide>
        <p15:guide id="18" orient="horz"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Referee Measurable Requirements  ·  v3.0</a:t>
            </a:r>
          </a:p>
        </p:txBody>
      </p:sp>
      <p:sp>
        <p:nvSpPr>
          <p:cNvPr id="3" name="Subtitle 2"/>
          <p:cNvSpPr>
            <a:spLocks noGrp="1"/>
          </p:cNvSpPr>
          <p:nvPr>
            <p:ph type="subTitle" idx="1"/>
          </p:nvPr>
        </p:nvSpPr>
        <p:spPr/>
        <p:txBody>
          <a:bodyPr/>
          <a:lstStyle/>
          <a:p>
            <a:r>
              <a:t>Comprehensive Referee Development Strategy</a:t>
            </a:r>
          </a:p>
        </p:txBody>
      </p:sp>
      <p:sp>
        <p:nvSpPr>
          <p:cNvPr id="4" name="Title 3"/>
          <p:cNvSpPr>
            <a:spLocks noGrp="1"/>
          </p:cNvSpPr>
          <p:nvPr>
            <p:ph type="title"/>
          </p:nvPr>
        </p:nvSpPr>
        <p:spPr/>
        <p:txBody>
          <a:bodyPr/>
          <a:lstStyle/>
          <a:p>
            <a:r>
              <a:t>Refereeing Pathway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Strategic overview</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Comprehensive Referee Development Strategy</a:t>
            </a:r>
          </a:p>
        </p:txBody>
      </p:sp>
      <p:sp>
        <p:nvSpPr>
          <p:cNvPr id="5" name="TextBox 4"/>
          <p:cNvSpPr txBox="1"/>
          <p:nvPr/>
        </p:nvSpPr>
        <p:spPr>
          <a:xfrm>
            <a:off x="758952" y="1325880"/>
            <a:ext cx="10674096" cy="5029200"/>
          </a:xfrm>
          <a:prstGeom prst="rect">
            <a:avLst/>
          </a:prstGeom>
          <a:noFill/>
        </p:spPr>
        <p:txBody>
          <a:bodyPr wrap="square">
            <a:spAutoFit/>
          </a:bodyPr>
          <a:lstStyle/>
          <a:p>
            <a:pPr>
              <a:lnSpc>
                <a:spcPct val="105000"/>
              </a:lnSpc>
              <a:spcBef>
                <a:spcPts val="600"/>
              </a:spcBef>
              <a:spcAft>
                <a:spcPts val="800"/>
              </a:spcAft>
              <a:buNone/>
            </a:pPr>
            <a:r>
              <a:rPr sz="1500" b="0" i="0">
                <a:solidFill>
                  <a:srgbClr val="262626"/>
                </a:solidFill>
                <a:latin typeface="Trebuchet MS"/>
              </a:rPr>
              <a:t>This strategic document outlines the comprehensive development journey for match officials, structuring the progression from grassroots recruitment to elite international representation.</a:t>
            </a:r>
          </a:p>
          <a:p>
            <a:pPr>
              <a:lnSpc>
                <a:spcPct val="105000"/>
              </a:lnSpc>
              <a:spcBef>
                <a:spcPts val="600"/>
              </a:spcBef>
              <a:spcAft>
                <a:spcPts val="800"/>
              </a:spcAft>
              <a:buNone/>
            </a:pPr>
            <a:r>
              <a:rPr sz="1500" b="0" i="0">
                <a:solidFill>
                  <a:srgbClr val="262626"/>
                </a:solidFill>
                <a:latin typeface="Trebuchet MS"/>
              </a:rPr>
              <a:t>It is built upon three core pillars to ensure a transparent, meritocratic, and high-performance environment:</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Elite Refereeing</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Talent &amp; Emerging Referees</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Core &amp; Grassroots Refereeing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Vision and Objectives</a:t>
            </a:r>
          </a:p>
        </p:txBody>
      </p:sp>
      <p:sp>
        <p:nvSpPr>
          <p:cNvPr id="5" name="TextBox 4"/>
          <p:cNvSpPr txBox="1"/>
          <p:nvPr/>
        </p:nvSpPr>
        <p:spPr>
          <a:xfrm>
            <a:off x="758952" y="1234440"/>
            <a:ext cx="10674096" cy="5120640"/>
          </a:xfrm>
          <a:prstGeom prst="rect">
            <a:avLst/>
          </a:prstGeom>
          <a:noFill/>
        </p:spPr>
        <p:txBody>
          <a:bodyPr wrap="square">
            <a:spAutoFit/>
          </a:bodyPr>
          <a:lstStyle/>
          <a:p>
            <a:pPr>
              <a:lnSpc>
                <a:spcPct val="105000"/>
              </a:lnSpc>
              <a:spcBef>
                <a:spcPts val="600"/>
              </a:spcBef>
              <a:spcAft>
                <a:spcPts val="200"/>
              </a:spcAft>
              <a:buNone/>
            </a:pPr>
            <a:r>
              <a:rPr sz="1500" b="1" i="0">
                <a:solidFill>
                  <a:srgbClr val="287159"/>
                </a:solidFill>
                <a:latin typeface="Trebuchet MS"/>
              </a:rPr>
              <a:t>VISION</a:t>
            </a:r>
          </a:p>
          <a:p>
            <a:pPr>
              <a:lnSpc>
                <a:spcPct val="105000"/>
              </a:lnSpc>
              <a:spcBef>
                <a:spcPts val="600"/>
              </a:spcBef>
              <a:spcAft>
                <a:spcPts val="1000"/>
              </a:spcAft>
              <a:buNone/>
            </a:pPr>
            <a:r>
              <a:rPr sz="1400" b="0" i="0">
                <a:solidFill>
                  <a:srgbClr val="262626"/>
                </a:solidFill>
                <a:latin typeface="Trebuchet MS"/>
              </a:rPr>
              <a:t>To establish a world-class officiating ecosystem through comprehensive structural renewal, fostering a long-term vision that seamlessly identifies, accelerates, and elevates top-tier refereeing talent from regional grassroots to the global stage.</a:t>
            </a:r>
          </a:p>
          <a:p>
            <a:pPr>
              <a:lnSpc>
                <a:spcPct val="105000"/>
              </a:lnSpc>
              <a:spcBef>
                <a:spcPts val="600"/>
              </a:spcBef>
              <a:spcAft>
                <a:spcPts val="200"/>
              </a:spcAft>
              <a:buNone/>
            </a:pPr>
            <a:r>
              <a:rPr sz="1500" b="1" i="0">
                <a:solidFill>
                  <a:srgbClr val="287159"/>
                </a:solidFill>
                <a:latin typeface="Trebuchet MS"/>
              </a:rPr>
              <a:t>OBJECTIVES</a:t>
            </a:r>
          </a:p>
          <a:p>
            <a:pPr marL="274320" indent="-201168">
              <a:lnSpc>
                <a:spcPct val="105000"/>
              </a:lnSpc>
              <a:spcBef>
                <a:spcPts val="600"/>
              </a:spcBef>
              <a:spcAft>
                <a:spcPts val="200"/>
              </a:spcAft>
              <a:buClr>
                <a:srgbClr val="287159"/>
              </a:buClr>
              <a:buFont typeface="Arial"/>
              <a:buChar char="▪"/>
            </a:pPr>
            <a:r>
              <a:rPr sz="1400" b="1" i="0">
                <a:solidFill>
                  <a:srgbClr val="16654B"/>
                </a:solidFill>
                <a:latin typeface="Trebuchet MS"/>
              </a:rPr>
              <a:t>Purpose:</a:t>
            </a:r>
            <a:r>
              <a:rPr sz="1400" b="0" i="0">
                <a:solidFill>
                  <a:srgbClr val="262626"/>
                </a:solidFill>
                <a:latin typeface="Trebuchet MS"/>
              </a:rPr>
              <a:t> To proactively manage age transitions, minimize developmental stagnation, and future-proof the officiating roster.</a:t>
            </a:r>
          </a:p>
          <a:p>
            <a:pPr marL="274320" indent="-201168">
              <a:lnSpc>
                <a:spcPct val="105000"/>
              </a:lnSpc>
              <a:spcBef>
                <a:spcPts val="600"/>
              </a:spcBef>
              <a:spcAft>
                <a:spcPts val="200"/>
              </a:spcAft>
              <a:buClr>
                <a:srgbClr val="287159"/>
              </a:buClr>
              <a:buFont typeface="Arial"/>
              <a:buChar char="▪"/>
            </a:pPr>
            <a:r>
              <a:rPr sz="1400" b="1" i="0">
                <a:solidFill>
                  <a:srgbClr val="16654B"/>
                </a:solidFill>
                <a:latin typeface="Trebuchet MS"/>
              </a:rPr>
              <a:t>Target Profile:</a:t>
            </a:r>
            <a:r>
              <a:rPr sz="1400" b="0" i="0">
                <a:solidFill>
                  <a:srgbClr val="262626"/>
                </a:solidFill>
                <a:latin typeface="Trebuchet MS"/>
              </a:rPr>
              <a:t> Officials possessing peak technical proficiency, physical fitness, psychological resilience, and impeccable integrity.</a:t>
            </a:r>
          </a:p>
          <a:p>
            <a:pPr marL="274320" indent="-201168">
              <a:lnSpc>
                <a:spcPct val="105000"/>
              </a:lnSpc>
              <a:spcBef>
                <a:spcPts val="600"/>
              </a:spcBef>
              <a:spcAft>
                <a:spcPts val="200"/>
              </a:spcAft>
              <a:buClr>
                <a:srgbClr val="287159"/>
              </a:buClr>
              <a:buFont typeface="Arial"/>
              <a:buChar char="▪"/>
            </a:pPr>
            <a:r>
              <a:rPr sz="1400" b="1" i="0">
                <a:solidFill>
                  <a:srgbClr val="16654B"/>
                </a:solidFill>
                <a:latin typeface="Trebuchet MS"/>
              </a:rPr>
              <a:t>Strategic Alignment:</a:t>
            </a:r>
            <a:r>
              <a:rPr sz="1400" b="0" i="0">
                <a:solidFill>
                  <a:srgbClr val="262626"/>
                </a:solidFill>
                <a:latin typeface="Trebuchet MS"/>
              </a:rPr>
              <a:t> Ensuring the continuous supply of elite officials to safeguard the integrity of premier domestic competitions, including the ROSHN Saudi League and Yelo League, while maximizing international representation.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Referee Structure and Categories</a:t>
            </a:r>
          </a:p>
        </p:txBody>
      </p:sp>
      <p:sp>
        <p:nvSpPr>
          <p:cNvPr id="5" name="TextBox 4"/>
          <p:cNvSpPr txBox="1"/>
          <p:nvPr/>
        </p:nvSpPr>
        <p:spPr>
          <a:xfrm>
            <a:off x="758952" y="1143000"/>
            <a:ext cx="10674096" cy="1371600"/>
          </a:xfrm>
          <a:prstGeom prst="rect">
            <a:avLst/>
          </a:prstGeom>
          <a:noFill/>
        </p:spPr>
        <p:txBody>
          <a:bodyPr wrap="square">
            <a:spAutoFit/>
          </a:bodyPr>
          <a:lstStyle/>
          <a:p>
            <a:pPr>
              <a:lnSpc>
                <a:spcPct val="105000"/>
              </a:lnSpc>
              <a:spcBef>
                <a:spcPts val="600"/>
              </a:spcBef>
              <a:spcAft>
                <a:spcPts val="200"/>
              </a:spcAft>
              <a:buNone/>
            </a:pPr>
            <a:r>
              <a:rPr sz="1300" b="0" i="0">
                <a:solidFill>
                  <a:srgbClr val="262626"/>
                </a:solidFill>
                <a:latin typeface="Trebuchet MS"/>
              </a:rPr>
              <a:t>The organizational chart provides clear developmental milestones. Exceptional talent in the Core &amp; Grassroots tiers may bypass intermediate categories to enter the Emerging Talent Path directly.</a:t>
            </a:r>
          </a:p>
          <a:p>
            <a:pPr>
              <a:lnSpc>
                <a:spcPct val="105000"/>
              </a:lnSpc>
              <a:spcBef>
                <a:spcPts val="600"/>
              </a:spcBef>
              <a:spcAft>
                <a:spcPts val="200"/>
              </a:spcAft>
              <a:buNone/>
            </a:pPr>
            <a:r>
              <a:rPr sz="1200" b="0" i="1">
                <a:solidFill>
                  <a:srgbClr val="287159"/>
                </a:solidFill>
                <a:latin typeface="Trebuchet MS"/>
              </a:rPr>
              <a:t>Note: Dedicated pathways exist in parallel for Futsal, Beach Soccer, and Women's Refereeing programs.</a:t>
            </a:r>
          </a:p>
        </p:txBody>
      </p:sp>
      <p:graphicFrame>
        <p:nvGraphicFramePr>
          <p:cNvPr id="6" name="Table 5"/>
          <p:cNvGraphicFramePr>
            <a:graphicFrameLocks noGrp="1"/>
          </p:cNvGraphicFramePr>
          <p:nvPr/>
        </p:nvGraphicFramePr>
        <p:xfrm>
          <a:off x="457200" y="2788920"/>
          <a:ext cx="11277599" cy="2194560"/>
        </p:xfrm>
        <a:graphic>
          <a:graphicData uri="http://schemas.openxmlformats.org/drawingml/2006/table">
            <a:tbl>
              <a:tblPr>
                <a:tableStyleId>{5C22544A-7EE6-4342-B048-85BDC9FD1C3A}</a:tableStyleId>
              </a:tblPr>
              <a:tblGrid>
                <a:gridCol w="2643187"/>
                <a:gridCol w="2819400"/>
                <a:gridCol w="2995612"/>
                <a:gridCol w="2819400"/>
              </a:tblGrid>
              <a:tr h="365760">
                <a:tc>
                  <a:txBody>
                    <a:bodyPr wrap="square"/>
                    <a:lstStyle/>
                    <a:p>
                      <a:pPr algn="ctr"/>
                      <a:r>
                        <a:rPr sz="1100" b="1" i="0">
                          <a:solidFill>
                            <a:srgbClr val="FFFFFF"/>
                          </a:solidFill>
                          <a:latin typeface="Trebuchet MS"/>
                        </a:rPr>
                        <a:t>Level</a:t>
                      </a:r>
                    </a:p>
                  </a:txBody>
                  <a:tcPr anchor="ctr" marL="54864" marR="54864" marT="27432" marB="27432">
                    <a:solidFill>
                      <a:srgbClr val="16654B"/>
                    </a:solidFill>
                  </a:tcPr>
                </a:tc>
                <a:tc>
                  <a:txBody>
                    <a:bodyPr wrap="square"/>
                    <a:lstStyle/>
                    <a:p>
                      <a:pPr algn="ctr"/>
                      <a:r>
                        <a:rPr sz="1100" b="1" i="0">
                          <a:solidFill>
                            <a:srgbClr val="FFFFFF"/>
                          </a:solidFill>
                          <a:latin typeface="Trebuchet MS"/>
                        </a:rPr>
                        <a:t>Age Criteria</a:t>
                      </a:r>
                    </a:p>
                  </a:txBody>
                  <a:tcPr anchor="ctr" marL="54864" marR="54864" marT="27432" marB="27432">
                    <a:solidFill>
                      <a:srgbClr val="16654B"/>
                    </a:solidFill>
                  </a:tcPr>
                </a:tc>
                <a:tc>
                  <a:txBody>
                    <a:bodyPr wrap="square"/>
                    <a:lstStyle/>
                    <a:p>
                      <a:pPr algn="ctr"/>
                      <a:r>
                        <a:rPr sz="1100" b="1" i="0">
                          <a:solidFill>
                            <a:srgbClr val="FFFFFF"/>
                          </a:solidFill>
                          <a:latin typeface="Trebuchet MS"/>
                        </a:rPr>
                        <a:t>Competitions</a:t>
                      </a:r>
                    </a:p>
                  </a:txBody>
                  <a:tcPr anchor="ctr" marL="54864" marR="54864" marT="27432" marB="27432">
                    <a:solidFill>
                      <a:srgbClr val="16654B"/>
                    </a:solidFill>
                  </a:tcPr>
                </a:tc>
                <a:tc>
                  <a:txBody>
                    <a:bodyPr wrap="square"/>
                    <a:lstStyle/>
                    <a:p>
                      <a:pPr algn="ctr"/>
                      <a:r>
                        <a:rPr sz="1100" b="1" i="0">
                          <a:solidFill>
                            <a:srgbClr val="FFFFFF"/>
                          </a:solidFill>
                          <a:latin typeface="Trebuchet MS"/>
                        </a:rPr>
                        <a:t>Management</a:t>
                      </a:r>
                    </a:p>
                  </a:txBody>
                  <a:tcPr anchor="ctr" marL="54864" marR="54864" marT="27432" marB="27432">
                    <a:solidFill>
                      <a:srgbClr val="16654B"/>
                    </a:solidFill>
                  </a:tcPr>
                </a:tc>
              </a:tr>
              <a:tr h="365760">
                <a:tc>
                  <a:txBody>
                    <a:bodyPr wrap="square"/>
                    <a:lstStyle/>
                    <a:p>
                      <a:pPr algn="l"/>
                      <a:r>
                        <a:rPr sz="1050" b="1" i="0">
                          <a:solidFill>
                            <a:srgbClr val="16654B"/>
                          </a:solidFill>
                          <a:latin typeface="Trebuchet MS"/>
                        </a:rPr>
                        <a:t>Core &amp; Grassroots (YOUTH)</a:t>
                      </a:r>
                    </a:p>
                  </a:txBody>
                  <a:tcPr anchor="ctr" marL="54864" marR="54864" marT="27432" marB="27432">
                    <a:solidFill>
                      <a:srgbClr val="FFFFFF"/>
                    </a:solidFill>
                  </a:tcPr>
                </a:tc>
                <a:tc>
                  <a:txBody>
                    <a:bodyPr wrap="square"/>
                    <a:lstStyle/>
                    <a:p>
                      <a:pPr algn="l"/>
                      <a:r>
                        <a:rPr sz="1050" b="0" i="0">
                          <a:solidFill>
                            <a:srgbClr val="262626"/>
                          </a:solidFill>
                          <a:latin typeface="Trebuchet MS"/>
                        </a:rPr>
                        <a:t>U15 – U18</a:t>
                      </a:r>
                    </a:p>
                  </a:txBody>
                  <a:tcPr anchor="ctr" marL="54864" marR="54864" marT="27432" marB="27432">
                    <a:solidFill>
                      <a:srgbClr val="FFFFFF"/>
                    </a:solidFill>
                  </a:tcPr>
                </a:tc>
                <a:tc>
                  <a:txBody>
                    <a:bodyPr wrap="square"/>
                    <a:lstStyle/>
                    <a:p>
                      <a:pPr algn="l"/>
                      <a:r>
                        <a:rPr sz="1050" b="0" i="0">
                          <a:solidFill>
                            <a:srgbClr val="262626"/>
                          </a:solidFill>
                          <a:latin typeface="Trebuchet MS"/>
                        </a:rPr>
                        <a:t>Regional Youth Competitions</a:t>
                      </a:r>
                    </a:p>
                  </a:txBody>
                  <a:tcPr anchor="ctr" marL="54864" marR="54864" marT="27432" marB="27432">
                    <a:solidFill>
                      <a:srgbClr val="FFFFFF"/>
                    </a:solidFill>
                  </a:tcPr>
                </a:tc>
                <a:tc>
                  <a:txBody>
                    <a:bodyPr wrap="square"/>
                    <a:lstStyle/>
                    <a:p>
                      <a:pPr algn="l"/>
                      <a:r>
                        <a:rPr sz="1050" b="0" i="0">
                          <a:solidFill>
                            <a:srgbClr val="262626"/>
                          </a:solidFill>
                          <a:latin typeface="Trebuchet MS"/>
                        </a:rPr>
                        <a:t>Core &amp; Emerging Department</a:t>
                      </a:r>
                    </a:p>
                  </a:txBody>
                  <a:tcPr anchor="ctr" marL="54864" marR="54864" marT="27432" marB="27432">
                    <a:solidFill>
                      <a:srgbClr val="FFFFFF"/>
                    </a:solidFill>
                  </a:tcPr>
                </a:tc>
              </a:tr>
              <a:tr h="365760">
                <a:tc>
                  <a:txBody>
                    <a:bodyPr wrap="square"/>
                    <a:lstStyle/>
                    <a:p>
                      <a:pPr algn="l"/>
                      <a:r>
                        <a:rPr sz="1050" b="1" i="0">
                          <a:solidFill>
                            <a:srgbClr val="16654B"/>
                          </a:solidFill>
                          <a:latin typeface="Trebuchet MS"/>
                        </a:rPr>
                        <a:t>Standard Progression</a:t>
                      </a:r>
                    </a:p>
                  </a:txBody>
                  <a:tcPr anchor="ctr" marL="54864" marR="54864" marT="27432" marB="27432">
                    <a:solidFill>
                      <a:srgbClr val="ECF2EF"/>
                    </a:solidFill>
                  </a:tcPr>
                </a:tc>
                <a:tc>
                  <a:txBody>
                    <a:bodyPr wrap="square"/>
                    <a:lstStyle/>
                    <a:p>
                      <a:pPr algn="l"/>
                      <a:r>
                        <a:rPr sz="1050" b="0" i="0">
                          <a:solidFill>
                            <a:srgbClr val="262626"/>
                          </a:solidFill>
                          <a:latin typeface="Trebuchet MS"/>
                        </a:rPr>
                        <a:t>Older than 27</a:t>
                      </a:r>
                    </a:p>
                  </a:txBody>
                  <a:tcPr anchor="ctr" marL="54864" marR="54864" marT="27432" marB="27432">
                    <a:solidFill>
                      <a:srgbClr val="ECF2EF"/>
                    </a:solidFill>
                  </a:tcPr>
                </a:tc>
                <a:tc>
                  <a:txBody>
                    <a:bodyPr wrap="square"/>
                    <a:lstStyle/>
                    <a:p>
                      <a:pPr algn="l"/>
                      <a:r>
                        <a:rPr sz="1050" b="0" i="0">
                          <a:solidFill>
                            <a:srgbClr val="262626"/>
                          </a:solidFill>
                          <a:latin typeface="Trebuchet MS"/>
                        </a:rPr>
                        <a:t>3rd Division</a:t>
                      </a:r>
                    </a:p>
                  </a:txBody>
                  <a:tcPr anchor="ctr" marL="54864" marR="54864" marT="27432" marB="27432">
                    <a:solidFill>
                      <a:srgbClr val="ECF2EF"/>
                    </a:solidFill>
                  </a:tcPr>
                </a:tc>
                <a:tc>
                  <a:txBody>
                    <a:bodyPr wrap="square"/>
                    <a:lstStyle/>
                    <a:p>
                      <a:pPr algn="l"/>
                      <a:r>
                        <a:rPr sz="1050" b="0" i="0">
                          <a:solidFill>
                            <a:srgbClr val="262626"/>
                          </a:solidFill>
                          <a:latin typeface="Trebuchet MS"/>
                        </a:rPr>
                        <a:t>Core &amp; Emerging Department</a:t>
                      </a:r>
                    </a:p>
                  </a:txBody>
                  <a:tcPr anchor="ctr" marL="54864" marR="54864" marT="27432" marB="27432">
                    <a:solidFill>
                      <a:srgbClr val="ECF2EF"/>
                    </a:solidFill>
                  </a:tcPr>
                </a:tc>
              </a:tr>
              <a:tr h="365760">
                <a:tc>
                  <a:txBody>
                    <a:bodyPr wrap="square"/>
                    <a:lstStyle/>
                    <a:p>
                      <a:pPr algn="l"/>
                      <a:r>
                        <a:rPr sz="1050" b="1" i="0">
                          <a:solidFill>
                            <a:srgbClr val="16654B"/>
                          </a:solidFill>
                          <a:latin typeface="Trebuchet MS"/>
                        </a:rPr>
                        <a:t>Emerging (TALENT PATH)</a:t>
                      </a:r>
                    </a:p>
                  </a:txBody>
                  <a:tcPr anchor="ctr" marL="54864" marR="54864" marT="27432" marB="27432">
                    <a:solidFill>
                      <a:srgbClr val="FFFFFF"/>
                    </a:solidFill>
                  </a:tcPr>
                </a:tc>
                <a:tc>
                  <a:txBody>
                    <a:bodyPr wrap="square"/>
                    <a:lstStyle/>
                    <a:p>
                      <a:pPr algn="l"/>
                      <a:r>
                        <a:rPr sz="1050" b="0" i="0">
                          <a:solidFill>
                            <a:srgbClr val="262626"/>
                          </a:solidFill>
                          <a:latin typeface="Trebuchet MS"/>
                        </a:rPr>
                        <a:t>Under 27 (Max stay in U21: 3 yrs)</a:t>
                      </a:r>
                    </a:p>
                  </a:txBody>
                  <a:tcPr anchor="ctr" marL="54864" marR="54864" marT="27432" marB="27432">
                    <a:solidFill>
                      <a:srgbClr val="FFFFFF"/>
                    </a:solidFill>
                  </a:tcPr>
                </a:tc>
                <a:tc>
                  <a:txBody>
                    <a:bodyPr wrap="square"/>
                    <a:lstStyle/>
                    <a:p>
                      <a:pPr algn="l"/>
                      <a:r>
                        <a:rPr sz="1050" b="0" i="0">
                          <a:solidFill>
                            <a:srgbClr val="262626"/>
                          </a:solidFill>
                          <a:latin typeface="Trebuchet MS"/>
                        </a:rPr>
                        <a:t>U21 / Second</a:t>
                      </a:r>
                    </a:p>
                  </a:txBody>
                  <a:tcPr anchor="ctr" marL="54864" marR="54864" marT="27432" marB="27432">
                    <a:solidFill>
                      <a:srgbClr val="FFFFFF"/>
                    </a:solidFill>
                  </a:tcPr>
                </a:tc>
                <a:tc>
                  <a:txBody>
                    <a:bodyPr wrap="square"/>
                    <a:lstStyle/>
                    <a:p>
                      <a:pPr algn="l"/>
                      <a:r>
                        <a:rPr sz="1050" b="0" i="0">
                          <a:solidFill>
                            <a:srgbClr val="262626"/>
                          </a:solidFill>
                          <a:latin typeface="Trebuchet MS"/>
                        </a:rPr>
                        <a:t>Talent Department</a:t>
                      </a:r>
                    </a:p>
                  </a:txBody>
                  <a:tcPr anchor="ctr" marL="54864" marR="54864" marT="27432" marB="27432">
                    <a:solidFill>
                      <a:srgbClr val="FFFFFF"/>
                    </a:solidFill>
                  </a:tcPr>
                </a:tc>
              </a:tr>
              <a:tr h="365760">
                <a:tc>
                  <a:txBody>
                    <a:bodyPr wrap="square"/>
                    <a:lstStyle/>
                    <a:p>
                      <a:pPr algn="l"/>
                      <a:r>
                        <a:rPr sz="1050" b="1" i="0">
                          <a:solidFill>
                            <a:srgbClr val="16654B"/>
                          </a:solidFill>
                          <a:latin typeface="Trebuchet MS"/>
                        </a:rPr>
                        <a:t>Elite</a:t>
                      </a:r>
                    </a:p>
                  </a:txBody>
                  <a:tcPr anchor="ctr" marL="54864" marR="54864" marT="27432" marB="27432">
                    <a:solidFill>
                      <a:srgbClr val="ECF2EF"/>
                    </a:solidFill>
                  </a:tcPr>
                </a:tc>
                <a:tc>
                  <a:txBody>
                    <a:bodyPr wrap="square"/>
                    <a:lstStyle/>
                    <a:p>
                      <a:pPr algn="l"/>
                      <a:r>
                        <a:rPr sz="1050" b="0" i="0">
                          <a:solidFill>
                            <a:srgbClr val="262626"/>
                          </a:solidFill>
                          <a:latin typeface="Trebuchet MS"/>
                        </a:rPr>
                        <a:t>Merit-based</a:t>
                      </a:r>
                    </a:p>
                  </a:txBody>
                  <a:tcPr anchor="ctr" marL="54864" marR="54864" marT="27432" marB="27432">
                    <a:solidFill>
                      <a:srgbClr val="ECF2EF"/>
                    </a:solidFill>
                  </a:tcPr>
                </a:tc>
                <a:tc>
                  <a:txBody>
                    <a:bodyPr wrap="square"/>
                    <a:lstStyle/>
                    <a:p>
                      <a:pPr algn="l"/>
                      <a:r>
                        <a:rPr sz="1050" b="0" i="0">
                          <a:solidFill>
                            <a:srgbClr val="262626"/>
                          </a:solidFill>
                          <a:latin typeface="Trebuchet MS"/>
                        </a:rPr>
                        <a:t>ROSHN Saudi League / YELO League</a:t>
                      </a:r>
                    </a:p>
                  </a:txBody>
                  <a:tcPr anchor="ctr" marL="54864" marR="54864" marT="27432" marB="27432">
                    <a:solidFill>
                      <a:srgbClr val="ECF2EF"/>
                    </a:solidFill>
                  </a:tcPr>
                </a:tc>
                <a:tc>
                  <a:txBody>
                    <a:bodyPr wrap="square"/>
                    <a:lstStyle/>
                    <a:p>
                      <a:pPr algn="l"/>
                      <a:r>
                        <a:rPr sz="1050" b="0" i="0">
                          <a:solidFill>
                            <a:srgbClr val="262626"/>
                          </a:solidFill>
                          <a:latin typeface="Trebuchet MS"/>
                        </a:rPr>
                        <a:t>Elite Department</a:t>
                      </a:r>
                    </a:p>
                  </a:txBody>
                  <a:tcPr anchor="ctr" marL="54864" marR="54864" marT="27432" marB="27432">
                    <a:solidFill>
                      <a:srgbClr val="ECF2EF"/>
                    </a:solidFill>
                  </a:tcPr>
                </a:tc>
              </a:tr>
              <a:tr h="365760">
                <a:tc>
                  <a:txBody>
                    <a:bodyPr wrap="square"/>
                    <a:lstStyle/>
                    <a:p>
                      <a:pPr algn="l"/>
                      <a:r>
                        <a:rPr sz="1050" b="1" i="0">
                          <a:solidFill>
                            <a:srgbClr val="16654B"/>
                          </a:solidFill>
                          <a:latin typeface="Trebuchet MS"/>
                        </a:rPr>
                        <a:t>International</a:t>
                      </a:r>
                    </a:p>
                  </a:txBody>
                  <a:tcPr anchor="ctr" marL="54864" marR="54864" marT="27432" marB="27432">
                    <a:solidFill>
                      <a:srgbClr val="FFFFFF"/>
                    </a:solidFill>
                  </a:tcPr>
                </a:tc>
                <a:tc>
                  <a:txBody>
                    <a:bodyPr wrap="square"/>
                    <a:lstStyle/>
                    <a:p>
                      <a:pPr algn="l"/>
                      <a:r>
                        <a:rPr sz="1050" b="0" i="0">
                          <a:solidFill>
                            <a:srgbClr val="262626"/>
                          </a:solidFill>
                          <a:latin typeface="Trebuchet MS"/>
                        </a:rPr>
                        <a:t>Referees &lt;33, Assistants &lt;36</a:t>
                      </a:r>
                    </a:p>
                  </a:txBody>
                  <a:tcPr anchor="ctr" marL="54864" marR="54864" marT="27432" marB="27432">
                    <a:solidFill>
                      <a:srgbClr val="FFFFFF"/>
                    </a:solidFill>
                  </a:tcPr>
                </a:tc>
                <a:tc>
                  <a:txBody>
                    <a:bodyPr wrap="square"/>
                    <a:lstStyle/>
                    <a:p>
                      <a:pPr algn="l"/>
                      <a:r>
                        <a:rPr sz="1050" b="0" i="0">
                          <a:solidFill>
                            <a:srgbClr val="262626"/>
                          </a:solidFill>
                          <a:latin typeface="Trebuchet MS"/>
                        </a:rPr>
                        <a:t>FIFA / AFC Competitions</a:t>
                      </a:r>
                    </a:p>
                  </a:txBody>
                  <a:tcPr anchor="ctr" marL="54864" marR="54864" marT="27432" marB="27432">
                    <a:solidFill>
                      <a:srgbClr val="FFFFFF"/>
                    </a:solidFill>
                  </a:tcPr>
                </a:tc>
                <a:tc>
                  <a:txBody>
                    <a:bodyPr wrap="square"/>
                    <a:lstStyle/>
                    <a:p>
                      <a:pPr algn="l"/>
                      <a:r>
                        <a:rPr sz="1050" b="0" i="0">
                          <a:solidFill>
                            <a:srgbClr val="262626"/>
                          </a:solidFill>
                          <a:latin typeface="Trebuchet MS"/>
                        </a:rPr>
                        <a:t>FIFA / AFC</a:t>
                      </a:r>
                    </a:p>
                  </a:txBody>
                  <a:tcPr anchor="ctr" marL="54864" marR="54864" marT="27432" marB="27432">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The primary developmental stage for emerging referees</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The Youth Foundation (YOUTH Path)</a:t>
            </a:r>
          </a:p>
        </p:txBody>
      </p:sp>
      <p:sp>
        <p:nvSpPr>
          <p:cNvPr id="5" name="TextBox 4"/>
          <p:cNvSpPr txBox="1"/>
          <p:nvPr/>
        </p:nvSpPr>
        <p:spPr>
          <a:xfrm>
            <a:off x="758952" y="1371600"/>
            <a:ext cx="10674096" cy="4983480"/>
          </a:xfrm>
          <a:prstGeom prst="rect">
            <a:avLst/>
          </a:prstGeom>
          <a:noFill/>
        </p:spPr>
        <p:txBody>
          <a:bodyPr wrap="square">
            <a:spAutoFit/>
          </a:bodyPr>
          <a:lstStyle/>
          <a:p>
            <a:pPr>
              <a:lnSpc>
                <a:spcPct val="105000"/>
              </a:lnSpc>
              <a:spcBef>
                <a:spcPts val="600"/>
              </a:spcBef>
              <a:spcAft>
                <a:spcPts val="1000"/>
              </a:spcAft>
              <a:buNone/>
            </a:pPr>
            <a:r>
              <a:rPr sz="1500" b="0" i="0">
                <a:solidFill>
                  <a:srgbClr val="262626"/>
                </a:solidFill>
                <a:latin typeface="Trebuchet MS"/>
              </a:rPr>
              <a:t>The journey begins in the Youth category, which serves as the primary developmental stage for emerging referees.</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Categorization:</a:t>
            </a:r>
            <a:r>
              <a:rPr sz="1500" b="0" i="0">
                <a:solidFill>
                  <a:srgbClr val="262626"/>
                </a:solidFill>
                <a:latin typeface="Trebuchet MS"/>
              </a:rPr>
              <a:t> Officials typically progress through age-specific tiers — U15, U16, U17, and U18.</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Maximum Tenure:</a:t>
            </a:r>
            <a:r>
              <a:rPr sz="1500" b="0" i="0">
                <a:solidFill>
                  <a:srgbClr val="262626"/>
                </a:solidFill>
                <a:latin typeface="Trebuchet MS"/>
              </a:rPr>
              <a:t> The maximum stay permitted within the Youth Path is 5 years.</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U18 Evaluation:</a:t>
            </a:r>
            <a:r>
              <a:rPr sz="1500" b="0" i="0">
                <a:solidFill>
                  <a:srgbClr val="262626"/>
                </a:solidFill>
                <a:latin typeface="Trebuchet MS"/>
              </a:rPr>
              <a:t> Upon reaching U18, officials undergo a critical assessment after completing 10 rounds. This evaluation determines their eligibility for promotion to higher divisions.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Promotion Criteria and Branching Paths</a:t>
            </a:r>
          </a:p>
        </p:txBody>
      </p:sp>
      <p:sp>
        <p:nvSpPr>
          <p:cNvPr id="5" name="TextBox 4"/>
          <p:cNvSpPr txBox="1"/>
          <p:nvPr/>
        </p:nvSpPr>
        <p:spPr>
          <a:xfrm>
            <a:off x="758952" y="1234440"/>
            <a:ext cx="10674096" cy="5120640"/>
          </a:xfrm>
          <a:prstGeom prst="rect">
            <a:avLst/>
          </a:prstGeom>
          <a:noFill/>
        </p:spPr>
        <p:txBody>
          <a:bodyPr wrap="square">
            <a:spAutoFit/>
          </a:bodyPr>
          <a:lstStyle/>
          <a:p>
            <a:pPr>
              <a:lnSpc>
                <a:spcPct val="105000"/>
              </a:lnSpc>
              <a:spcBef>
                <a:spcPts val="600"/>
              </a:spcBef>
              <a:spcAft>
                <a:spcPts val="1000"/>
              </a:spcAft>
              <a:buNone/>
            </a:pPr>
            <a:r>
              <a:rPr sz="1500" b="0" i="0">
                <a:solidFill>
                  <a:srgbClr val="262626"/>
                </a:solidFill>
                <a:latin typeface="Trebuchet MS"/>
              </a:rPr>
              <a:t>After the U18 evaluation, the referee's career path is primarily dictated by their age and performance:</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Standard Promotion — Older than 27:</a:t>
            </a:r>
          </a:p>
          <a:p>
            <a:pPr lvl="1">
              <a:lnSpc>
                <a:spcPct val="105000"/>
              </a:lnSpc>
              <a:spcBef>
                <a:spcPts val="200"/>
              </a:spcBef>
              <a:spcAft>
                <a:spcPts val="200"/>
              </a:spcAft>
              <a:buNone/>
            </a:pPr>
            <a:r>
              <a:rPr sz="1400" b="0" i="0">
                <a:solidFill>
                  <a:srgbClr val="262626"/>
                </a:solidFill>
                <a:latin typeface="Trebuchet MS"/>
              </a:rPr>
              <a:t>Officials older than 27 transition to the 3rd Division. From there they may advance to the 2nd Division based on top seasonal performance reviews, and from the 2nd Division they may also promote to the YELO League if they meet the criteria.</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Talent Path Selection — Younger than 27:</a:t>
            </a:r>
          </a:p>
          <a:p>
            <a:pPr lvl="1">
              <a:lnSpc>
                <a:spcPct val="105000"/>
              </a:lnSpc>
              <a:spcBef>
                <a:spcPts val="200"/>
              </a:spcBef>
              <a:spcAft>
                <a:spcPts val="200"/>
              </a:spcAft>
              <a:buNone/>
            </a:pPr>
            <a:r>
              <a:rPr sz="1400" b="0" i="0">
                <a:solidFill>
                  <a:srgbClr val="262626"/>
                </a:solidFill>
                <a:latin typeface="Trebuchet MS"/>
              </a:rPr>
              <a:t>Exceptional officials under 27 are eligible for the Talent Path. While the standard flow follows the U-tiers, the organization reserves the right to fast-track high-potential individuals from any lower category directly into this specialized track.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An accelerated developmental track for younger officials</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The Talent Path and U21 Category</a:t>
            </a:r>
          </a:p>
        </p:txBody>
      </p:sp>
      <p:sp>
        <p:nvSpPr>
          <p:cNvPr id="5" name="TextBox 4"/>
          <p:cNvSpPr txBox="1"/>
          <p:nvPr/>
        </p:nvSpPr>
        <p:spPr>
          <a:xfrm>
            <a:off x="758952" y="1371600"/>
            <a:ext cx="10674096" cy="4983480"/>
          </a:xfrm>
          <a:prstGeom prst="rect">
            <a:avLst/>
          </a:prstGeom>
          <a:noFill/>
        </p:spPr>
        <p:txBody>
          <a:bodyPr wrap="square">
            <a:spAutoFit/>
          </a:bodyPr>
          <a:lstStyle/>
          <a:p>
            <a:pPr>
              <a:lnSpc>
                <a:spcPct val="105000"/>
              </a:lnSpc>
              <a:spcBef>
                <a:spcPts val="600"/>
              </a:spcBef>
              <a:spcAft>
                <a:spcPts val="800"/>
              </a:spcAft>
              <a:buNone/>
            </a:pPr>
            <a:r>
              <a:rPr sz="1500" b="0" i="0">
                <a:solidFill>
                  <a:srgbClr val="262626"/>
                </a:solidFill>
                <a:latin typeface="Trebuchet MS"/>
              </a:rPr>
              <a:t>The Talent Path is an accelerated developmental track designed to prepare younger officials for the rigors of professional football.</a:t>
            </a:r>
          </a:p>
          <a:p>
            <a:pPr marL="274320" indent="-201168">
              <a:lnSpc>
                <a:spcPct val="105000"/>
              </a:lnSpc>
              <a:spcBef>
                <a:spcPts val="600"/>
              </a:spcBef>
              <a:spcAft>
                <a:spcPts val="200"/>
              </a:spcAft>
              <a:buClr>
                <a:srgbClr val="287159"/>
              </a:buClr>
              <a:buFont typeface="Arial"/>
              <a:buChar char="▪"/>
            </a:pPr>
            <a:r>
              <a:rPr sz="1400" b="1" i="0">
                <a:solidFill>
                  <a:srgbClr val="16654B"/>
                </a:solidFill>
                <a:latin typeface="Trebuchet MS"/>
              </a:rPr>
              <a:t>U21 Entry:</a:t>
            </a:r>
            <a:r>
              <a:rPr sz="1400" b="0" i="0">
                <a:solidFill>
                  <a:srgbClr val="262626"/>
                </a:solidFill>
                <a:latin typeface="Trebuchet MS"/>
              </a:rPr>
              <a:t> The primary entry point for this path is the U21 category.</a:t>
            </a:r>
          </a:p>
          <a:p>
            <a:pPr marL="274320" indent="-201168">
              <a:lnSpc>
                <a:spcPct val="105000"/>
              </a:lnSpc>
              <a:spcBef>
                <a:spcPts val="600"/>
              </a:spcBef>
              <a:spcAft>
                <a:spcPts val="200"/>
              </a:spcAft>
              <a:buClr>
                <a:srgbClr val="287159"/>
              </a:buClr>
              <a:buFont typeface="Arial"/>
              <a:buChar char="▪"/>
            </a:pPr>
            <a:r>
              <a:rPr sz="1400" b="1" i="0">
                <a:solidFill>
                  <a:srgbClr val="16654B"/>
                </a:solidFill>
                <a:latin typeface="Trebuchet MS"/>
              </a:rPr>
              <a:t>Tenure Limits:</a:t>
            </a:r>
            <a:r>
              <a:rPr sz="1400" b="0" i="0">
                <a:solidFill>
                  <a:srgbClr val="262626"/>
                </a:solidFill>
                <a:latin typeface="Trebuchet MS"/>
              </a:rPr>
              <a:t> A maximum stay of 3 years in the U21 tier.</a:t>
            </a:r>
          </a:p>
          <a:p>
            <a:pPr marL="274320" indent="-201168">
              <a:lnSpc>
                <a:spcPct val="105000"/>
              </a:lnSpc>
              <a:spcBef>
                <a:spcPts val="600"/>
              </a:spcBef>
              <a:spcAft>
                <a:spcPts val="200"/>
              </a:spcAft>
              <a:buClr>
                <a:srgbClr val="287159"/>
              </a:buClr>
              <a:buFont typeface="Arial"/>
              <a:buChar char="▪"/>
            </a:pPr>
            <a:r>
              <a:rPr sz="1400" b="1" i="0">
                <a:solidFill>
                  <a:srgbClr val="16654B"/>
                </a:solidFill>
                <a:latin typeface="Trebuchet MS"/>
              </a:rPr>
              <a:t>Current Age Restrictions:</a:t>
            </a:r>
            <a:r>
              <a:rPr sz="1400" b="0" i="0">
                <a:solidFill>
                  <a:srgbClr val="262626"/>
                </a:solidFill>
                <a:latin typeface="Trebuchet MS"/>
              </a:rPr>
              <a:t> The current age limit for this path is 30 years old.</a:t>
            </a:r>
          </a:p>
          <a:p>
            <a:pPr marL="274320" indent="-201168">
              <a:lnSpc>
                <a:spcPct val="105000"/>
              </a:lnSpc>
              <a:spcBef>
                <a:spcPts val="600"/>
              </a:spcBef>
              <a:spcAft>
                <a:spcPts val="200"/>
              </a:spcAft>
              <a:buClr>
                <a:srgbClr val="287159"/>
              </a:buClr>
              <a:buFont typeface="Arial"/>
              <a:buChar char="▪"/>
            </a:pPr>
            <a:r>
              <a:rPr sz="1400" b="1" i="0">
                <a:solidFill>
                  <a:srgbClr val="16654B"/>
                </a:solidFill>
                <a:latin typeface="Trebuchet MS"/>
              </a:rPr>
              <a:t>Upcoming Regulatory Change:</a:t>
            </a:r>
            <a:r>
              <a:rPr sz="1400" b="0" i="0">
                <a:solidFill>
                  <a:srgbClr val="262626"/>
                </a:solidFill>
                <a:latin typeface="Trebuchet MS"/>
              </a:rPr>
              <a:t> Effective from the 2027/2028 season, the age limit will be reduced to 28 years old.</a:t>
            </a:r>
          </a:p>
          <a:p>
            <a:pPr marL="274320" indent="-201168">
              <a:lnSpc>
                <a:spcPct val="105000"/>
              </a:lnSpc>
              <a:spcBef>
                <a:spcPts val="600"/>
              </a:spcBef>
              <a:spcAft>
                <a:spcPts val="200"/>
              </a:spcAft>
              <a:buClr>
                <a:srgbClr val="287159"/>
              </a:buClr>
              <a:buFont typeface="Arial"/>
              <a:buChar char="▪"/>
            </a:pPr>
            <a:r>
              <a:rPr sz="1400" b="1" i="0">
                <a:solidFill>
                  <a:srgbClr val="16654B"/>
                </a:solidFill>
                <a:latin typeface="Trebuchet MS"/>
              </a:rPr>
              <a:t>Post-U21 Outcomes:</a:t>
            </a:r>
          </a:p>
          <a:p>
            <a:pPr lvl="1">
              <a:lnSpc>
                <a:spcPct val="105000"/>
              </a:lnSpc>
              <a:spcBef>
                <a:spcPts val="200"/>
              </a:spcBef>
              <a:spcAft>
                <a:spcPts val="200"/>
              </a:spcAft>
              <a:buNone/>
            </a:pPr>
            <a:r>
              <a:rPr sz="1400" b="1" i="0">
                <a:solidFill>
                  <a:srgbClr val="16654B"/>
                </a:solidFill>
                <a:latin typeface="Trebuchet MS"/>
              </a:rPr>
              <a:t>Promotion:</a:t>
            </a:r>
            <a:r>
              <a:rPr sz="1400" b="0" i="0">
                <a:solidFill>
                  <a:srgbClr val="262626"/>
                </a:solidFill>
                <a:latin typeface="Trebuchet MS"/>
              </a:rPr>
              <a:t> Top performers promote to the Yelo League or the Second Division.</a:t>
            </a:r>
          </a:p>
          <a:p>
            <a:pPr lvl="1">
              <a:lnSpc>
                <a:spcPct val="105000"/>
              </a:lnSpc>
              <a:spcBef>
                <a:spcPts val="200"/>
              </a:spcBef>
              <a:spcAft>
                <a:spcPts val="200"/>
              </a:spcAft>
              <a:buNone/>
            </a:pPr>
            <a:r>
              <a:rPr sz="1400" b="1" i="0">
                <a:solidFill>
                  <a:srgbClr val="16654B"/>
                </a:solidFill>
                <a:latin typeface="Trebuchet MS"/>
              </a:rPr>
              <a:t>Reclassification:</a:t>
            </a:r>
            <a:r>
              <a:rPr sz="1400" b="0" i="0">
                <a:solidFill>
                  <a:srgbClr val="262626"/>
                </a:solidFill>
                <a:latin typeface="Trebuchet MS"/>
              </a:rPr>
              <a:t> If not promoted after 3 years, the official is relocated to the Third Division.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Professional Leagues and Elite Status</a:t>
            </a:r>
          </a:p>
        </p:txBody>
      </p:sp>
      <p:sp>
        <p:nvSpPr>
          <p:cNvPr id="5" name="TextBox 4"/>
          <p:cNvSpPr txBox="1"/>
          <p:nvPr/>
        </p:nvSpPr>
        <p:spPr>
          <a:xfrm>
            <a:off x="758952" y="1234440"/>
            <a:ext cx="10674096" cy="5120640"/>
          </a:xfrm>
          <a:prstGeom prst="rect">
            <a:avLst/>
          </a:prstGeom>
          <a:noFill/>
        </p:spPr>
        <p:txBody>
          <a:bodyPr wrap="square">
            <a:spAutoFit/>
          </a:bodyPr>
          <a:lstStyle/>
          <a:p>
            <a:pPr>
              <a:lnSpc>
                <a:spcPct val="105000"/>
              </a:lnSpc>
              <a:spcBef>
                <a:spcPts val="600"/>
              </a:spcBef>
              <a:spcAft>
                <a:spcPts val="1000"/>
              </a:spcAft>
              <a:buNone/>
            </a:pPr>
            <a:r>
              <a:rPr sz="1500" b="0" i="0">
                <a:solidFill>
                  <a:srgbClr val="262626"/>
                </a:solidFill>
                <a:latin typeface="Trebuchet MS"/>
              </a:rPr>
              <a:t>Officials who excel in the Talent Path move into the professional ranks, where the focus shifts to high-stakes match management.</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Yelo League:</a:t>
            </a:r>
            <a:r>
              <a:rPr sz="1500" b="0" i="0">
                <a:solidFill>
                  <a:srgbClr val="262626"/>
                </a:solidFill>
                <a:latin typeface="Trebuchet MS"/>
              </a:rPr>
              <a:t> Serves as the final proving ground before the top flight.</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ROSHN Saudi League (RSL):</a:t>
            </a:r>
            <a:r>
              <a:rPr sz="1500" b="0" i="0">
                <a:solidFill>
                  <a:srgbClr val="262626"/>
                </a:solidFill>
                <a:latin typeface="Trebuchet MS"/>
              </a:rPr>
              <a:t> The highest national category. Promotion to RSL represents the pinnacle of domestic officiating.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International Designation (FIFA Nomination)</a:t>
            </a:r>
          </a:p>
        </p:txBody>
      </p:sp>
      <p:sp>
        <p:nvSpPr>
          <p:cNvPr id="5" name="TextBox 4"/>
          <p:cNvSpPr txBox="1"/>
          <p:nvPr/>
        </p:nvSpPr>
        <p:spPr>
          <a:xfrm>
            <a:off x="758952" y="1234440"/>
            <a:ext cx="10674096" cy="5120640"/>
          </a:xfrm>
          <a:prstGeom prst="rect">
            <a:avLst/>
          </a:prstGeom>
          <a:noFill/>
        </p:spPr>
        <p:txBody>
          <a:bodyPr wrap="square">
            <a:spAutoFit/>
          </a:bodyPr>
          <a:lstStyle/>
          <a:p>
            <a:pPr>
              <a:lnSpc>
                <a:spcPct val="105000"/>
              </a:lnSpc>
              <a:spcBef>
                <a:spcPts val="600"/>
              </a:spcBef>
              <a:spcAft>
                <a:spcPts val="800"/>
              </a:spcAft>
              <a:buNone/>
            </a:pPr>
            <a:r>
              <a:rPr sz="1500" b="0" i="0">
                <a:solidFill>
                  <a:srgbClr val="262626"/>
                </a:solidFill>
                <a:latin typeface="Trebuchet MS"/>
              </a:rPr>
              <a:t>Annually, the best performing officials are identified for potential nomination to the FIFA International List.</a:t>
            </a:r>
          </a:p>
          <a:p>
            <a:pPr>
              <a:lnSpc>
                <a:spcPct val="105000"/>
              </a:lnSpc>
              <a:spcBef>
                <a:spcPts val="600"/>
              </a:spcBef>
              <a:spcAft>
                <a:spcPts val="800"/>
              </a:spcAft>
              <a:buNone/>
            </a:pPr>
            <a:r>
              <a:rPr sz="1500" b="0" i="0">
                <a:solidFill>
                  <a:srgbClr val="262626"/>
                </a:solidFill>
                <a:latin typeface="Trebuchet MS"/>
              </a:rPr>
              <a:t>Beyond technical excellence, candidates must meet specific age requirements as of January 1st of the nomination year:</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Referees:</a:t>
            </a:r>
            <a:r>
              <a:rPr sz="1500" b="0" i="0">
                <a:solidFill>
                  <a:srgbClr val="262626"/>
                </a:solidFill>
                <a:latin typeface="Trebuchet MS"/>
              </a:rPr>
              <a:t> Must be younger than 33 years old.</a:t>
            </a:r>
          </a:p>
          <a:p>
            <a:pPr marL="274320" indent="-201168">
              <a:lnSpc>
                <a:spcPct val="105000"/>
              </a:lnSpc>
              <a:spcBef>
                <a:spcPts val="600"/>
              </a:spcBef>
              <a:spcAft>
                <a:spcPts val="200"/>
              </a:spcAft>
              <a:buClr>
                <a:srgbClr val="287159"/>
              </a:buClr>
              <a:buFont typeface="Arial"/>
              <a:buChar char="▪"/>
            </a:pPr>
            <a:r>
              <a:rPr sz="1500" b="1" i="0">
                <a:solidFill>
                  <a:srgbClr val="16654B"/>
                </a:solidFill>
                <a:latin typeface="Trebuchet MS"/>
              </a:rPr>
              <a:t>Assistant Referees:</a:t>
            </a:r>
            <a:r>
              <a:rPr sz="1500" b="0" i="0">
                <a:solidFill>
                  <a:srgbClr val="262626"/>
                </a:solidFill>
                <a:latin typeface="Trebuchet MS"/>
              </a:rPr>
              <a:t> Must be younger than 36 years old.</a:t>
            </a:r>
          </a:p>
          <a:p>
            <a:pPr>
              <a:lnSpc>
                <a:spcPct val="105000"/>
              </a:lnSpc>
              <a:spcBef>
                <a:spcPts val="1000"/>
              </a:spcBef>
              <a:spcAft>
                <a:spcPts val="200"/>
              </a:spcAft>
              <a:buNone/>
            </a:pPr>
            <a:r>
              <a:rPr sz="1400" b="0" i="1">
                <a:solidFill>
                  <a:srgbClr val="287159"/>
                </a:solidFill>
                <a:latin typeface="Trebuchet MS"/>
              </a:rPr>
              <a:t>This rigorous pathway ensures that only the most capable, physically fit, and technically proficient officials represent the organization at the highest levels of world football.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Entry Requirements</a:t>
            </a:r>
          </a:p>
        </p:txBody>
      </p:sp>
      <p:sp>
        <p:nvSpPr>
          <p:cNvPr id="5" name="TextBox 4"/>
          <p:cNvSpPr txBox="1"/>
          <p:nvPr/>
        </p:nvSpPr>
        <p:spPr>
          <a:xfrm>
            <a:off x="758952" y="1234440"/>
            <a:ext cx="10674096" cy="5120640"/>
          </a:xfrm>
          <a:prstGeom prst="rect">
            <a:avLst/>
          </a:prstGeom>
          <a:noFill/>
        </p:spPr>
        <p:txBody>
          <a:bodyPr wrap="square">
            <a:spAutoFit/>
          </a:bodyPr>
          <a:lstStyle/>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Age Specifications:</a:t>
            </a:r>
            <a:r>
              <a:rPr sz="1500" b="0" i="0">
                <a:solidFill>
                  <a:srgbClr val="262626"/>
                </a:solidFill>
                <a:latin typeface="Trebuchet MS"/>
              </a:rPr>
              <a:t> Entry into the Talent Path is strictly capped. Currently set at 30 years old, this limit will be reduced to 28 beginning in the 2027/2028 season to focus on long-term youth integration.</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Physical &amp; Medical Standards:</a:t>
            </a:r>
            <a:r>
              <a:rPr sz="1500" b="0" i="0">
                <a:solidFill>
                  <a:srgbClr val="262626"/>
                </a:solidFill>
                <a:latin typeface="Trebuchet MS"/>
              </a:rPr>
              <a:t> Comprehensive medical clearance and baseline physical fitness metrics tailored to specific regional or national testing protocols.</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Professional Integrity:</a:t>
            </a:r>
            <a:r>
              <a:rPr sz="1500" b="0" i="0">
                <a:solidFill>
                  <a:srgbClr val="262626"/>
                </a:solidFill>
                <a:latin typeface="Trebuchet MS"/>
              </a:rPr>
              <a:t> Unblemished background reflecting the core values of fair play, supported by requisite language proficiencies (English required for elite/international tiers).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Training is tiered according to the referee's classification</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Education and Training Programme</a:t>
            </a:r>
          </a:p>
        </p:txBody>
      </p:sp>
      <p:sp>
        <p:nvSpPr>
          <p:cNvPr id="5" name="TextBox 4"/>
          <p:cNvSpPr txBox="1"/>
          <p:nvPr/>
        </p:nvSpPr>
        <p:spPr>
          <a:xfrm>
            <a:off x="758952" y="1371600"/>
            <a:ext cx="10674096" cy="4983480"/>
          </a:xfrm>
          <a:prstGeom prst="rect">
            <a:avLst/>
          </a:prstGeom>
          <a:noFill/>
        </p:spPr>
        <p:txBody>
          <a:bodyPr wrap="square">
            <a:spAutoFit/>
          </a:bodyPr>
          <a:lstStyle/>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Technical Proficiency:</a:t>
            </a:r>
            <a:r>
              <a:rPr sz="1500" b="0" i="0">
                <a:solidFill>
                  <a:srgbClr val="262626"/>
                </a:solidFill>
                <a:latin typeface="Trebuchet MS"/>
              </a:rPr>
              <a:t> Rigorous study of the Laws of the Game, continuous law updates, and extensive video analysis focused on match management, positioning, and movement.</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Practical Application:</a:t>
            </a:r>
            <a:r>
              <a:rPr sz="1500" b="0" i="0">
                <a:solidFill>
                  <a:srgbClr val="262626"/>
                </a:solidFill>
                <a:latin typeface="Trebuchet MS"/>
              </a:rPr>
              <a:t> Integration of practice matches, high-fidelity simulations, and structured coaching.</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Personal Development:</a:t>
            </a:r>
            <a:r>
              <a:rPr sz="1500" b="0" i="0">
                <a:solidFill>
                  <a:srgbClr val="262626"/>
                </a:solidFill>
                <a:latin typeface="Trebuchet MS"/>
              </a:rPr>
              <a:t> Seminars on communication skills, on-field leadership, media handling, and stress management under high-stakes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Physical readiness is a non-negotiable metric for modern officiating</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Fitness and Physical Preparation</a:t>
            </a:r>
          </a:p>
        </p:txBody>
      </p:sp>
      <p:sp>
        <p:nvSpPr>
          <p:cNvPr id="5" name="TextBox 4"/>
          <p:cNvSpPr txBox="1"/>
          <p:nvPr/>
        </p:nvSpPr>
        <p:spPr>
          <a:xfrm>
            <a:off x="758952" y="1371600"/>
            <a:ext cx="10674096" cy="4983480"/>
          </a:xfrm>
          <a:prstGeom prst="rect">
            <a:avLst/>
          </a:prstGeom>
          <a:noFill/>
        </p:spPr>
        <p:txBody>
          <a:bodyPr wrap="square">
            <a:spAutoFit/>
          </a:bodyPr>
          <a:lstStyle/>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Testing Frequency:</a:t>
            </a:r>
            <a:r>
              <a:rPr sz="1500" b="0" i="0">
                <a:solidFill>
                  <a:srgbClr val="262626"/>
                </a:solidFill>
                <a:latin typeface="Trebuchet MS"/>
              </a:rPr>
              <a:t> Pre-season and mid-season mandatory fitness tests utilizing standardized FIFA/AFC sprint and endurance protocols.</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Monitoring:</a:t>
            </a:r>
            <a:r>
              <a:rPr sz="1500" b="0" i="0">
                <a:solidFill>
                  <a:srgbClr val="262626"/>
                </a:solidFill>
                <a:latin typeface="Trebuchet MS"/>
              </a:rPr>
              <a:t> Use of GPS and heart-rate tracking to monitor matchday loads and training intensity.</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Support Structure:</a:t>
            </a:r>
            <a:r>
              <a:rPr sz="1500" b="0" i="0">
                <a:solidFill>
                  <a:srgbClr val="262626"/>
                </a:solidFill>
                <a:latin typeface="Trebuchet MS"/>
              </a:rPr>
              <a:t> Individualized training plans, nutritional guidance, and injury prevention strategies overseen by dedicated fitness coaches.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Performance Assessment</a:t>
            </a:r>
          </a:p>
        </p:txBody>
      </p:sp>
      <p:sp>
        <p:nvSpPr>
          <p:cNvPr id="5" name="TextBox 4"/>
          <p:cNvSpPr txBox="1"/>
          <p:nvPr/>
        </p:nvSpPr>
        <p:spPr>
          <a:xfrm>
            <a:off x="758952" y="1234440"/>
            <a:ext cx="10674096" cy="5120640"/>
          </a:xfrm>
          <a:prstGeom prst="rect">
            <a:avLst/>
          </a:prstGeom>
          <a:noFill/>
        </p:spPr>
        <p:txBody>
          <a:bodyPr wrap="square">
            <a:spAutoFit/>
          </a:bodyPr>
          <a:lstStyle/>
          <a:p>
            <a:pPr>
              <a:lnSpc>
                <a:spcPct val="105000"/>
              </a:lnSpc>
              <a:spcBef>
                <a:spcPts val="600"/>
              </a:spcBef>
              <a:spcAft>
                <a:spcPts val="800"/>
              </a:spcAft>
              <a:buNone/>
            </a:pPr>
            <a:r>
              <a:rPr sz="1500" b="0" i="0">
                <a:solidFill>
                  <a:srgbClr val="262626"/>
                </a:solidFill>
                <a:latin typeface="Trebuchet MS"/>
              </a:rPr>
              <a:t>Assessments transition from Regional Committee oversight (Youth level) to specialized National Department assessors (Talent/Elite levels).</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Key Evaluation Criteria:</a:t>
            </a:r>
            <a:r>
              <a:rPr sz="1500" b="0" i="0">
                <a:solidFill>
                  <a:srgbClr val="262626"/>
                </a:solidFill>
                <a:latin typeface="Trebuchet MS"/>
              </a:rPr>
              <a:t> Decision-making accuracy, match control, personality and presence, teamwork, positioning, and English proficiency (for top tiers).</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Weighting:</a:t>
            </a:r>
            <a:r>
              <a:rPr sz="1500" b="0" i="0">
                <a:solidFill>
                  <a:srgbClr val="262626"/>
                </a:solidFill>
                <a:latin typeface="Trebuchet MS"/>
              </a:rPr>
              <a:t> Heavy emphasis is placed on Key Match Incidents (KMIs) and overall game management under pressure.</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U18 Threshold:</a:t>
            </a:r>
            <a:r>
              <a:rPr sz="1500" b="0" i="0">
                <a:solidFill>
                  <a:srgbClr val="262626"/>
                </a:solidFill>
                <a:latin typeface="Trebuchet MS"/>
              </a:rPr>
              <a:t> A mandatory 10-round intensive review dictates whether a candidate enters the Talent Path or the Standard Progression.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Career mobility is governed by transparent, performance-driven quotas</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Promotion and Demotion Mechanisms</a:t>
            </a:r>
          </a:p>
        </p:txBody>
      </p:sp>
      <p:sp>
        <p:nvSpPr>
          <p:cNvPr id="5" name="TextBox 4"/>
          <p:cNvSpPr txBox="1"/>
          <p:nvPr/>
        </p:nvSpPr>
        <p:spPr>
          <a:xfrm>
            <a:off x="758952" y="1371600"/>
            <a:ext cx="10674096" cy="4983480"/>
          </a:xfrm>
          <a:prstGeom prst="rect">
            <a:avLst/>
          </a:prstGeom>
          <a:noFill/>
        </p:spPr>
        <p:txBody>
          <a:bodyPr wrap="square">
            <a:spAutoFit/>
          </a:bodyPr>
          <a:lstStyle/>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Talent Path (U21) Dynamics:</a:t>
            </a:r>
            <a:r>
              <a:rPr sz="1500" b="0" i="0">
                <a:solidFill>
                  <a:srgbClr val="262626"/>
                </a:solidFill>
                <a:latin typeface="Trebuchet MS"/>
              </a:rPr>
              <a:t> Officials have a maximum tenure of 3 years. Post-tenure, officials failing to secure promotion to the Yelo League are reclassified to the 3rd Division.</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Elite Promotion:</a:t>
            </a:r>
            <a:r>
              <a:rPr sz="1500" b="0" i="0">
                <a:solidFill>
                  <a:srgbClr val="262626"/>
                </a:solidFill>
                <a:latin typeface="Trebuchet MS"/>
              </a:rPr>
              <a:t> Advancement to the ROSHN Saudi League requires consistent excellence across technical, physical, and behavioral KPIs.</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Demotion:</a:t>
            </a:r>
            <a:r>
              <a:rPr sz="1500" b="0" i="0">
                <a:solidFill>
                  <a:srgbClr val="262626"/>
                </a:solidFill>
                <a:latin typeface="Trebuchet MS"/>
              </a:rPr>
              <a:t> Triggered by sustained poor performance ratings, failure of fitness tests, or breaches of professionalism.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Talent Identification</a:t>
            </a:r>
          </a:p>
        </p:txBody>
      </p:sp>
      <p:sp>
        <p:nvSpPr>
          <p:cNvPr id="5" name="TextBox 4"/>
          <p:cNvSpPr txBox="1"/>
          <p:nvPr/>
        </p:nvSpPr>
        <p:spPr>
          <a:xfrm>
            <a:off x="758952" y="1371600"/>
            <a:ext cx="10674096" cy="4983480"/>
          </a:xfrm>
          <a:prstGeom prst="rect">
            <a:avLst/>
          </a:prstGeom>
          <a:noFill/>
        </p:spPr>
        <p:txBody>
          <a:bodyPr wrap="square">
            <a:spAutoFit/>
          </a:bodyPr>
          <a:lstStyle/>
          <a:p>
            <a:pPr>
              <a:lnSpc>
                <a:spcPct val="105000"/>
              </a:lnSpc>
              <a:spcBef>
                <a:spcPts val="600"/>
              </a:spcBef>
              <a:spcAft>
                <a:spcPts val="1000"/>
              </a:spcAft>
              <a:buNone/>
            </a:pPr>
            <a:r>
              <a:rPr sz="1600" b="0" i="0">
                <a:solidFill>
                  <a:srgbClr val="262626"/>
                </a:solidFill>
                <a:latin typeface="Trebuchet MS"/>
              </a:rPr>
              <a:t>A proactive scouting network identifies officials demonstrating advanced competencies early in their careers.</a:t>
            </a:r>
          </a:p>
          <a:p>
            <a:pPr>
              <a:lnSpc>
                <a:spcPct val="105000"/>
              </a:lnSpc>
              <a:spcBef>
                <a:spcPts val="600"/>
              </a:spcBef>
              <a:spcAft>
                <a:spcPts val="800"/>
              </a:spcAft>
              <a:buNone/>
            </a:pPr>
            <a:r>
              <a:rPr sz="1600" b="0" i="0">
                <a:solidFill>
                  <a:srgbClr val="262626"/>
                </a:solidFill>
                <a:latin typeface="Trebuchet MS"/>
              </a:rPr>
              <a:t>Talented individuals are not restricted to sequential categorical progression: highly-rated officials can skip youth tiers to directly enter the Talent Path prior to U21, accelerating their exposure to national-level coaching.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Coaching and Mentoring</a:t>
            </a:r>
          </a:p>
        </p:txBody>
      </p:sp>
      <p:sp>
        <p:nvSpPr>
          <p:cNvPr id="5" name="TextBox 4"/>
          <p:cNvSpPr txBox="1"/>
          <p:nvPr/>
        </p:nvSpPr>
        <p:spPr>
          <a:xfrm>
            <a:off x="758952" y="1371600"/>
            <a:ext cx="10674096" cy="4983480"/>
          </a:xfrm>
          <a:prstGeom prst="rect">
            <a:avLst/>
          </a:prstGeom>
          <a:noFill/>
        </p:spPr>
        <p:txBody>
          <a:bodyPr wrap="square">
            <a:spAutoFit/>
          </a:bodyPr>
          <a:lstStyle/>
          <a:p>
            <a:pPr>
              <a:lnSpc>
                <a:spcPct val="105000"/>
              </a:lnSpc>
              <a:spcBef>
                <a:spcPts val="600"/>
              </a:spcBef>
              <a:spcAft>
                <a:spcPts val="1000"/>
              </a:spcAft>
              <a:buNone/>
            </a:pPr>
            <a:r>
              <a:rPr sz="1600" b="0" i="0">
                <a:solidFill>
                  <a:srgbClr val="262626"/>
                </a:solidFill>
                <a:latin typeface="Trebuchet MS"/>
              </a:rPr>
              <a:t>A structured mentorship program pairs active Elite and International officials with Emerging Talent.</a:t>
            </a:r>
          </a:p>
          <a:p>
            <a:pPr>
              <a:lnSpc>
                <a:spcPct val="105000"/>
              </a:lnSpc>
              <a:spcBef>
                <a:spcPts val="600"/>
              </a:spcBef>
              <a:spcAft>
                <a:spcPts val="600"/>
              </a:spcAft>
              <a:buNone/>
            </a:pPr>
            <a:r>
              <a:rPr sz="1600" b="0" i="0">
                <a:solidFill>
                  <a:srgbClr val="262626"/>
                </a:solidFill>
                <a:latin typeface="Trebuchet MS"/>
              </a:rPr>
              <a:t>This includes:</a:t>
            </a:r>
          </a:p>
          <a:p>
            <a:pPr marL="274320" indent="-201168">
              <a:lnSpc>
                <a:spcPct val="105000"/>
              </a:lnSpc>
              <a:spcBef>
                <a:spcPts val="600"/>
              </a:spcBef>
              <a:spcAft>
                <a:spcPts val="200"/>
              </a:spcAft>
              <a:buClr>
                <a:srgbClr val="287159"/>
              </a:buClr>
              <a:buFont typeface="Arial"/>
              <a:buChar char="▪"/>
            </a:pPr>
            <a:r>
              <a:rPr sz="1500" b="0" i="0">
                <a:solidFill>
                  <a:srgbClr val="262626"/>
                </a:solidFill>
                <a:latin typeface="Trebuchet MS"/>
              </a:rPr>
              <a:t>Regular video-feedback sessions</a:t>
            </a:r>
          </a:p>
          <a:p>
            <a:pPr marL="274320" indent="-201168">
              <a:lnSpc>
                <a:spcPct val="105000"/>
              </a:lnSpc>
              <a:spcBef>
                <a:spcPts val="600"/>
              </a:spcBef>
              <a:spcAft>
                <a:spcPts val="200"/>
              </a:spcAft>
              <a:buClr>
                <a:srgbClr val="287159"/>
              </a:buClr>
              <a:buFont typeface="Arial"/>
              <a:buChar char="▪"/>
            </a:pPr>
            <a:r>
              <a:rPr sz="1500" b="0" i="0">
                <a:solidFill>
                  <a:srgbClr val="262626"/>
                </a:solidFill>
                <a:latin typeface="Trebuchet MS"/>
              </a:rPr>
              <a:t>Individual Development Plan (IDP) formulation</a:t>
            </a:r>
          </a:p>
          <a:p>
            <a:pPr marL="274320" indent="-201168">
              <a:lnSpc>
                <a:spcPct val="105000"/>
              </a:lnSpc>
              <a:spcBef>
                <a:spcPts val="600"/>
              </a:spcBef>
              <a:spcAft>
                <a:spcPts val="200"/>
              </a:spcAft>
              <a:buClr>
                <a:srgbClr val="287159"/>
              </a:buClr>
              <a:buFont typeface="Arial"/>
              <a:buChar char="▪"/>
            </a:pPr>
            <a:r>
              <a:rPr sz="1500" b="0" i="0">
                <a:solidFill>
                  <a:srgbClr val="262626"/>
                </a:solidFill>
                <a:latin typeface="Trebuchet MS"/>
              </a:rPr>
              <a:t>Comprehensive annual reviews to ensure trajectory alignment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Specialized training stages for VAR/AVAR certification</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VAR Pathway</a:t>
            </a:r>
          </a:p>
        </p:txBody>
      </p:sp>
      <p:sp>
        <p:nvSpPr>
          <p:cNvPr id="5" name="TextBox 4"/>
          <p:cNvSpPr txBox="1"/>
          <p:nvPr/>
        </p:nvSpPr>
        <p:spPr>
          <a:xfrm>
            <a:off x="758952" y="1371600"/>
            <a:ext cx="10674096" cy="4983480"/>
          </a:xfrm>
          <a:prstGeom prst="rect">
            <a:avLst/>
          </a:prstGeom>
          <a:noFill/>
        </p:spPr>
        <p:txBody>
          <a:bodyPr wrap="square">
            <a:spAutoFit/>
          </a:bodyPr>
          <a:lstStyle/>
          <a:p>
            <a:pPr>
              <a:lnSpc>
                <a:spcPct val="105000"/>
              </a:lnSpc>
              <a:spcBef>
                <a:spcPts val="600"/>
              </a:spcBef>
              <a:spcAft>
                <a:spcPts val="1000"/>
              </a:spcAft>
              <a:buNone/>
            </a:pPr>
            <a:r>
              <a:rPr sz="1600" b="0" i="0">
                <a:solidFill>
                  <a:srgbClr val="262626"/>
                </a:solidFill>
                <a:latin typeface="Trebuchet MS"/>
              </a:rPr>
              <a:t>1.  Selection of Elite Referees or Elite Assistant Referees</a:t>
            </a:r>
          </a:p>
          <a:p>
            <a:pPr>
              <a:lnSpc>
                <a:spcPct val="105000"/>
              </a:lnSpc>
              <a:spcBef>
                <a:spcPts val="600"/>
              </a:spcBef>
              <a:spcAft>
                <a:spcPts val="1000"/>
              </a:spcAft>
              <a:buNone/>
            </a:pPr>
            <a:r>
              <a:rPr sz="1600" b="0" i="0">
                <a:solidFill>
                  <a:srgbClr val="262626"/>
                </a:solidFill>
                <a:latin typeface="Trebuchet MS"/>
              </a:rPr>
              <a:t>2.  Completion of the VAR Introductory Theoretical Course</a:t>
            </a:r>
          </a:p>
          <a:p>
            <a:pPr>
              <a:lnSpc>
                <a:spcPct val="105000"/>
              </a:lnSpc>
              <a:spcBef>
                <a:spcPts val="600"/>
              </a:spcBef>
              <a:spcAft>
                <a:spcPts val="1000"/>
              </a:spcAft>
              <a:buNone/>
            </a:pPr>
            <a:r>
              <a:rPr sz="1600" b="0" i="0">
                <a:solidFill>
                  <a:srgbClr val="262626"/>
                </a:solidFill>
                <a:latin typeface="Trebuchet MS"/>
              </a:rPr>
              <a:t>3.  Offline Simulator Training (familiarization with software protocols)</a:t>
            </a:r>
          </a:p>
          <a:p>
            <a:pPr>
              <a:lnSpc>
                <a:spcPct val="105000"/>
              </a:lnSpc>
              <a:spcBef>
                <a:spcPts val="600"/>
              </a:spcBef>
              <a:spcAft>
                <a:spcPts val="1000"/>
              </a:spcAft>
              <a:buNone/>
            </a:pPr>
            <a:r>
              <a:rPr sz="1600" b="0" i="0">
                <a:solidFill>
                  <a:srgbClr val="262626"/>
                </a:solidFill>
                <a:latin typeface="Trebuchet MS"/>
              </a:rPr>
              <a:t>4.  Live Match Training (non-intervening shadow matches)</a:t>
            </a:r>
          </a:p>
          <a:p>
            <a:pPr>
              <a:lnSpc>
                <a:spcPct val="105000"/>
              </a:lnSpc>
              <a:spcBef>
                <a:spcPts val="600"/>
              </a:spcBef>
              <a:spcAft>
                <a:spcPts val="1000"/>
              </a:spcAft>
              <a:buNone/>
            </a:pPr>
            <a:r>
              <a:rPr sz="1600" b="0" i="0">
                <a:solidFill>
                  <a:srgbClr val="262626"/>
                </a:solidFill>
                <a:latin typeface="Trebuchet MS"/>
              </a:rPr>
              <a:t>5.  Formal Certification and Continuous Quality Assessment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International Pathway</a:t>
            </a:r>
          </a:p>
        </p:txBody>
      </p:sp>
      <p:sp>
        <p:nvSpPr>
          <p:cNvPr id="5" name="TextBox 4"/>
          <p:cNvSpPr txBox="1"/>
          <p:nvPr/>
        </p:nvSpPr>
        <p:spPr>
          <a:xfrm>
            <a:off x="758952" y="1371600"/>
            <a:ext cx="10674096" cy="4983480"/>
          </a:xfrm>
          <a:prstGeom prst="rect">
            <a:avLst/>
          </a:prstGeom>
          <a:noFill/>
        </p:spPr>
        <p:txBody>
          <a:bodyPr wrap="square">
            <a:spAutoFit/>
          </a:bodyPr>
          <a:lstStyle/>
          <a:p>
            <a:pPr>
              <a:lnSpc>
                <a:spcPct val="105000"/>
              </a:lnSpc>
              <a:spcBef>
                <a:spcPts val="600"/>
              </a:spcBef>
              <a:spcAft>
                <a:spcPts val="1000"/>
              </a:spcAft>
              <a:buNone/>
            </a:pPr>
            <a:r>
              <a:rPr sz="1600" b="0" i="0">
                <a:solidFill>
                  <a:srgbClr val="262626"/>
                </a:solidFill>
                <a:latin typeface="Trebuchet MS"/>
              </a:rPr>
              <a:t>Elevation to the FIFA list represents the pinnacle of the pathway. Candidates are drawn exclusively from the Elite category.</a:t>
            </a:r>
          </a:p>
          <a:p>
            <a:pPr>
              <a:lnSpc>
                <a:spcPct val="105000"/>
              </a:lnSpc>
              <a:spcBef>
                <a:spcPts val="600"/>
              </a:spcBef>
              <a:spcAft>
                <a:spcPts val="600"/>
              </a:spcAft>
              <a:buNone/>
            </a:pPr>
            <a:r>
              <a:rPr sz="1600" b="0" i="0">
                <a:solidFill>
                  <a:srgbClr val="262626"/>
                </a:solidFill>
                <a:latin typeface="Trebuchet MS"/>
              </a:rPr>
              <a:t>The nomination process stringently evaluates:</a:t>
            </a:r>
          </a:p>
          <a:p>
            <a:pPr marL="274320" indent="-201168">
              <a:lnSpc>
                <a:spcPct val="105000"/>
              </a:lnSpc>
              <a:spcBef>
                <a:spcPts val="600"/>
              </a:spcBef>
              <a:spcAft>
                <a:spcPts val="200"/>
              </a:spcAft>
              <a:buClr>
                <a:srgbClr val="287159"/>
              </a:buClr>
              <a:buFont typeface="Arial"/>
              <a:buChar char="▪"/>
            </a:pPr>
            <a:r>
              <a:rPr sz="1500" b="0" i="0">
                <a:solidFill>
                  <a:srgbClr val="262626"/>
                </a:solidFill>
                <a:latin typeface="Trebuchet MS"/>
              </a:rPr>
              <a:t>English proficiency</a:t>
            </a:r>
          </a:p>
          <a:p>
            <a:pPr marL="274320" indent="-201168">
              <a:lnSpc>
                <a:spcPct val="105000"/>
              </a:lnSpc>
              <a:spcBef>
                <a:spcPts val="600"/>
              </a:spcBef>
              <a:spcAft>
                <a:spcPts val="200"/>
              </a:spcAft>
              <a:buClr>
                <a:srgbClr val="287159"/>
              </a:buClr>
              <a:buFont typeface="Arial"/>
              <a:buChar char="▪"/>
            </a:pPr>
            <a:r>
              <a:rPr sz="1500" b="0" i="0">
                <a:solidFill>
                  <a:srgbClr val="262626"/>
                </a:solidFill>
                <a:latin typeface="Trebuchet MS"/>
              </a:rPr>
              <a:t>Exceptional fitness metrics</a:t>
            </a:r>
          </a:p>
          <a:p>
            <a:pPr marL="274320" indent="-201168">
              <a:lnSpc>
                <a:spcPct val="105000"/>
              </a:lnSpc>
              <a:spcBef>
                <a:spcPts val="600"/>
              </a:spcBef>
              <a:spcAft>
                <a:spcPts val="200"/>
              </a:spcAft>
              <a:buClr>
                <a:srgbClr val="287159"/>
              </a:buClr>
              <a:buFont typeface="Arial"/>
              <a:buChar char="▪"/>
            </a:pPr>
            <a:r>
              <a:rPr sz="1500" b="0" i="0">
                <a:solidFill>
                  <a:srgbClr val="262626"/>
                </a:solidFill>
                <a:latin typeface="Trebuchet MS"/>
              </a:rPr>
              <a:t>An impeccable track record in domestic matches</a:t>
            </a:r>
          </a:p>
          <a:p>
            <a:pPr marL="274320" indent="-201168">
              <a:lnSpc>
                <a:spcPct val="105000"/>
              </a:lnSpc>
              <a:spcBef>
                <a:spcPts val="600"/>
              </a:spcBef>
              <a:spcAft>
                <a:spcPts val="200"/>
              </a:spcAft>
              <a:buClr>
                <a:srgbClr val="287159"/>
              </a:buClr>
              <a:buFont typeface="Arial"/>
              <a:buChar char="▪"/>
            </a:pPr>
            <a:r>
              <a:rPr sz="1500" b="0" i="0">
                <a:solidFill>
                  <a:srgbClr val="262626"/>
                </a:solidFill>
                <a:latin typeface="Trebuchet MS"/>
              </a:rPr>
              <a:t>Age compliance — Referees &lt;33; Assistant Referees &lt;36 on January 1st of the nomination year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A synchronized national calendar provides stability and foresight</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Annual Calendar</a:t>
            </a:r>
          </a:p>
        </p:txBody>
      </p:sp>
      <p:sp>
        <p:nvSpPr>
          <p:cNvPr id="5" name="TextBox 4"/>
          <p:cNvSpPr txBox="1"/>
          <p:nvPr/>
        </p:nvSpPr>
        <p:spPr>
          <a:xfrm>
            <a:off x="758952" y="1371600"/>
            <a:ext cx="10674096" cy="4983480"/>
          </a:xfrm>
          <a:prstGeom prst="rect">
            <a:avLst/>
          </a:prstGeom>
          <a:noFill/>
        </p:spPr>
        <p:txBody>
          <a:bodyPr wrap="square">
            <a:spAutoFit/>
          </a:bodyPr>
          <a:lstStyle/>
          <a:p/>
          <a:p>
            <a:pPr marL="274320" indent="-201168">
              <a:lnSpc>
                <a:spcPct val="105000"/>
              </a:lnSpc>
              <a:spcBef>
                <a:spcPts val="600"/>
              </a:spcBef>
              <a:spcAft>
                <a:spcPts val="1000"/>
              </a:spcAft>
              <a:buClr>
                <a:srgbClr val="287159"/>
              </a:buClr>
              <a:buFont typeface="Arial"/>
              <a:buChar char="▪"/>
            </a:pPr>
            <a:r>
              <a:rPr sz="1500" b="1" i="0">
                <a:solidFill>
                  <a:srgbClr val="16654B"/>
                </a:solidFill>
                <a:latin typeface="Trebuchet MS"/>
              </a:rPr>
              <a:t>Pre-Season:</a:t>
            </a:r>
            <a:r>
              <a:rPr sz="1500" b="0" i="0">
                <a:solidFill>
                  <a:srgbClr val="262626"/>
                </a:solidFill>
                <a:latin typeface="Trebuchet MS"/>
              </a:rPr>
              <a:t> Intensive training camps, medical screenings, and initial fitness tests.</a:t>
            </a:r>
          </a:p>
          <a:p>
            <a:pPr marL="274320" indent="-201168">
              <a:lnSpc>
                <a:spcPct val="105000"/>
              </a:lnSpc>
              <a:spcBef>
                <a:spcPts val="600"/>
              </a:spcBef>
              <a:spcAft>
                <a:spcPts val="1000"/>
              </a:spcAft>
              <a:buClr>
                <a:srgbClr val="287159"/>
              </a:buClr>
              <a:buFont typeface="Arial"/>
              <a:buChar char="▪"/>
            </a:pPr>
            <a:r>
              <a:rPr sz="1500" b="1" i="0">
                <a:solidFill>
                  <a:srgbClr val="16654B"/>
                </a:solidFill>
                <a:latin typeface="Trebuchet MS"/>
              </a:rPr>
              <a:t>In-Season:</a:t>
            </a:r>
            <a:r>
              <a:rPr sz="1500" b="0" i="0">
                <a:solidFill>
                  <a:srgbClr val="262626"/>
                </a:solidFill>
                <a:latin typeface="Trebuchet MS"/>
              </a:rPr>
              <a:t> Bi-weekly technical seminars, match observation periods, and localized coaching interventions.</a:t>
            </a:r>
          </a:p>
          <a:p>
            <a:pPr marL="274320" indent="-201168">
              <a:lnSpc>
                <a:spcPct val="105000"/>
              </a:lnSpc>
              <a:spcBef>
                <a:spcPts val="600"/>
              </a:spcBef>
              <a:spcAft>
                <a:spcPts val="1000"/>
              </a:spcAft>
              <a:buClr>
                <a:srgbClr val="287159"/>
              </a:buClr>
              <a:buFont typeface="Arial"/>
              <a:buChar char="▪"/>
            </a:pPr>
            <a:r>
              <a:rPr sz="1500" b="1" i="0">
                <a:solidFill>
                  <a:srgbClr val="16654B"/>
                </a:solidFill>
                <a:latin typeface="Trebuchet MS"/>
              </a:rPr>
              <a:t>Post-Season:</a:t>
            </a:r>
            <a:r>
              <a:rPr sz="1500" b="0" i="0">
                <a:solidFill>
                  <a:srgbClr val="262626"/>
                </a:solidFill>
                <a:latin typeface="Trebuchet MS"/>
              </a:rPr>
              <a:t> Promotion and demotion committee meetings, annual performance reviews, and international nomination finalizations.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Managed by a centralized organizational chart for standardization and transparency</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Governance and Operational Structure</a:t>
            </a:r>
          </a:p>
        </p:txBody>
      </p:sp>
      <p:sp>
        <p:nvSpPr>
          <p:cNvPr id="5" name="TextBox 4"/>
          <p:cNvSpPr txBox="1"/>
          <p:nvPr/>
        </p:nvSpPr>
        <p:spPr>
          <a:xfrm>
            <a:off x="758952" y="1371600"/>
            <a:ext cx="10674096" cy="4983480"/>
          </a:xfrm>
          <a:prstGeom prst="rect">
            <a:avLst/>
          </a:prstGeom>
          <a:noFill/>
        </p:spPr>
        <p:txBody>
          <a:bodyPr wrap="square">
            <a:spAutoFit/>
          </a:bodyPr>
          <a:lstStyle/>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Referees Committee:</a:t>
            </a:r>
            <a:r>
              <a:rPr sz="1500" b="0" i="0">
                <a:solidFill>
                  <a:srgbClr val="262626"/>
                </a:solidFill>
                <a:latin typeface="Trebuchet MS"/>
              </a:rPr>
              <a:t> Final authority on promotions, demotions, and strategic shifts.</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Chief Refereeing Officer &amp; Technical Director:</a:t>
            </a:r>
            <a:r>
              <a:rPr sz="1500" b="0" i="0">
                <a:solidFill>
                  <a:srgbClr val="262626"/>
                </a:solidFill>
                <a:latin typeface="Trebuchet MS"/>
              </a:rPr>
              <a:t> Oversees syllabus development and tactical alignment.</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Specialized Roles:</a:t>
            </a:r>
            <a:r>
              <a:rPr sz="1500" b="0" i="0">
                <a:solidFill>
                  <a:srgbClr val="262626"/>
                </a:solidFill>
                <a:latin typeface="Trebuchet MS"/>
              </a:rPr>
              <a:t> Dedicated Assistant Referee Managers, VAR Department leads, and specific Instructors to maintain granular oversight of all officiating disciplines.</a:t>
            </a:r>
          </a:p>
          <a:p>
            <a:pPr marL="274320" indent="-201168">
              <a:lnSpc>
                <a:spcPct val="105000"/>
              </a:lnSpc>
              <a:spcBef>
                <a:spcPts val="600"/>
              </a:spcBef>
              <a:spcAft>
                <a:spcPts val="800"/>
              </a:spcAft>
              <a:buClr>
                <a:srgbClr val="287159"/>
              </a:buClr>
              <a:buFont typeface="Arial"/>
              <a:buChar char="▪"/>
            </a:pPr>
            <a:r>
              <a:rPr sz="1500" b="1" i="0">
                <a:solidFill>
                  <a:srgbClr val="16654B"/>
                </a:solidFill>
                <a:latin typeface="Trebuchet MS"/>
              </a:rPr>
              <a:t>Integrity:</a:t>
            </a:r>
            <a:r>
              <a:rPr sz="1500" b="0" i="0">
                <a:solidFill>
                  <a:srgbClr val="262626"/>
                </a:solidFill>
                <a:latin typeface="Trebuchet MS"/>
              </a:rPr>
              <a:t> Strict conflict-of-interest management and transparent, data-driven decision-making processes.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The efficacy of the Referee Pathway is continuously audited against:</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KPIs and Success Measures</a:t>
            </a:r>
          </a:p>
        </p:txBody>
      </p:sp>
      <p:sp>
        <p:nvSpPr>
          <p:cNvPr id="5" name="TextBox 4"/>
          <p:cNvSpPr txBox="1"/>
          <p:nvPr/>
        </p:nvSpPr>
        <p:spPr>
          <a:xfrm>
            <a:off x="758952" y="1371600"/>
            <a:ext cx="10674096" cy="4983480"/>
          </a:xfrm>
          <a:prstGeom prst="rect">
            <a:avLst/>
          </a:prstGeom>
          <a:noFill/>
        </p:spPr>
        <p:txBody>
          <a:bodyPr wrap="square">
            <a:spAutoFit/>
          </a:bodyPr>
          <a:lstStyle/>
          <a:p/>
          <a:p>
            <a:pPr marL="274320" indent="-201168">
              <a:lnSpc>
                <a:spcPct val="105000"/>
              </a:lnSpc>
              <a:spcBef>
                <a:spcPts val="600"/>
              </a:spcBef>
              <a:spcAft>
                <a:spcPts val="800"/>
              </a:spcAft>
              <a:buClr>
                <a:srgbClr val="287159"/>
              </a:buClr>
              <a:buFont typeface="Arial"/>
              <a:buChar char="▪"/>
            </a:pPr>
            <a:r>
              <a:rPr sz="1500" b="0" i="0">
                <a:solidFill>
                  <a:srgbClr val="262626"/>
                </a:solidFill>
                <a:latin typeface="Trebuchet MS"/>
              </a:rPr>
              <a:t>Reduction in Key Match Incident (KMI) error rates within the Elite tiers</a:t>
            </a:r>
          </a:p>
          <a:p>
            <a:pPr marL="274320" indent="-201168">
              <a:lnSpc>
                <a:spcPct val="105000"/>
              </a:lnSpc>
              <a:spcBef>
                <a:spcPts val="600"/>
              </a:spcBef>
              <a:spcAft>
                <a:spcPts val="800"/>
              </a:spcAft>
              <a:buClr>
                <a:srgbClr val="287159"/>
              </a:buClr>
              <a:buFont typeface="Arial"/>
              <a:buChar char="▪"/>
            </a:pPr>
            <a:r>
              <a:rPr sz="1500" b="0" i="0">
                <a:solidFill>
                  <a:srgbClr val="262626"/>
                </a:solidFill>
                <a:latin typeface="Trebuchet MS"/>
              </a:rPr>
              <a:t>Fitness test pass rates across all national categories (&gt;95% target)</a:t>
            </a:r>
          </a:p>
          <a:p>
            <a:pPr marL="274320" indent="-201168">
              <a:lnSpc>
                <a:spcPct val="105000"/>
              </a:lnSpc>
              <a:spcBef>
                <a:spcPts val="600"/>
              </a:spcBef>
              <a:spcAft>
                <a:spcPts val="800"/>
              </a:spcAft>
              <a:buClr>
                <a:srgbClr val="287159"/>
              </a:buClr>
              <a:buFont typeface="Arial"/>
              <a:buChar char="▪"/>
            </a:pPr>
            <a:r>
              <a:rPr sz="1500" b="0" i="0">
                <a:solidFill>
                  <a:srgbClr val="262626"/>
                </a:solidFill>
                <a:latin typeface="Trebuchet MS"/>
              </a:rPr>
              <a:t>Increase in the number of active, certified Women Referees</a:t>
            </a:r>
          </a:p>
          <a:p>
            <a:pPr marL="274320" indent="-201168">
              <a:lnSpc>
                <a:spcPct val="105000"/>
              </a:lnSpc>
              <a:spcBef>
                <a:spcPts val="600"/>
              </a:spcBef>
              <a:spcAft>
                <a:spcPts val="800"/>
              </a:spcAft>
              <a:buClr>
                <a:srgbClr val="287159"/>
              </a:buClr>
              <a:buFont typeface="Arial"/>
              <a:buChar char="▪"/>
            </a:pPr>
            <a:r>
              <a:rPr sz="1500" b="0" i="0">
                <a:solidFill>
                  <a:srgbClr val="262626"/>
                </a:solidFill>
                <a:latin typeface="Trebuchet MS"/>
              </a:rPr>
              <a:t>Successful placement and retention of officials on the FIFA and AFC lists</a:t>
            </a:r>
          </a:p>
          <a:p>
            <a:pPr marL="274320" indent="-201168">
              <a:lnSpc>
                <a:spcPct val="105000"/>
              </a:lnSpc>
              <a:spcBef>
                <a:spcPts val="600"/>
              </a:spcBef>
              <a:spcAft>
                <a:spcPts val="800"/>
              </a:spcAft>
              <a:buClr>
                <a:srgbClr val="287159"/>
              </a:buClr>
              <a:buFont typeface="Arial"/>
              <a:buChar char="▪"/>
            </a:pPr>
            <a:r>
              <a:rPr sz="1500" b="0" i="0">
                <a:solidFill>
                  <a:srgbClr val="262626"/>
                </a:solidFill>
                <a:latin typeface="Trebuchet MS"/>
              </a:rPr>
              <a:t>Average age reduction within the top professional divisions, demonstrating successful throughput of the Talent Path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Football Referee Evaluation Matrix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Objective and Measurable Criteria</a:t>
            </a:r>
          </a:p>
        </p:txBody>
      </p:sp>
      <p:sp>
        <p:nvSpPr>
          <p:cNvPr id="5" name="TextBox 4"/>
          <p:cNvSpPr txBox="1"/>
          <p:nvPr/>
        </p:nvSpPr>
        <p:spPr>
          <a:xfrm>
            <a:off x="758952" y="1234440"/>
            <a:ext cx="10674096" cy="5120640"/>
          </a:xfrm>
          <a:prstGeom prst="rect">
            <a:avLst/>
          </a:prstGeom>
          <a:noFill/>
        </p:spPr>
        <p:txBody>
          <a:bodyPr wrap="square">
            <a:spAutoFit/>
          </a:bodyPr>
          <a:lstStyle/>
          <a:p>
            <a:pPr>
              <a:lnSpc>
                <a:spcPct val="105000"/>
              </a:lnSpc>
              <a:spcBef>
                <a:spcPts val="600"/>
              </a:spcBef>
              <a:spcAft>
                <a:spcPts val="1000"/>
              </a:spcAft>
              <a:buNone/>
            </a:pPr>
            <a:r>
              <a:rPr sz="1500" b="0" i="0">
                <a:solidFill>
                  <a:srgbClr val="262626"/>
                </a:solidFill>
                <a:latin typeface="Trebuchet MS"/>
              </a:rPr>
              <a:t>To transform a referee's qualities into structured, objective, and measurable data (suitable for database storage and long-term statistical analysis), this system abandons impression-based assessments and utilizes quantifiable metrics.</a:t>
            </a:r>
          </a:p>
          <a:p>
            <a:pPr>
              <a:lnSpc>
                <a:spcPct val="105000"/>
              </a:lnSpc>
              <a:spcBef>
                <a:spcPts val="600"/>
              </a:spcBef>
              <a:spcAft>
                <a:spcPts val="600"/>
              </a:spcAft>
              <a:buNone/>
            </a:pPr>
            <a:r>
              <a:rPr sz="1500" b="1" i="0">
                <a:solidFill>
                  <a:srgbClr val="287159"/>
                </a:solidFill>
                <a:latin typeface="Trebuchet MS"/>
              </a:rPr>
              <a:t>A standard 4-level scale is used to avoid the “middle-ground” bias:</a:t>
            </a:r>
          </a:p>
          <a:p>
            <a:pPr marL="274320" indent="-201168">
              <a:lnSpc>
                <a:spcPct val="105000"/>
              </a:lnSpc>
              <a:spcBef>
                <a:spcPts val="600"/>
              </a:spcBef>
              <a:spcAft>
                <a:spcPts val="200"/>
              </a:spcAft>
              <a:buClr>
                <a:srgbClr val="287159"/>
              </a:buClr>
              <a:buFont typeface="Arial"/>
              <a:buChar char="▪"/>
            </a:pPr>
            <a:r>
              <a:rPr sz="1500" b="0" i="0">
                <a:solidFill>
                  <a:srgbClr val="262626"/>
                </a:solidFill>
                <a:latin typeface="Trebuchet MS"/>
              </a:rPr>
              <a:t>Level 1 — Deficient / Unfit</a:t>
            </a:r>
          </a:p>
          <a:p>
            <a:pPr marL="274320" indent="-201168">
              <a:lnSpc>
                <a:spcPct val="105000"/>
              </a:lnSpc>
              <a:spcBef>
                <a:spcPts val="600"/>
              </a:spcBef>
              <a:spcAft>
                <a:spcPts val="200"/>
              </a:spcAft>
              <a:buClr>
                <a:srgbClr val="287159"/>
              </a:buClr>
              <a:buFont typeface="Arial"/>
              <a:buChar char="▪"/>
            </a:pPr>
            <a:r>
              <a:rPr sz="1500" b="0" i="0">
                <a:solidFill>
                  <a:srgbClr val="262626"/>
                </a:solidFill>
                <a:latin typeface="Trebuchet MS"/>
              </a:rPr>
              <a:t>Level 2 — Basic / Developing</a:t>
            </a:r>
          </a:p>
          <a:p>
            <a:pPr marL="274320" indent="-201168">
              <a:lnSpc>
                <a:spcPct val="105000"/>
              </a:lnSpc>
              <a:spcBef>
                <a:spcPts val="600"/>
              </a:spcBef>
              <a:spcAft>
                <a:spcPts val="200"/>
              </a:spcAft>
              <a:buClr>
                <a:srgbClr val="287159"/>
              </a:buClr>
              <a:buFont typeface="Arial"/>
              <a:buChar char="▪"/>
            </a:pPr>
            <a:r>
              <a:rPr sz="1500" b="0" i="0">
                <a:solidFill>
                  <a:srgbClr val="262626"/>
                </a:solidFill>
                <a:latin typeface="Trebuchet MS"/>
              </a:rPr>
              <a:t>Level 3 — Optimal / Professional Standard</a:t>
            </a:r>
          </a:p>
          <a:p>
            <a:pPr marL="274320" indent="-201168">
              <a:lnSpc>
                <a:spcPct val="105000"/>
              </a:lnSpc>
              <a:spcBef>
                <a:spcPts val="600"/>
              </a:spcBef>
              <a:spcAft>
                <a:spcPts val="200"/>
              </a:spcAft>
              <a:buClr>
                <a:srgbClr val="287159"/>
              </a:buClr>
              <a:buFont typeface="Arial"/>
              <a:buChar char="▪"/>
            </a:pPr>
            <a:r>
              <a:rPr sz="1500" b="0" i="0">
                <a:solidFill>
                  <a:srgbClr val="262626"/>
                </a:solidFill>
                <a:latin typeface="Trebuchet MS"/>
              </a:rPr>
              <a:t>Level 4 — Elite / International Level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Direct quantitative evaluation — from physical tests and GPS/HR match metrics</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1. Physical and Medical</a:t>
            </a:r>
          </a:p>
        </p:txBody>
      </p:sp>
      <p:graphicFrame>
        <p:nvGraphicFramePr>
          <p:cNvPr id="5" name="Table 4"/>
          <p:cNvGraphicFramePr>
            <a:graphicFrameLocks noGrp="1"/>
          </p:cNvGraphicFramePr>
          <p:nvPr/>
        </p:nvGraphicFramePr>
        <p:xfrm>
          <a:off x="457200" y="1325880"/>
          <a:ext cx="11277598" cy="1828800"/>
        </p:xfrm>
        <a:graphic>
          <a:graphicData uri="http://schemas.openxmlformats.org/drawingml/2006/table">
            <a:tbl>
              <a:tblPr>
                <a:tableStyleId>{5C22544A-7EE6-4342-B048-85BDC9FD1C3A}</a:tableStyleId>
              </a:tblPr>
              <a:tblGrid>
                <a:gridCol w="1442483"/>
                <a:gridCol w="2229293"/>
                <a:gridCol w="1967023"/>
                <a:gridCol w="1967023"/>
                <a:gridCol w="1835888"/>
                <a:gridCol w="1835888"/>
              </a:tblGrid>
              <a:tr h="365760">
                <a:tc>
                  <a:txBody>
                    <a:bodyPr wrap="square"/>
                    <a:lstStyle/>
                    <a:p>
                      <a:pPr algn="ctr"/>
                      <a:r>
                        <a:rPr sz="950" b="1" i="0">
                          <a:solidFill>
                            <a:srgbClr val="FFFFFF"/>
                          </a:solidFill>
                          <a:latin typeface="Trebuchet MS"/>
                        </a:rPr>
                        <a:t>Quality</a:t>
                      </a:r>
                    </a:p>
                  </a:txBody>
                  <a:tcPr anchor="ctr" marL="54864" marR="54864" marT="27432" marB="27432">
                    <a:solidFill>
                      <a:srgbClr val="16654B"/>
                    </a:solidFill>
                  </a:tcPr>
                </a:tc>
                <a:tc>
                  <a:txBody>
                    <a:bodyPr wrap="square"/>
                    <a:lstStyle/>
                    <a:p>
                      <a:pPr algn="ctr"/>
                      <a:r>
                        <a:rPr sz="950" b="1" i="0">
                          <a:solidFill>
                            <a:srgbClr val="FFFFFF"/>
                          </a:solidFill>
                          <a:latin typeface="Trebuchet MS"/>
                        </a:rPr>
                        <a:t>Objective Indicator</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1 (Deficient)</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2 (Basic)</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3 (Optimal)</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4 (Elite)</a:t>
                      </a:r>
                    </a:p>
                  </a:txBody>
                  <a:tcPr anchor="ctr" marL="54864" marR="54864" marT="27432" marB="27432">
                    <a:solidFill>
                      <a:srgbClr val="16654B"/>
                    </a:solidFill>
                  </a:tcPr>
                </a:tc>
              </a:tr>
              <a:tr h="365760">
                <a:tc>
                  <a:txBody>
                    <a:bodyPr wrap="square"/>
                    <a:lstStyle/>
                    <a:p>
                      <a:pPr algn="l"/>
                      <a:r>
                        <a:rPr sz="850" b="1" i="0">
                          <a:solidFill>
                            <a:srgbClr val="16654B"/>
                          </a:solidFill>
                          <a:latin typeface="Trebuchet MS"/>
                        </a:rPr>
                        <a:t>Base Endurance</a:t>
                      </a:r>
                    </a:p>
                  </a:txBody>
                  <a:tcPr anchor="ctr" marL="54864" marR="54864" marT="27432" marB="27432">
                    <a:solidFill>
                      <a:srgbClr val="FFFFFF"/>
                    </a:solidFill>
                  </a:tcPr>
                </a:tc>
                <a:tc>
                  <a:txBody>
                    <a:bodyPr wrap="square"/>
                    <a:lstStyle/>
                    <a:p>
                      <a:pPr algn="l"/>
                      <a:r>
                        <a:rPr sz="850" b="0" i="0">
                          <a:solidFill>
                            <a:srgbClr val="262626"/>
                          </a:solidFill>
                          <a:latin typeface="Trebuchet MS"/>
                        </a:rPr>
                        <a:t>Level reached in the FIFA Test (SDS) / ARIET</a:t>
                      </a:r>
                    </a:p>
                  </a:txBody>
                  <a:tcPr anchor="ctr" marL="54864" marR="54864" marT="27432" marB="27432">
                    <a:solidFill>
                      <a:srgbClr val="FFFFFF"/>
                    </a:solidFill>
                  </a:tcPr>
                </a:tc>
                <a:tc>
                  <a:txBody>
                    <a:bodyPr wrap="square"/>
                    <a:lstStyle/>
                    <a:p>
                      <a:pPr algn="l"/>
                      <a:r>
                        <a:rPr sz="850" b="0" i="0">
                          <a:solidFill>
                            <a:srgbClr val="262626"/>
                          </a:solidFill>
                          <a:latin typeface="Trebuchet MS"/>
                        </a:rPr>
                        <a:t>Fails to reach the league's minimum requirement.</a:t>
                      </a:r>
                    </a:p>
                  </a:txBody>
                  <a:tcPr anchor="ctr" marL="54864" marR="54864" marT="27432" marB="27432">
                    <a:solidFill>
                      <a:srgbClr val="FFFFFF"/>
                    </a:solidFill>
                  </a:tcPr>
                </a:tc>
                <a:tc>
                  <a:txBody>
                    <a:bodyPr wrap="square"/>
                    <a:lstStyle/>
                    <a:p>
                      <a:pPr algn="l"/>
                      <a:r>
                        <a:rPr sz="850" b="0" i="0">
                          <a:solidFill>
                            <a:srgbClr val="262626"/>
                          </a:solidFill>
                          <a:latin typeface="Trebuchet MS"/>
                        </a:rPr>
                        <a:t>Reaches the exact minimum. Slow heart rate recovery.</a:t>
                      </a:r>
                    </a:p>
                  </a:txBody>
                  <a:tcPr anchor="ctr" marL="54864" marR="54864" marT="27432" marB="27432">
                    <a:solidFill>
                      <a:srgbClr val="FFFFFF"/>
                    </a:solidFill>
                  </a:tcPr>
                </a:tc>
                <a:tc>
                  <a:txBody>
                    <a:bodyPr wrap="square"/>
                    <a:lstStyle/>
                    <a:p>
                      <a:pPr algn="l"/>
                      <a:r>
                        <a:rPr sz="850" b="0" i="0">
                          <a:solidFill>
                            <a:srgbClr val="262626"/>
                          </a:solidFill>
                          <a:latin typeface="Trebuchet MS"/>
                        </a:rPr>
                        <a:t>Exceeds the minimum by 1-2 levels.</a:t>
                      </a:r>
                    </a:p>
                  </a:txBody>
                  <a:tcPr anchor="ctr" marL="54864" marR="54864" marT="27432" marB="27432">
                    <a:solidFill>
                      <a:srgbClr val="FFFFFF"/>
                    </a:solidFill>
                  </a:tcPr>
                </a:tc>
                <a:tc>
                  <a:txBody>
                    <a:bodyPr wrap="square"/>
                    <a:lstStyle/>
                    <a:p>
                      <a:pPr algn="l"/>
                      <a:r>
                        <a:rPr sz="850" b="0" i="0">
                          <a:solidFill>
                            <a:srgbClr val="262626"/>
                          </a:solidFill>
                          <a:latin typeface="Trebuchet MS"/>
                        </a:rPr>
                        <a:t>Exceeds the minimum by &gt;3 levels.</a:t>
                      </a:r>
                    </a:p>
                  </a:txBody>
                  <a:tcPr anchor="ctr" marL="54864" marR="54864" marT="27432" marB="27432">
                    <a:solidFill>
                      <a:srgbClr val="FFFFFF"/>
                    </a:solidFill>
                  </a:tcPr>
                </a:tc>
              </a:tr>
              <a:tr h="365760">
                <a:tc>
                  <a:txBody>
                    <a:bodyPr wrap="square"/>
                    <a:lstStyle/>
                    <a:p>
                      <a:pPr algn="l"/>
                      <a:r>
                        <a:rPr sz="850" b="1" i="0">
                          <a:solidFill>
                            <a:srgbClr val="16654B"/>
                          </a:solidFill>
                          <a:latin typeface="Trebuchet MS"/>
                        </a:rPr>
                        <a:t>Speed (Sprint)</a:t>
                      </a:r>
                    </a:p>
                  </a:txBody>
                  <a:tcPr anchor="ctr" marL="54864" marR="54864" marT="27432" marB="27432">
                    <a:solidFill>
                      <a:srgbClr val="ECF2EF"/>
                    </a:solidFill>
                  </a:tcPr>
                </a:tc>
                <a:tc>
                  <a:txBody>
                    <a:bodyPr wrap="square"/>
                    <a:lstStyle/>
                    <a:p>
                      <a:pPr algn="l"/>
                      <a:r>
                        <a:rPr sz="850" b="0" i="0">
                          <a:solidFill>
                            <a:srgbClr val="262626"/>
                          </a:solidFill>
                          <a:latin typeface="Trebuchet MS"/>
                        </a:rPr>
                        <a:t>Average time in 6x40 meter sprint tests</a:t>
                      </a:r>
                    </a:p>
                  </a:txBody>
                  <a:tcPr anchor="ctr" marL="54864" marR="54864" marT="27432" marB="27432">
                    <a:solidFill>
                      <a:srgbClr val="ECF2EF"/>
                    </a:solidFill>
                  </a:tcPr>
                </a:tc>
                <a:tc>
                  <a:txBody>
                    <a:bodyPr wrap="square"/>
                    <a:lstStyle/>
                    <a:p>
                      <a:pPr algn="l"/>
                      <a:r>
                        <a:rPr sz="850" b="0" i="0">
                          <a:solidFill>
                            <a:srgbClr val="262626"/>
                          </a:solidFill>
                          <a:latin typeface="Trebuchet MS"/>
                        </a:rPr>
                        <a:t>&gt; 6.20 seconds</a:t>
                      </a:r>
                    </a:p>
                  </a:txBody>
                  <a:tcPr anchor="ctr" marL="54864" marR="54864" marT="27432" marB="27432">
                    <a:solidFill>
                      <a:srgbClr val="ECF2EF"/>
                    </a:solidFill>
                  </a:tcPr>
                </a:tc>
                <a:tc>
                  <a:txBody>
                    <a:bodyPr wrap="square"/>
                    <a:lstStyle/>
                    <a:p>
                      <a:pPr algn="l"/>
                      <a:r>
                        <a:rPr sz="850" b="0" i="0">
                          <a:solidFill>
                            <a:srgbClr val="262626"/>
                          </a:solidFill>
                          <a:latin typeface="Trebuchet MS"/>
                        </a:rPr>
                        <a:t>6.10 - 6.20 seconds</a:t>
                      </a:r>
                    </a:p>
                  </a:txBody>
                  <a:tcPr anchor="ctr" marL="54864" marR="54864" marT="27432" marB="27432">
                    <a:solidFill>
                      <a:srgbClr val="ECF2EF"/>
                    </a:solidFill>
                  </a:tcPr>
                </a:tc>
                <a:tc>
                  <a:txBody>
                    <a:bodyPr wrap="square"/>
                    <a:lstStyle/>
                    <a:p>
                      <a:pPr algn="l"/>
                      <a:r>
                        <a:rPr sz="850" b="0" i="0">
                          <a:solidFill>
                            <a:srgbClr val="262626"/>
                          </a:solidFill>
                          <a:latin typeface="Trebuchet MS"/>
                        </a:rPr>
                        <a:t>5.90 - 6.09 seconds</a:t>
                      </a:r>
                    </a:p>
                  </a:txBody>
                  <a:tcPr anchor="ctr" marL="54864" marR="54864" marT="27432" marB="27432">
                    <a:solidFill>
                      <a:srgbClr val="ECF2EF"/>
                    </a:solidFill>
                  </a:tcPr>
                </a:tc>
                <a:tc>
                  <a:txBody>
                    <a:bodyPr wrap="square"/>
                    <a:lstStyle/>
                    <a:p>
                      <a:pPr algn="l"/>
                      <a:r>
                        <a:rPr sz="850" b="0" i="0">
                          <a:solidFill>
                            <a:srgbClr val="262626"/>
                          </a:solidFill>
                          <a:latin typeface="Trebuchet MS"/>
                        </a:rPr>
                        <a:t>&lt; 5.80 seconds</a:t>
                      </a:r>
                    </a:p>
                  </a:txBody>
                  <a:tcPr anchor="ctr" marL="54864" marR="54864" marT="27432" marB="27432">
                    <a:solidFill>
                      <a:srgbClr val="ECF2EF"/>
                    </a:solidFill>
                  </a:tcPr>
                </a:tc>
              </a:tr>
              <a:tr h="365760">
                <a:tc>
                  <a:txBody>
                    <a:bodyPr wrap="square"/>
                    <a:lstStyle/>
                    <a:p>
                      <a:pPr algn="l"/>
                      <a:r>
                        <a:rPr sz="850" b="1" i="0">
                          <a:solidFill>
                            <a:srgbClr val="16654B"/>
                          </a:solidFill>
                          <a:latin typeface="Trebuchet MS"/>
                        </a:rPr>
                        <a:t>Match Distance</a:t>
                      </a:r>
                    </a:p>
                  </a:txBody>
                  <a:tcPr anchor="ctr" marL="54864" marR="54864" marT="27432" marB="27432">
                    <a:solidFill>
                      <a:srgbClr val="FFFFFF"/>
                    </a:solidFill>
                  </a:tcPr>
                </a:tc>
                <a:tc>
                  <a:txBody>
                    <a:bodyPr wrap="square"/>
                    <a:lstStyle/>
                    <a:p>
                      <a:pPr algn="l"/>
                      <a:r>
                        <a:rPr sz="850" b="0" i="0">
                          <a:solidFill>
                            <a:srgbClr val="262626"/>
                          </a:solidFill>
                          <a:latin typeface="Trebuchet MS"/>
                        </a:rPr>
                        <a:t>Total Km and High-Intensity Km (measured via GPS)</a:t>
                      </a:r>
                    </a:p>
                  </a:txBody>
                  <a:tcPr anchor="ctr" marL="54864" marR="54864" marT="27432" marB="27432">
                    <a:solidFill>
                      <a:srgbClr val="FFFFFF"/>
                    </a:solidFill>
                  </a:tcPr>
                </a:tc>
                <a:tc>
                  <a:txBody>
                    <a:bodyPr wrap="square"/>
                    <a:lstStyle/>
                    <a:p>
                      <a:pPr algn="l"/>
                      <a:r>
                        <a:rPr sz="850" b="0" i="0">
                          <a:solidFill>
                            <a:srgbClr val="262626"/>
                          </a:solidFill>
                          <a:latin typeface="Trebuchet MS"/>
                        </a:rPr>
                        <a:t>&lt; 9 km total / &lt; 500m high intensity</a:t>
                      </a:r>
                    </a:p>
                  </a:txBody>
                  <a:tcPr anchor="ctr" marL="54864" marR="54864" marT="27432" marB="27432">
                    <a:solidFill>
                      <a:srgbClr val="FFFFFF"/>
                    </a:solidFill>
                  </a:tcPr>
                </a:tc>
                <a:tc>
                  <a:txBody>
                    <a:bodyPr wrap="square"/>
                    <a:lstStyle/>
                    <a:p>
                      <a:pPr algn="l"/>
                      <a:r>
                        <a:rPr sz="850" b="0" i="0">
                          <a:solidFill>
                            <a:srgbClr val="262626"/>
                          </a:solidFill>
                          <a:latin typeface="Trebuchet MS"/>
                        </a:rPr>
                        <a:t>9 - 10 km / 500 - 800m high intensity</a:t>
                      </a:r>
                    </a:p>
                  </a:txBody>
                  <a:tcPr anchor="ctr" marL="54864" marR="54864" marT="27432" marB="27432">
                    <a:solidFill>
                      <a:srgbClr val="FFFFFF"/>
                    </a:solidFill>
                  </a:tcPr>
                </a:tc>
                <a:tc>
                  <a:txBody>
                    <a:bodyPr wrap="square"/>
                    <a:lstStyle/>
                    <a:p>
                      <a:pPr algn="l"/>
                      <a:r>
                        <a:rPr sz="850" b="0" i="0">
                          <a:solidFill>
                            <a:srgbClr val="262626"/>
                          </a:solidFill>
                          <a:latin typeface="Trebuchet MS"/>
                        </a:rPr>
                        <a:t>10 - 11.5 km / 800 - 1200m high intensity</a:t>
                      </a:r>
                    </a:p>
                  </a:txBody>
                  <a:tcPr anchor="ctr" marL="54864" marR="54864" marT="27432" marB="27432">
                    <a:solidFill>
                      <a:srgbClr val="FFFFFF"/>
                    </a:solidFill>
                  </a:tcPr>
                </a:tc>
                <a:tc>
                  <a:txBody>
                    <a:bodyPr wrap="square"/>
                    <a:lstStyle/>
                    <a:p>
                      <a:pPr algn="l"/>
                      <a:r>
                        <a:rPr sz="850" b="0" i="0">
                          <a:solidFill>
                            <a:srgbClr val="262626"/>
                          </a:solidFill>
                          <a:latin typeface="Trebuchet MS"/>
                        </a:rPr>
                        <a:t>&gt; 11.5 km / &gt; 1200m high intensity</a:t>
                      </a:r>
                    </a:p>
                  </a:txBody>
                  <a:tcPr anchor="ctr" marL="54864" marR="54864" marT="27432" marB="27432">
                    <a:solidFill>
                      <a:srgbClr val="FFFFFF"/>
                    </a:solidFill>
                  </a:tcPr>
                </a:tc>
              </a:tr>
              <a:tr h="365760">
                <a:tc>
                  <a:txBody>
                    <a:bodyPr wrap="square"/>
                    <a:lstStyle/>
                    <a:p>
                      <a:pPr algn="l"/>
                      <a:r>
                        <a:rPr sz="850" b="1" i="0">
                          <a:solidFill>
                            <a:srgbClr val="16654B"/>
                          </a:solidFill>
                          <a:latin typeface="Trebuchet MS"/>
                        </a:rPr>
                        <a:t>Positioning</a:t>
                      </a:r>
                    </a:p>
                  </a:txBody>
                  <a:tcPr anchor="ctr" marL="54864" marR="54864" marT="27432" marB="27432">
                    <a:solidFill>
                      <a:srgbClr val="ECF2EF"/>
                    </a:solidFill>
                  </a:tcPr>
                </a:tc>
                <a:tc>
                  <a:txBody>
                    <a:bodyPr wrap="square"/>
                    <a:lstStyle/>
                    <a:p>
                      <a:pPr algn="l"/>
                      <a:r>
                        <a:rPr sz="850" b="0" i="0">
                          <a:solidFill>
                            <a:srgbClr val="262626"/>
                          </a:solidFill>
                          <a:latin typeface="Trebuchet MS"/>
                        </a:rPr>
                        <a:t>Average distance to the area of the foul (measured via video)</a:t>
                      </a:r>
                    </a:p>
                  </a:txBody>
                  <a:tcPr anchor="ctr" marL="54864" marR="54864" marT="27432" marB="27432">
                    <a:solidFill>
                      <a:srgbClr val="ECF2EF"/>
                    </a:solidFill>
                  </a:tcPr>
                </a:tc>
                <a:tc>
                  <a:txBody>
                    <a:bodyPr wrap="square"/>
                    <a:lstStyle/>
                    <a:p>
                      <a:pPr algn="l"/>
                      <a:r>
                        <a:rPr sz="850" b="0" i="0">
                          <a:solidFill>
                            <a:srgbClr val="262626"/>
                          </a:solidFill>
                          <a:latin typeface="Trebuchet MS"/>
                        </a:rPr>
                        <a:t>&gt; 20 meters on average</a:t>
                      </a:r>
                    </a:p>
                  </a:txBody>
                  <a:tcPr anchor="ctr" marL="54864" marR="54864" marT="27432" marB="27432">
                    <a:solidFill>
                      <a:srgbClr val="ECF2EF"/>
                    </a:solidFill>
                  </a:tcPr>
                </a:tc>
                <a:tc>
                  <a:txBody>
                    <a:bodyPr wrap="square"/>
                    <a:lstStyle/>
                    <a:p>
                      <a:pPr algn="l"/>
                      <a:r>
                        <a:rPr sz="850" b="0" i="0">
                          <a:solidFill>
                            <a:srgbClr val="262626"/>
                          </a:solidFill>
                          <a:latin typeface="Trebuchet MS"/>
                        </a:rPr>
                        <a:t>15 - 20 meters</a:t>
                      </a:r>
                    </a:p>
                  </a:txBody>
                  <a:tcPr anchor="ctr" marL="54864" marR="54864" marT="27432" marB="27432">
                    <a:solidFill>
                      <a:srgbClr val="ECF2EF"/>
                    </a:solidFill>
                  </a:tcPr>
                </a:tc>
                <a:tc>
                  <a:txBody>
                    <a:bodyPr wrap="square"/>
                    <a:lstStyle/>
                    <a:p>
                      <a:pPr algn="l"/>
                      <a:r>
                        <a:rPr sz="850" b="0" i="0">
                          <a:solidFill>
                            <a:srgbClr val="262626"/>
                          </a:solidFill>
                          <a:latin typeface="Trebuchet MS"/>
                        </a:rPr>
                        <a:t>10 - 15 meters</a:t>
                      </a:r>
                    </a:p>
                  </a:txBody>
                  <a:tcPr anchor="ctr" marL="54864" marR="54864" marT="27432" marB="27432">
                    <a:solidFill>
                      <a:srgbClr val="ECF2EF"/>
                    </a:solidFill>
                  </a:tcPr>
                </a:tc>
                <a:tc>
                  <a:txBody>
                    <a:bodyPr wrap="square"/>
                    <a:lstStyle/>
                    <a:p>
                      <a:pPr algn="l"/>
                      <a:r>
                        <a:rPr sz="850" b="0" i="0">
                          <a:solidFill>
                            <a:srgbClr val="262626"/>
                          </a:solidFill>
                          <a:latin typeface="Trebuchet MS"/>
                        </a:rPr>
                        <a:t>&lt; 10 meters in 90% of fouls</a:t>
                      </a:r>
                    </a:p>
                  </a:txBody>
                  <a:tcPr anchor="ctr" marL="54864" marR="54864" marT="27432" marB="27432">
                    <a:solidFill>
                      <a:srgbClr val="ECF2E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Analytical evaluation — from theoretical exams and post-match video analysis</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2. Technical and Regulatory Knowledge</a:t>
            </a:r>
          </a:p>
        </p:txBody>
      </p:sp>
      <p:graphicFrame>
        <p:nvGraphicFramePr>
          <p:cNvPr id="5" name="Table 4"/>
          <p:cNvGraphicFramePr>
            <a:graphicFrameLocks noGrp="1"/>
          </p:cNvGraphicFramePr>
          <p:nvPr/>
        </p:nvGraphicFramePr>
        <p:xfrm>
          <a:off x="457200" y="1463040"/>
          <a:ext cx="11277597" cy="1463040"/>
        </p:xfrm>
        <a:graphic>
          <a:graphicData uri="http://schemas.openxmlformats.org/drawingml/2006/table">
            <a:tbl>
              <a:tblPr>
                <a:tableStyleId>{5C22544A-7EE6-4342-B048-85BDC9FD1C3A}</a:tableStyleId>
              </a:tblPr>
              <a:tblGrid>
                <a:gridCol w="1573618"/>
                <a:gridCol w="2360427"/>
                <a:gridCol w="1835888"/>
                <a:gridCol w="1835888"/>
                <a:gridCol w="1835888"/>
                <a:gridCol w="1835888"/>
              </a:tblGrid>
              <a:tr h="365760">
                <a:tc>
                  <a:txBody>
                    <a:bodyPr wrap="square"/>
                    <a:lstStyle/>
                    <a:p>
                      <a:pPr algn="ctr"/>
                      <a:r>
                        <a:rPr sz="950" b="1" i="0">
                          <a:solidFill>
                            <a:srgbClr val="FFFFFF"/>
                          </a:solidFill>
                          <a:latin typeface="Trebuchet MS"/>
                        </a:rPr>
                        <a:t>Quality</a:t>
                      </a:r>
                    </a:p>
                  </a:txBody>
                  <a:tcPr anchor="ctr" marL="54864" marR="54864" marT="27432" marB="27432">
                    <a:solidFill>
                      <a:srgbClr val="16654B"/>
                    </a:solidFill>
                  </a:tcPr>
                </a:tc>
                <a:tc>
                  <a:txBody>
                    <a:bodyPr wrap="square"/>
                    <a:lstStyle/>
                    <a:p>
                      <a:pPr algn="ctr"/>
                      <a:r>
                        <a:rPr sz="950" b="1" i="0">
                          <a:solidFill>
                            <a:srgbClr val="FFFFFF"/>
                          </a:solidFill>
                          <a:latin typeface="Trebuchet MS"/>
                        </a:rPr>
                        <a:t>Objective Indicator</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1 (Deficient)</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2 (Basic)</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3 (Optimal)</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4 (Elite)</a:t>
                      </a:r>
                    </a:p>
                  </a:txBody>
                  <a:tcPr anchor="ctr" marL="54864" marR="54864" marT="27432" marB="27432">
                    <a:solidFill>
                      <a:srgbClr val="16654B"/>
                    </a:solidFill>
                  </a:tcPr>
                </a:tc>
              </a:tr>
              <a:tr h="365760">
                <a:tc>
                  <a:txBody>
                    <a:bodyPr wrap="square"/>
                    <a:lstStyle/>
                    <a:p>
                      <a:pPr algn="l"/>
                      <a:r>
                        <a:rPr sz="850" b="1" i="0">
                          <a:solidFill>
                            <a:srgbClr val="16654B"/>
                          </a:solidFill>
                          <a:latin typeface="Trebuchet MS"/>
                        </a:rPr>
                        <a:t>Theoretical Knowledge</a:t>
                      </a:r>
                    </a:p>
                  </a:txBody>
                  <a:tcPr anchor="ctr" marL="54864" marR="54864" marT="27432" marB="27432">
                    <a:solidFill>
                      <a:srgbClr val="FFFFFF"/>
                    </a:solidFill>
                  </a:tcPr>
                </a:tc>
                <a:tc>
                  <a:txBody>
                    <a:bodyPr wrap="square"/>
                    <a:lstStyle/>
                    <a:p>
                      <a:pPr algn="l"/>
                      <a:r>
                        <a:rPr sz="850" b="0" i="0">
                          <a:solidFill>
                            <a:srgbClr val="262626"/>
                          </a:solidFill>
                          <a:latin typeface="Trebuchet MS"/>
                        </a:rPr>
                        <a:t>Score in monthly theoretical exam (100 questions)</a:t>
                      </a:r>
                    </a:p>
                  </a:txBody>
                  <a:tcPr anchor="ctr" marL="54864" marR="54864" marT="27432" marB="27432">
                    <a:solidFill>
                      <a:srgbClr val="FFFFFF"/>
                    </a:solidFill>
                  </a:tcPr>
                </a:tc>
                <a:tc>
                  <a:txBody>
                    <a:bodyPr wrap="square"/>
                    <a:lstStyle/>
                    <a:p>
                      <a:pPr algn="l"/>
                      <a:r>
                        <a:rPr sz="850" b="0" i="0">
                          <a:solidFill>
                            <a:srgbClr val="262626"/>
                          </a:solidFill>
                          <a:latin typeface="Trebuchet MS"/>
                        </a:rPr>
                        <a:t>&lt; 75% accuracy</a:t>
                      </a:r>
                    </a:p>
                  </a:txBody>
                  <a:tcPr anchor="ctr" marL="54864" marR="54864" marT="27432" marB="27432">
                    <a:solidFill>
                      <a:srgbClr val="FFFFFF"/>
                    </a:solidFill>
                  </a:tcPr>
                </a:tc>
                <a:tc>
                  <a:txBody>
                    <a:bodyPr wrap="square"/>
                    <a:lstStyle/>
                    <a:p>
                      <a:pPr algn="l"/>
                      <a:r>
                        <a:rPr sz="850" b="0" i="0">
                          <a:solidFill>
                            <a:srgbClr val="262626"/>
                          </a:solidFill>
                          <a:latin typeface="Trebuchet MS"/>
                        </a:rPr>
                        <a:t>75% - 84% accuracy</a:t>
                      </a:r>
                    </a:p>
                  </a:txBody>
                  <a:tcPr anchor="ctr" marL="54864" marR="54864" marT="27432" marB="27432">
                    <a:solidFill>
                      <a:srgbClr val="FFFFFF"/>
                    </a:solidFill>
                  </a:tcPr>
                </a:tc>
                <a:tc>
                  <a:txBody>
                    <a:bodyPr wrap="square"/>
                    <a:lstStyle/>
                    <a:p>
                      <a:pPr algn="l"/>
                      <a:r>
                        <a:rPr sz="850" b="0" i="0">
                          <a:solidFill>
                            <a:srgbClr val="262626"/>
                          </a:solidFill>
                          <a:latin typeface="Trebuchet MS"/>
                        </a:rPr>
                        <a:t>85% - 94% accuracy</a:t>
                      </a:r>
                    </a:p>
                  </a:txBody>
                  <a:tcPr anchor="ctr" marL="54864" marR="54864" marT="27432" marB="27432">
                    <a:solidFill>
                      <a:srgbClr val="FFFFFF"/>
                    </a:solidFill>
                  </a:tcPr>
                </a:tc>
                <a:tc>
                  <a:txBody>
                    <a:bodyPr wrap="square"/>
                    <a:lstStyle/>
                    <a:p>
                      <a:pPr algn="l"/>
                      <a:r>
                        <a:rPr sz="850" b="0" i="0">
                          <a:solidFill>
                            <a:srgbClr val="262626"/>
                          </a:solidFill>
                          <a:latin typeface="Trebuchet MS"/>
                        </a:rPr>
                        <a:t>95% - 100% accuracy</a:t>
                      </a:r>
                    </a:p>
                  </a:txBody>
                  <a:tcPr anchor="ctr" marL="54864" marR="54864" marT="27432" marB="27432">
                    <a:solidFill>
                      <a:srgbClr val="FFFFFF"/>
                    </a:solidFill>
                  </a:tcPr>
                </a:tc>
              </a:tr>
              <a:tr h="365760">
                <a:tc>
                  <a:txBody>
                    <a:bodyPr wrap="square"/>
                    <a:lstStyle/>
                    <a:p>
                      <a:pPr algn="l"/>
                      <a:r>
                        <a:rPr sz="850" b="1" i="0">
                          <a:solidFill>
                            <a:srgbClr val="16654B"/>
                          </a:solidFill>
                          <a:latin typeface="Trebuchet MS"/>
                        </a:rPr>
                        <a:t>Key Match Incidents (KMI)</a:t>
                      </a:r>
                    </a:p>
                  </a:txBody>
                  <a:tcPr anchor="ctr" marL="54864" marR="54864" marT="27432" marB="27432">
                    <a:solidFill>
                      <a:srgbClr val="ECF2EF"/>
                    </a:solidFill>
                  </a:tcPr>
                </a:tc>
                <a:tc>
                  <a:txBody>
                    <a:bodyPr wrap="square"/>
                    <a:lstStyle/>
                    <a:p>
                      <a:pPr algn="l"/>
                      <a:r>
                        <a:rPr sz="850" b="0" i="0">
                          <a:solidFill>
                            <a:srgbClr val="262626"/>
                          </a:solidFill>
                          <a:latin typeface="Trebuchet MS"/>
                        </a:rPr>
                        <a:t>Accuracy percentage in penalty, red card, and goal decisions</a:t>
                      </a:r>
                    </a:p>
                  </a:txBody>
                  <a:tcPr anchor="ctr" marL="54864" marR="54864" marT="27432" marB="27432">
                    <a:solidFill>
                      <a:srgbClr val="ECF2EF"/>
                    </a:solidFill>
                  </a:tcPr>
                </a:tc>
                <a:tc>
                  <a:txBody>
                    <a:bodyPr wrap="square"/>
                    <a:lstStyle/>
                    <a:p>
                      <a:pPr algn="l"/>
                      <a:r>
                        <a:rPr sz="850" b="0" i="0">
                          <a:solidFill>
                            <a:srgbClr val="262626"/>
                          </a:solidFill>
                          <a:latin typeface="Trebuchet MS"/>
                        </a:rPr>
                        <a:t>&lt; 75% accuracy</a:t>
                      </a:r>
                    </a:p>
                  </a:txBody>
                  <a:tcPr anchor="ctr" marL="54864" marR="54864" marT="27432" marB="27432">
                    <a:solidFill>
                      <a:srgbClr val="ECF2EF"/>
                    </a:solidFill>
                  </a:tcPr>
                </a:tc>
                <a:tc>
                  <a:txBody>
                    <a:bodyPr wrap="square"/>
                    <a:lstStyle/>
                    <a:p>
                      <a:pPr algn="l"/>
                      <a:r>
                        <a:rPr sz="850" b="0" i="0">
                          <a:solidFill>
                            <a:srgbClr val="262626"/>
                          </a:solidFill>
                          <a:latin typeface="Trebuchet MS"/>
                        </a:rPr>
                        <a:t>75% - 85% accuracy</a:t>
                      </a:r>
                    </a:p>
                  </a:txBody>
                  <a:tcPr anchor="ctr" marL="54864" marR="54864" marT="27432" marB="27432">
                    <a:solidFill>
                      <a:srgbClr val="ECF2EF"/>
                    </a:solidFill>
                  </a:tcPr>
                </a:tc>
                <a:tc>
                  <a:txBody>
                    <a:bodyPr wrap="square"/>
                    <a:lstStyle/>
                    <a:p>
                      <a:pPr algn="l"/>
                      <a:r>
                        <a:rPr sz="850" b="0" i="0">
                          <a:solidFill>
                            <a:srgbClr val="262626"/>
                          </a:solidFill>
                          <a:latin typeface="Trebuchet MS"/>
                        </a:rPr>
                        <a:t>86% - 95% accuracy</a:t>
                      </a:r>
                    </a:p>
                  </a:txBody>
                  <a:tcPr anchor="ctr" marL="54864" marR="54864" marT="27432" marB="27432">
                    <a:solidFill>
                      <a:srgbClr val="ECF2EF"/>
                    </a:solidFill>
                  </a:tcPr>
                </a:tc>
                <a:tc>
                  <a:txBody>
                    <a:bodyPr wrap="square"/>
                    <a:lstStyle/>
                    <a:p>
                      <a:pPr algn="l"/>
                      <a:r>
                        <a:rPr sz="850" b="0" i="0">
                          <a:solidFill>
                            <a:srgbClr val="262626"/>
                          </a:solidFill>
                          <a:latin typeface="Trebuchet MS"/>
                        </a:rPr>
                        <a:t>&gt; 95% accuracy without VAR intervention</a:t>
                      </a:r>
                    </a:p>
                  </a:txBody>
                  <a:tcPr anchor="ctr" marL="54864" marR="54864" marT="27432" marB="27432">
                    <a:solidFill>
                      <a:srgbClr val="ECF2EF"/>
                    </a:solidFill>
                  </a:tcPr>
                </a:tc>
              </a:tr>
              <a:tr h="365760">
                <a:tc>
                  <a:txBody>
                    <a:bodyPr wrap="square"/>
                    <a:lstStyle/>
                    <a:p>
                      <a:pPr algn="l"/>
                      <a:r>
                        <a:rPr sz="850" b="1" i="0">
                          <a:solidFill>
                            <a:srgbClr val="16654B"/>
                          </a:solidFill>
                          <a:latin typeface="Trebuchet MS"/>
                        </a:rPr>
                        <a:t>Disciplinary Consistency</a:t>
                      </a:r>
                    </a:p>
                  </a:txBody>
                  <a:tcPr anchor="ctr" marL="54864" marR="54864" marT="27432" marB="27432">
                    <a:solidFill>
                      <a:srgbClr val="FFFFFF"/>
                    </a:solidFill>
                  </a:tcPr>
                </a:tc>
                <a:tc>
                  <a:txBody>
                    <a:bodyPr wrap="square"/>
                    <a:lstStyle/>
                    <a:p>
                      <a:pPr algn="l"/>
                      <a:r>
                        <a:rPr sz="850" b="0" i="0">
                          <a:solidFill>
                            <a:srgbClr val="262626"/>
                          </a:solidFill>
                          <a:latin typeface="Trebuchet MS"/>
                        </a:rPr>
                        <a:t>(accuracy in YC?)</a:t>
                      </a:r>
                    </a:p>
                  </a:txBody>
                  <a:tcPr anchor="ctr" marL="54864" marR="54864" marT="27432" marB="27432">
                    <a:solidFill>
                      <a:srgbClr val="FFFFFF"/>
                    </a:solidFill>
                  </a:tcPr>
                </a:tc>
                <a:tc>
                  <a:txBody>
                    <a:bodyPr wrap="square"/>
                    <a:lstStyle/>
                    <a:p>
                      <a:pPr algn="l"/>
                      <a:r>
                        <a:rPr sz="850" b="0" i="0">
                          <a:solidFill>
                            <a:srgbClr val="262626"/>
                          </a:solidFill>
                          <a:latin typeface="Trebuchet MS"/>
                        </a:rPr>
                        <a:t>&lt; 75% accuracy</a:t>
                      </a:r>
                    </a:p>
                  </a:txBody>
                  <a:tcPr anchor="ctr" marL="54864" marR="54864" marT="27432" marB="27432">
                    <a:solidFill>
                      <a:srgbClr val="FFFFFF"/>
                    </a:solidFill>
                  </a:tcPr>
                </a:tc>
                <a:tc>
                  <a:txBody>
                    <a:bodyPr wrap="square"/>
                    <a:lstStyle/>
                    <a:p>
                      <a:pPr algn="l"/>
                      <a:r>
                        <a:rPr sz="850" b="0" i="0">
                          <a:solidFill>
                            <a:srgbClr val="262626"/>
                          </a:solidFill>
                          <a:latin typeface="Trebuchet MS"/>
                        </a:rPr>
                        <a:t>75% - 85% accuracy</a:t>
                      </a:r>
                    </a:p>
                  </a:txBody>
                  <a:tcPr anchor="ctr" marL="54864" marR="54864" marT="27432" marB="27432">
                    <a:solidFill>
                      <a:srgbClr val="FFFFFF"/>
                    </a:solidFill>
                  </a:tcPr>
                </a:tc>
                <a:tc>
                  <a:txBody>
                    <a:bodyPr wrap="square"/>
                    <a:lstStyle/>
                    <a:p>
                      <a:pPr algn="l"/>
                      <a:r>
                        <a:rPr sz="850" b="0" i="0">
                          <a:solidFill>
                            <a:srgbClr val="262626"/>
                          </a:solidFill>
                          <a:latin typeface="Trebuchet MS"/>
                        </a:rPr>
                        <a:t>86% - 95% accuracy</a:t>
                      </a:r>
                    </a:p>
                  </a:txBody>
                  <a:tcPr anchor="ctr" marL="54864" marR="54864" marT="27432" marB="27432">
                    <a:solidFill>
                      <a:srgbClr val="FFFFFF"/>
                    </a:solidFill>
                  </a:tcPr>
                </a:tc>
                <a:tc>
                  <a:txBody>
                    <a:bodyPr wrap="square"/>
                    <a:lstStyle/>
                    <a:p>
                      <a:pPr algn="l"/>
                      <a:r>
                        <a:rPr sz="850" b="0" i="0">
                          <a:solidFill>
                            <a:srgbClr val="262626"/>
                          </a:solidFill>
                          <a:latin typeface="Trebuchet MS"/>
                        </a:rPr>
                        <a:t>&gt; 95% accuracy without VAR intervention</a:t>
                      </a:r>
                    </a:p>
                  </a:txBody>
                  <a:tcPr anchor="ctr" marL="54864" marR="54864"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Behavioral evaluation — measuring the consequences of mental control on the pitch</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3. Psychological and Mental Skills</a:t>
            </a:r>
          </a:p>
        </p:txBody>
      </p:sp>
      <p:graphicFrame>
        <p:nvGraphicFramePr>
          <p:cNvPr id="5" name="Table 4"/>
          <p:cNvGraphicFramePr>
            <a:graphicFrameLocks noGrp="1"/>
          </p:cNvGraphicFramePr>
          <p:nvPr/>
        </p:nvGraphicFramePr>
        <p:xfrm>
          <a:off x="457200" y="1463040"/>
          <a:ext cx="11277597" cy="1463040"/>
        </p:xfrm>
        <a:graphic>
          <a:graphicData uri="http://schemas.openxmlformats.org/drawingml/2006/table">
            <a:tbl>
              <a:tblPr>
                <a:tableStyleId>{5C22544A-7EE6-4342-B048-85BDC9FD1C3A}</a:tableStyleId>
              </a:tblPr>
              <a:tblGrid>
                <a:gridCol w="1573618"/>
                <a:gridCol w="2360427"/>
                <a:gridCol w="1835888"/>
                <a:gridCol w="1835888"/>
                <a:gridCol w="1835888"/>
                <a:gridCol w="1835888"/>
              </a:tblGrid>
              <a:tr h="365760">
                <a:tc>
                  <a:txBody>
                    <a:bodyPr wrap="square"/>
                    <a:lstStyle/>
                    <a:p>
                      <a:pPr algn="ctr"/>
                      <a:r>
                        <a:rPr sz="950" b="1" i="0">
                          <a:solidFill>
                            <a:srgbClr val="FFFFFF"/>
                          </a:solidFill>
                          <a:latin typeface="Trebuchet MS"/>
                        </a:rPr>
                        <a:t>Quality</a:t>
                      </a:r>
                    </a:p>
                  </a:txBody>
                  <a:tcPr anchor="ctr" marL="54864" marR="54864" marT="27432" marB="27432">
                    <a:solidFill>
                      <a:srgbClr val="16654B"/>
                    </a:solidFill>
                  </a:tcPr>
                </a:tc>
                <a:tc>
                  <a:txBody>
                    <a:bodyPr wrap="square"/>
                    <a:lstStyle/>
                    <a:p>
                      <a:pPr algn="ctr"/>
                      <a:r>
                        <a:rPr sz="950" b="1" i="0">
                          <a:solidFill>
                            <a:srgbClr val="FFFFFF"/>
                          </a:solidFill>
                          <a:latin typeface="Trebuchet MS"/>
                        </a:rPr>
                        <a:t>Objective Indicator</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1 (Deficient)</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2 (Basic)</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3 (Optimal)</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4 (Elite)</a:t>
                      </a:r>
                    </a:p>
                  </a:txBody>
                  <a:tcPr anchor="ctr" marL="54864" marR="54864" marT="27432" marB="27432">
                    <a:solidFill>
                      <a:srgbClr val="16654B"/>
                    </a:solidFill>
                  </a:tcPr>
                </a:tc>
              </a:tr>
              <a:tr h="365760">
                <a:tc>
                  <a:txBody>
                    <a:bodyPr wrap="square"/>
                    <a:lstStyle/>
                    <a:p>
                      <a:pPr algn="l"/>
                      <a:r>
                        <a:rPr sz="850" b="1" i="0">
                          <a:solidFill>
                            <a:srgbClr val="16654B"/>
                          </a:solidFill>
                          <a:latin typeface="Trebuchet MS"/>
                        </a:rPr>
                        <a:t>Error Resilience</a:t>
                      </a:r>
                    </a:p>
                  </a:txBody>
                  <a:tcPr anchor="ctr" marL="54864" marR="54864" marT="27432" marB="27432">
                    <a:solidFill>
                      <a:srgbClr val="FFFFFF"/>
                    </a:solidFill>
                  </a:tcPr>
                </a:tc>
                <a:tc>
                  <a:txBody>
                    <a:bodyPr wrap="square"/>
                    <a:lstStyle/>
                    <a:p>
                      <a:pPr algn="l"/>
                      <a:r>
                        <a:rPr sz="850" b="0" i="0">
                          <a:solidFill>
                            <a:srgbClr val="262626"/>
                          </a:solidFill>
                          <a:latin typeface="Trebuchet MS"/>
                        </a:rPr>
                        <a:t>Accuracy of decisions in the 10 minutes following a severe error</a:t>
                      </a:r>
                    </a:p>
                  </a:txBody>
                  <a:tcPr anchor="ctr" marL="54864" marR="54864" marT="27432" marB="27432">
                    <a:solidFill>
                      <a:srgbClr val="FFFFFF"/>
                    </a:solidFill>
                  </a:tcPr>
                </a:tc>
                <a:tc>
                  <a:txBody>
                    <a:bodyPr wrap="square"/>
                    <a:lstStyle/>
                    <a:p>
                      <a:pPr algn="l"/>
                      <a:r>
                        <a:rPr sz="850" b="0" i="0">
                          <a:solidFill>
                            <a:srgbClr val="262626"/>
                          </a:solidFill>
                          <a:latin typeface="Trebuchet MS"/>
                        </a:rPr>
                        <a:t>Commits ≥ 2 additional errors (waterfall effect)</a:t>
                      </a:r>
                    </a:p>
                  </a:txBody>
                  <a:tcPr anchor="ctr" marL="54864" marR="54864" marT="27432" marB="27432">
                    <a:solidFill>
                      <a:srgbClr val="FFFFFF"/>
                    </a:solidFill>
                  </a:tcPr>
                </a:tc>
                <a:tc>
                  <a:txBody>
                    <a:bodyPr wrap="square"/>
                    <a:lstStyle/>
                    <a:p>
                      <a:pPr algn="l"/>
                      <a:r>
                        <a:rPr sz="850" b="0" i="0">
                          <a:solidFill>
                            <a:srgbClr val="262626"/>
                          </a:solidFill>
                          <a:latin typeface="Trebuchet MS"/>
                        </a:rPr>
                        <a:t>Commits 1 minor error due to lack of focus</a:t>
                      </a:r>
                    </a:p>
                  </a:txBody>
                  <a:tcPr anchor="ctr" marL="54864" marR="54864" marT="27432" marB="27432">
                    <a:solidFill>
                      <a:srgbClr val="FFFFFF"/>
                    </a:solidFill>
                  </a:tcPr>
                </a:tc>
                <a:tc>
                  <a:txBody>
                    <a:bodyPr wrap="square"/>
                    <a:lstStyle/>
                    <a:p>
                      <a:pPr algn="l"/>
                      <a:r>
                        <a:rPr sz="850" b="0" i="0">
                          <a:solidFill>
                            <a:srgbClr val="262626"/>
                          </a:solidFill>
                          <a:latin typeface="Trebuchet MS"/>
                        </a:rPr>
                        <a:t>Maintains usual accuracy percentage</a:t>
                      </a:r>
                    </a:p>
                  </a:txBody>
                  <a:tcPr anchor="ctr" marL="54864" marR="54864" marT="27432" marB="27432">
                    <a:solidFill>
                      <a:srgbClr val="FFFFFF"/>
                    </a:solidFill>
                  </a:tcPr>
                </a:tc>
                <a:tc>
                  <a:txBody>
                    <a:bodyPr wrap="square"/>
                    <a:lstStyle/>
                    <a:p>
                      <a:pPr algn="l"/>
                      <a:r>
                        <a:rPr sz="850" b="0" i="0">
                          <a:solidFill>
                            <a:srgbClr val="262626"/>
                          </a:solidFill>
                          <a:latin typeface="Trebuchet MS"/>
                        </a:rPr>
                        <a:t>Maintains accuracy and dictates the game's pace to regain calm</a:t>
                      </a:r>
                    </a:p>
                  </a:txBody>
                  <a:tcPr anchor="ctr" marL="54864" marR="54864" marT="27432" marB="27432">
                    <a:solidFill>
                      <a:srgbClr val="FFFFFF"/>
                    </a:solidFill>
                  </a:tcPr>
                </a:tc>
              </a:tr>
              <a:tr h="365760">
                <a:tc>
                  <a:txBody>
                    <a:bodyPr wrap="square"/>
                    <a:lstStyle/>
                    <a:p>
                      <a:pPr algn="l"/>
                      <a:r>
                        <a:rPr sz="850" b="1" i="0">
                          <a:solidFill>
                            <a:srgbClr val="16654B"/>
                          </a:solidFill>
                          <a:latin typeface="Trebuchet MS"/>
                        </a:rPr>
                        <a:t>Stress Management</a:t>
                      </a:r>
                    </a:p>
                  </a:txBody>
                  <a:tcPr anchor="ctr" marL="54864" marR="54864" marT="27432" marB="27432">
                    <a:solidFill>
                      <a:srgbClr val="ECF2EF"/>
                    </a:solidFill>
                  </a:tcPr>
                </a:tc>
                <a:tc>
                  <a:txBody>
                    <a:bodyPr wrap="square"/>
                    <a:lstStyle/>
                    <a:p>
                      <a:pPr algn="l"/>
                      <a:r>
                        <a:rPr sz="850" b="0" i="0">
                          <a:solidFill>
                            <a:srgbClr val="262626"/>
                          </a:solidFill>
                          <a:latin typeface="Trebuchet MS"/>
                        </a:rPr>
                        <a:t>Average Heart Rate (BPM) during VAR reviews or heavy protests</a:t>
                      </a:r>
                    </a:p>
                  </a:txBody>
                  <a:tcPr anchor="ctr" marL="54864" marR="54864" marT="27432" marB="27432">
                    <a:solidFill>
                      <a:srgbClr val="ECF2EF"/>
                    </a:solidFill>
                  </a:tcPr>
                </a:tc>
                <a:tc>
                  <a:txBody>
                    <a:bodyPr wrap="square"/>
                    <a:lstStyle/>
                    <a:p>
                      <a:pPr algn="l"/>
                      <a:r>
                        <a:rPr sz="850" b="0" i="0">
                          <a:solidFill>
                            <a:srgbClr val="262626"/>
                          </a:solidFill>
                          <a:latin typeface="Trebuchet MS"/>
                        </a:rPr>
                        <a:t>Uncontrolled spikes (&gt;90% of Max HR)</a:t>
                      </a:r>
                    </a:p>
                  </a:txBody>
                  <a:tcPr anchor="ctr" marL="54864" marR="54864" marT="27432" marB="27432">
                    <a:solidFill>
                      <a:srgbClr val="ECF2EF"/>
                    </a:solidFill>
                  </a:tcPr>
                </a:tc>
                <a:tc>
                  <a:txBody>
                    <a:bodyPr wrap="square"/>
                    <a:lstStyle/>
                    <a:p>
                      <a:pPr algn="l"/>
                      <a:r>
                        <a:rPr sz="850" b="0" i="0">
                          <a:solidFill>
                            <a:srgbClr val="262626"/>
                          </a:solidFill>
                          <a:latin typeface="Trebuchet MS"/>
                        </a:rPr>
                        <a:t>Notable elevation (80-90% of Max HR)</a:t>
                      </a:r>
                    </a:p>
                  </a:txBody>
                  <a:tcPr anchor="ctr" marL="54864" marR="54864" marT="27432" marB="27432">
                    <a:solidFill>
                      <a:srgbClr val="ECF2EF"/>
                    </a:solidFill>
                  </a:tcPr>
                </a:tc>
                <a:tc>
                  <a:txBody>
                    <a:bodyPr wrap="square"/>
                    <a:lstStyle/>
                    <a:p>
                      <a:pPr algn="l"/>
                      <a:r>
                        <a:rPr sz="850" b="0" i="0">
                          <a:solidFill>
                            <a:srgbClr val="262626"/>
                          </a:solidFill>
                          <a:latin typeface="Trebuchet MS"/>
                        </a:rPr>
                        <a:t>Moderate elevation (70-80% of Max HR)</a:t>
                      </a:r>
                    </a:p>
                  </a:txBody>
                  <a:tcPr anchor="ctr" marL="54864" marR="54864" marT="27432" marB="27432">
                    <a:solidFill>
                      <a:srgbClr val="ECF2EF"/>
                    </a:solidFill>
                  </a:tcPr>
                </a:tc>
                <a:tc>
                  <a:txBody>
                    <a:bodyPr wrap="square"/>
                    <a:lstStyle/>
                    <a:p>
                      <a:pPr algn="l"/>
                      <a:r>
                        <a:rPr sz="850" b="0" i="0">
                          <a:solidFill>
                            <a:srgbClr val="262626"/>
                          </a:solidFill>
                          <a:latin typeface="Trebuchet MS"/>
                        </a:rPr>
                        <a:t>Maintains stable HR (&lt;70%), controlled breathing</a:t>
                      </a:r>
                    </a:p>
                  </a:txBody>
                  <a:tcPr anchor="ctr" marL="54864" marR="54864" marT="27432" marB="27432">
                    <a:solidFill>
                      <a:srgbClr val="ECF2EF"/>
                    </a:solidFill>
                  </a:tcPr>
                </a:tc>
              </a:tr>
              <a:tr h="365760">
                <a:tc>
                  <a:txBody>
                    <a:bodyPr wrap="square"/>
                    <a:lstStyle/>
                    <a:p>
                      <a:pPr algn="l"/>
                      <a:r>
                        <a:rPr sz="850" b="1" i="0">
                          <a:solidFill>
                            <a:srgbClr val="16654B"/>
                          </a:solidFill>
                          <a:latin typeface="Trebuchet MS"/>
                        </a:rPr>
                        <a:t>Decision Time</a:t>
                      </a:r>
                    </a:p>
                  </a:txBody>
                  <a:tcPr anchor="ctr" marL="54864" marR="54864" marT="27432" marB="27432">
                    <a:solidFill>
                      <a:srgbClr val="FFFFFF"/>
                    </a:solidFill>
                  </a:tcPr>
                </a:tc>
                <a:tc>
                  <a:txBody>
                    <a:bodyPr wrap="square"/>
                    <a:lstStyle/>
                    <a:p>
                      <a:pPr algn="l"/>
                      <a:r>
                        <a:rPr sz="850" b="0" i="0">
                          <a:solidFill>
                            <a:srgbClr val="262626"/>
                          </a:solidFill>
                          <a:latin typeface="Trebuchet MS"/>
                        </a:rPr>
                        <a:t>Seconds elapsed between the foul and the whistle/card</a:t>
                      </a:r>
                    </a:p>
                  </a:txBody>
                  <a:tcPr anchor="ctr" marL="54864" marR="54864" marT="27432" marB="27432">
                    <a:solidFill>
                      <a:srgbClr val="FFFFFF"/>
                    </a:solidFill>
                  </a:tcPr>
                </a:tc>
                <a:tc>
                  <a:txBody>
                    <a:bodyPr wrap="square"/>
                    <a:lstStyle/>
                    <a:p>
                      <a:pPr algn="l"/>
                      <a:r>
                        <a:rPr sz="850" b="0" i="0">
                          <a:solidFill>
                            <a:srgbClr val="262626"/>
                          </a:solidFill>
                          <a:latin typeface="Trebuchet MS"/>
                        </a:rPr>
                        <a:t>Notable hesitation (&gt; 4 seconds to decide)</a:t>
                      </a:r>
                    </a:p>
                  </a:txBody>
                  <a:tcPr anchor="ctr" marL="54864" marR="54864" marT="27432" marB="27432">
                    <a:solidFill>
                      <a:srgbClr val="FFFFFF"/>
                    </a:solidFill>
                  </a:tcPr>
                </a:tc>
                <a:tc>
                  <a:txBody>
                    <a:bodyPr wrap="square"/>
                    <a:lstStyle/>
                    <a:p>
                      <a:pPr algn="l"/>
                      <a:r>
                        <a:rPr sz="850" b="0" i="0">
                          <a:solidFill>
                            <a:srgbClr val="262626"/>
                          </a:solidFill>
                          <a:latin typeface="Trebuchet MS"/>
                        </a:rPr>
                        <a:t>Reactive decision (2 - 4 seconds)</a:t>
                      </a:r>
                    </a:p>
                  </a:txBody>
                  <a:tcPr anchor="ctr" marL="54864" marR="54864" marT="27432" marB="27432">
                    <a:solidFill>
                      <a:srgbClr val="FFFFFF"/>
                    </a:solidFill>
                  </a:tcPr>
                </a:tc>
                <a:tc>
                  <a:txBody>
                    <a:bodyPr wrap="square"/>
                    <a:lstStyle/>
                    <a:p>
                      <a:pPr algn="l"/>
                      <a:r>
                        <a:rPr sz="850" b="0" i="0">
                          <a:solidFill>
                            <a:srgbClr val="262626"/>
                          </a:solidFill>
                          <a:latin typeface="Trebuchet MS"/>
                        </a:rPr>
                        <a:t>Fast decision (1 - 2 seconds)</a:t>
                      </a:r>
                    </a:p>
                  </a:txBody>
                  <a:tcPr anchor="ctr" marL="54864" marR="54864" marT="27432" marB="27432">
                    <a:solidFill>
                      <a:srgbClr val="FFFFFF"/>
                    </a:solidFill>
                  </a:tcPr>
                </a:tc>
                <a:tc>
                  <a:txBody>
                    <a:bodyPr wrap="square"/>
                    <a:lstStyle/>
                    <a:p>
                      <a:pPr algn="l"/>
                      <a:r>
                        <a:rPr sz="850" b="0" i="0">
                          <a:solidFill>
                            <a:srgbClr val="262626"/>
                          </a:solidFill>
                          <a:latin typeface="Trebuchet MS"/>
                        </a:rPr>
                        <a:t>Immediate decision (&lt; 1 second, high anticipation)</a:t>
                      </a:r>
                    </a:p>
                  </a:txBody>
                  <a:tcPr anchor="ctr" marL="54864" marR="54864" marT="27432" marB="27432">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Incident evaluation — measured through quantifiable player reactions</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4. Interpersonal and Communication Skills</a:t>
            </a:r>
          </a:p>
        </p:txBody>
      </p:sp>
      <p:graphicFrame>
        <p:nvGraphicFramePr>
          <p:cNvPr id="5" name="Table 4"/>
          <p:cNvGraphicFramePr>
            <a:graphicFrameLocks noGrp="1"/>
          </p:cNvGraphicFramePr>
          <p:nvPr/>
        </p:nvGraphicFramePr>
        <p:xfrm>
          <a:off x="457200" y="1463040"/>
          <a:ext cx="11277597" cy="1463040"/>
        </p:xfrm>
        <a:graphic>
          <a:graphicData uri="http://schemas.openxmlformats.org/drawingml/2006/table">
            <a:tbl>
              <a:tblPr>
                <a:tableStyleId>{5C22544A-7EE6-4342-B048-85BDC9FD1C3A}</a:tableStyleId>
              </a:tblPr>
              <a:tblGrid>
                <a:gridCol w="1573618"/>
                <a:gridCol w="2360427"/>
                <a:gridCol w="1835888"/>
                <a:gridCol w="1835888"/>
                <a:gridCol w="1835888"/>
                <a:gridCol w="1835888"/>
              </a:tblGrid>
              <a:tr h="365760">
                <a:tc>
                  <a:txBody>
                    <a:bodyPr wrap="square"/>
                    <a:lstStyle/>
                    <a:p>
                      <a:pPr algn="ctr"/>
                      <a:r>
                        <a:rPr sz="950" b="1" i="0">
                          <a:solidFill>
                            <a:srgbClr val="FFFFFF"/>
                          </a:solidFill>
                          <a:latin typeface="Trebuchet MS"/>
                        </a:rPr>
                        <a:t>Quality</a:t>
                      </a:r>
                    </a:p>
                  </a:txBody>
                  <a:tcPr anchor="ctr" marL="54864" marR="54864" marT="27432" marB="27432">
                    <a:solidFill>
                      <a:srgbClr val="16654B"/>
                    </a:solidFill>
                  </a:tcPr>
                </a:tc>
                <a:tc>
                  <a:txBody>
                    <a:bodyPr wrap="square"/>
                    <a:lstStyle/>
                    <a:p>
                      <a:pPr algn="ctr"/>
                      <a:r>
                        <a:rPr sz="950" b="1" i="0">
                          <a:solidFill>
                            <a:srgbClr val="FFFFFF"/>
                          </a:solidFill>
                          <a:latin typeface="Trebuchet MS"/>
                        </a:rPr>
                        <a:t>Objective Indicator</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1 (Deficient)</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2 (Basic)</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3 (Optimal)</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4 (Elite)</a:t>
                      </a:r>
                    </a:p>
                  </a:txBody>
                  <a:tcPr anchor="ctr" marL="54864" marR="54864" marT="27432" marB="27432">
                    <a:solidFill>
                      <a:srgbClr val="16654B"/>
                    </a:solidFill>
                  </a:tcPr>
                </a:tc>
              </a:tr>
              <a:tr h="365760">
                <a:tc>
                  <a:txBody>
                    <a:bodyPr wrap="square"/>
                    <a:lstStyle/>
                    <a:p>
                      <a:pPr algn="l"/>
                      <a:r>
                        <a:rPr sz="850" b="1" i="0">
                          <a:solidFill>
                            <a:srgbClr val="16654B"/>
                          </a:solidFill>
                          <a:latin typeface="Trebuchet MS"/>
                        </a:rPr>
                        <a:t>Protest Management</a:t>
                      </a:r>
                    </a:p>
                  </a:txBody>
                  <a:tcPr anchor="ctr" marL="54864" marR="54864" marT="27432" marB="27432">
                    <a:solidFill>
                      <a:srgbClr val="FFFFFF"/>
                    </a:solidFill>
                  </a:tcPr>
                </a:tc>
                <a:tc>
                  <a:txBody>
                    <a:bodyPr wrap="square"/>
                    <a:lstStyle/>
                    <a:p>
                      <a:pPr algn="l"/>
                      <a:r>
                        <a:rPr sz="850" b="0" i="0">
                          <a:solidFill>
                            <a:srgbClr val="262626"/>
                          </a:solidFill>
                          <a:latin typeface="Trebuchet MS"/>
                        </a:rPr>
                        <a:t>Number of "mobbing" incidents (≥3 players surrounding the ref)</a:t>
                      </a:r>
                    </a:p>
                  </a:txBody>
                  <a:tcPr anchor="ctr" marL="54864" marR="54864" marT="27432" marB="27432">
                    <a:solidFill>
                      <a:srgbClr val="FFFFFF"/>
                    </a:solidFill>
                  </a:tcPr>
                </a:tc>
                <a:tc>
                  <a:txBody>
                    <a:bodyPr wrap="square"/>
                    <a:lstStyle/>
                    <a:p>
                      <a:pPr algn="l"/>
                      <a:r>
                        <a:rPr sz="850" b="0" i="0">
                          <a:solidFill>
                            <a:srgbClr val="262626"/>
                          </a:solidFill>
                          <a:latin typeface="Trebuchet MS"/>
                        </a:rPr>
                        <a:t>≥ 3 incidents per match.</a:t>
                      </a:r>
                    </a:p>
                  </a:txBody>
                  <a:tcPr anchor="ctr" marL="54864" marR="54864" marT="27432" marB="27432">
                    <a:solidFill>
                      <a:srgbClr val="FFFFFF"/>
                    </a:solidFill>
                  </a:tcPr>
                </a:tc>
                <a:tc>
                  <a:txBody>
                    <a:bodyPr wrap="square"/>
                    <a:lstStyle/>
                    <a:p>
                      <a:pPr algn="l"/>
                      <a:r>
                        <a:rPr sz="850" b="0" i="0">
                          <a:solidFill>
                            <a:srgbClr val="262626"/>
                          </a:solidFill>
                          <a:latin typeface="Trebuchet MS"/>
                        </a:rPr>
                        <a:t>1 - 2 incidents per match.</a:t>
                      </a:r>
                    </a:p>
                  </a:txBody>
                  <a:tcPr anchor="ctr" marL="54864" marR="54864" marT="27432" marB="27432">
                    <a:solidFill>
                      <a:srgbClr val="FFFFFF"/>
                    </a:solidFill>
                  </a:tcPr>
                </a:tc>
                <a:tc>
                  <a:txBody>
                    <a:bodyPr wrap="square"/>
                    <a:lstStyle/>
                    <a:p>
                      <a:pPr algn="l"/>
                      <a:r>
                        <a:rPr sz="850" b="0" i="0">
                          <a:solidFill>
                            <a:srgbClr val="262626"/>
                          </a:solidFill>
                          <a:latin typeface="Trebuchet MS"/>
                        </a:rPr>
                        <a:t>0 incidents. Control achieved via timely cards.</a:t>
                      </a:r>
                    </a:p>
                  </a:txBody>
                  <a:tcPr anchor="ctr" marL="54864" marR="54864" marT="27432" marB="27432">
                    <a:solidFill>
                      <a:srgbClr val="FFFFFF"/>
                    </a:solidFill>
                  </a:tcPr>
                </a:tc>
                <a:tc>
                  <a:txBody>
                    <a:bodyPr wrap="square"/>
                    <a:lstStyle/>
                    <a:p>
                      <a:pPr algn="l"/>
                      <a:r>
                        <a:rPr sz="850" b="0" i="0">
                          <a:solidFill>
                            <a:srgbClr val="262626"/>
                          </a:solidFill>
                          <a:latin typeface="Trebuchet MS"/>
                        </a:rPr>
                        <a:t>0 incidents. Control achieved through presence and proactive dialogue.</a:t>
                      </a:r>
                    </a:p>
                  </a:txBody>
                  <a:tcPr anchor="ctr" marL="54864" marR="54864" marT="27432" marB="27432">
                    <a:solidFill>
                      <a:srgbClr val="FFFFFF"/>
                    </a:solidFill>
                  </a:tcPr>
                </a:tc>
              </a:tr>
              <a:tr h="365760">
                <a:tc>
                  <a:txBody>
                    <a:bodyPr wrap="square"/>
                    <a:lstStyle/>
                    <a:p>
                      <a:pPr algn="l"/>
                      <a:r>
                        <a:rPr sz="850" b="1" i="0">
                          <a:solidFill>
                            <a:srgbClr val="16654B"/>
                          </a:solidFill>
                          <a:latin typeface="Trebuchet MS"/>
                        </a:rPr>
                        <a:t>Assertiveness</a:t>
                      </a:r>
                    </a:p>
                  </a:txBody>
                  <a:tcPr anchor="ctr" marL="54864" marR="54864" marT="27432" marB="27432">
                    <a:solidFill>
                      <a:srgbClr val="ECF2EF"/>
                    </a:solidFill>
                  </a:tcPr>
                </a:tc>
                <a:tc>
                  <a:txBody>
                    <a:bodyPr wrap="square"/>
                    <a:lstStyle/>
                    <a:p>
                      <a:pPr algn="l"/>
                      <a:r>
                        <a:rPr sz="850" b="0" i="0">
                          <a:solidFill>
                            <a:srgbClr val="262626"/>
                          </a:solidFill>
                          <a:latin typeface="Trebuchet MS"/>
                        </a:rPr>
                        <a:t>Number of successful verbal warnings vs. repeated fouls</a:t>
                      </a:r>
                    </a:p>
                  </a:txBody>
                  <a:tcPr anchor="ctr" marL="54864" marR="54864" marT="27432" marB="27432">
                    <a:solidFill>
                      <a:srgbClr val="ECF2EF"/>
                    </a:solidFill>
                  </a:tcPr>
                </a:tc>
                <a:tc>
                  <a:txBody>
                    <a:bodyPr wrap="square"/>
                    <a:lstStyle/>
                    <a:p>
                      <a:pPr algn="l"/>
                      <a:r>
                        <a:rPr sz="850" b="0" i="0">
                          <a:solidFill>
                            <a:srgbClr val="262626"/>
                          </a:solidFill>
                          <a:latin typeface="Trebuchet MS"/>
                        </a:rPr>
                        <a:t>Warnings are ignored; the player repeats the foul.</a:t>
                      </a:r>
                    </a:p>
                  </a:txBody>
                  <a:tcPr anchor="ctr" marL="54864" marR="54864" marT="27432" marB="27432">
                    <a:solidFill>
                      <a:srgbClr val="ECF2EF"/>
                    </a:solidFill>
                  </a:tcPr>
                </a:tc>
                <a:tc>
                  <a:txBody>
                    <a:bodyPr wrap="square"/>
                    <a:lstStyle/>
                    <a:p>
                      <a:pPr algn="l"/>
                      <a:r>
                        <a:rPr sz="850" b="0" i="0">
                          <a:solidFill>
                            <a:srgbClr val="262626"/>
                          </a:solidFill>
                          <a:latin typeface="Trebuchet MS"/>
                        </a:rPr>
                        <a:t>Player reduces intensity but continues to foul.</a:t>
                      </a:r>
                    </a:p>
                  </a:txBody>
                  <a:tcPr anchor="ctr" marL="54864" marR="54864" marT="27432" marB="27432">
                    <a:solidFill>
                      <a:srgbClr val="ECF2EF"/>
                    </a:solidFill>
                  </a:tcPr>
                </a:tc>
                <a:tc>
                  <a:txBody>
                    <a:bodyPr wrap="square"/>
                    <a:lstStyle/>
                    <a:p>
                      <a:pPr algn="l"/>
                      <a:r>
                        <a:rPr sz="850" b="0" i="0">
                          <a:solidFill>
                            <a:srgbClr val="262626"/>
                          </a:solidFill>
                          <a:latin typeface="Trebuchet MS"/>
                        </a:rPr>
                        <a:t>Player stops fouling after the warning.</a:t>
                      </a:r>
                    </a:p>
                  </a:txBody>
                  <a:tcPr anchor="ctr" marL="54864" marR="54864" marT="27432" marB="27432">
                    <a:solidFill>
                      <a:srgbClr val="ECF2EF"/>
                    </a:solidFill>
                  </a:tcPr>
                </a:tc>
                <a:tc>
                  <a:txBody>
                    <a:bodyPr wrap="square"/>
                    <a:lstStyle/>
                    <a:p>
                      <a:pPr algn="l"/>
                      <a:r>
                        <a:rPr sz="850" b="0" i="0">
                          <a:solidFill>
                            <a:srgbClr val="262626"/>
                          </a:solidFill>
                          <a:latin typeface="Trebuchet MS"/>
                        </a:rPr>
                        <a:t>Team captain actively assists the referee in calming the player.</a:t>
                      </a:r>
                    </a:p>
                  </a:txBody>
                  <a:tcPr anchor="ctr" marL="54864" marR="54864" marT="27432" marB="27432">
                    <a:solidFill>
                      <a:srgbClr val="ECF2EF"/>
                    </a:solidFill>
                  </a:tcPr>
                </a:tc>
              </a:tr>
              <a:tr h="365760">
                <a:tc>
                  <a:txBody>
                    <a:bodyPr wrap="square"/>
                    <a:lstStyle/>
                    <a:p>
                      <a:pPr algn="l"/>
                      <a:r>
                        <a:rPr sz="850" b="1" i="0">
                          <a:solidFill>
                            <a:srgbClr val="16654B"/>
                          </a:solidFill>
                          <a:latin typeface="Trebuchet MS"/>
                        </a:rPr>
                        <a:t>VAR Communication</a:t>
                      </a:r>
                    </a:p>
                  </a:txBody>
                  <a:tcPr anchor="ctr" marL="54864" marR="54864" marT="27432" marB="27432">
                    <a:solidFill>
                      <a:srgbClr val="FFFFFF"/>
                    </a:solidFill>
                  </a:tcPr>
                </a:tc>
                <a:tc>
                  <a:txBody>
                    <a:bodyPr wrap="square"/>
                    <a:lstStyle/>
                    <a:p>
                      <a:pPr algn="l"/>
                      <a:r>
                        <a:rPr sz="850" b="0" i="0">
                          <a:solidFill>
                            <a:srgbClr val="262626"/>
                          </a:solidFill>
                          <a:latin typeface="Trebuchet MS"/>
                        </a:rPr>
                        <a:t>Seconds an On-Field Review (OFR) takes at the monitor</a:t>
                      </a:r>
                    </a:p>
                  </a:txBody>
                  <a:tcPr anchor="ctr" marL="54864" marR="54864" marT="27432" marB="27432">
                    <a:solidFill>
                      <a:srgbClr val="FFFFFF"/>
                    </a:solidFill>
                  </a:tcPr>
                </a:tc>
                <a:tc>
                  <a:txBody>
                    <a:bodyPr wrap="square"/>
                    <a:lstStyle/>
                    <a:p>
                      <a:pPr algn="l"/>
                      <a:r>
                        <a:rPr sz="850" b="0" i="0">
                          <a:solidFill>
                            <a:srgbClr val="262626"/>
                          </a:solidFill>
                          <a:latin typeface="Trebuchet MS"/>
                        </a:rPr>
                        <a:t>&gt; 90 seconds (confused communication)</a:t>
                      </a:r>
                    </a:p>
                  </a:txBody>
                  <a:tcPr anchor="ctr" marL="54864" marR="54864" marT="27432" marB="27432">
                    <a:solidFill>
                      <a:srgbClr val="FFFFFF"/>
                    </a:solidFill>
                  </a:tcPr>
                </a:tc>
                <a:tc>
                  <a:txBody>
                    <a:bodyPr wrap="square"/>
                    <a:lstStyle/>
                    <a:p>
                      <a:pPr algn="l"/>
                      <a:r>
                        <a:rPr sz="850" b="0" i="0">
                          <a:solidFill>
                            <a:srgbClr val="262626"/>
                          </a:solidFill>
                          <a:latin typeface="Trebuchet MS"/>
                        </a:rPr>
                        <a:t>60 - 90 seconds</a:t>
                      </a:r>
                    </a:p>
                  </a:txBody>
                  <a:tcPr anchor="ctr" marL="54864" marR="54864" marT="27432" marB="27432">
                    <a:solidFill>
                      <a:srgbClr val="FFFFFF"/>
                    </a:solidFill>
                  </a:tcPr>
                </a:tc>
                <a:tc>
                  <a:txBody>
                    <a:bodyPr wrap="square"/>
                    <a:lstStyle/>
                    <a:p>
                      <a:pPr algn="l"/>
                      <a:r>
                        <a:rPr sz="850" b="0" i="0">
                          <a:solidFill>
                            <a:srgbClr val="262626"/>
                          </a:solidFill>
                          <a:latin typeface="Trebuchet MS"/>
                        </a:rPr>
                        <a:t>30 - 60 seconds (direct, to-the-point communication)</a:t>
                      </a:r>
                    </a:p>
                  </a:txBody>
                  <a:tcPr anchor="ctr" marL="54864" marR="54864" marT="27432" marB="27432">
                    <a:solidFill>
                      <a:srgbClr val="FFFFFF"/>
                    </a:solidFill>
                  </a:tcPr>
                </a:tc>
                <a:tc>
                  <a:txBody>
                    <a:bodyPr wrap="square"/>
                    <a:lstStyle/>
                    <a:p>
                      <a:pPr algn="l"/>
                      <a:r>
                        <a:rPr sz="850" b="0" i="0">
                          <a:solidFill>
                            <a:srgbClr val="262626"/>
                          </a:solidFill>
                          <a:latin typeface="Trebuchet MS"/>
                        </a:rPr>
                        <a:t>&lt; 30 seconds (identifies the error on the first replay)</a:t>
                      </a:r>
                    </a:p>
                  </a:txBody>
                  <a:tcPr anchor="ctr" marL="54864" marR="54864" marT="27432" marB="27432">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Process evaluation — objective and based on regulatory compliance</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5. Administrative and Ethical</a:t>
            </a:r>
          </a:p>
        </p:txBody>
      </p:sp>
      <p:graphicFrame>
        <p:nvGraphicFramePr>
          <p:cNvPr id="5" name="Table 4"/>
          <p:cNvGraphicFramePr>
            <a:graphicFrameLocks noGrp="1"/>
          </p:cNvGraphicFramePr>
          <p:nvPr/>
        </p:nvGraphicFramePr>
        <p:xfrm>
          <a:off x="457200" y="1463040"/>
          <a:ext cx="11277598" cy="1463040"/>
        </p:xfrm>
        <a:graphic>
          <a:graphicData uri="http://schemas.openxmlformats.org/drawingml/2006/table">
            <a:tbl>
              <a:tblPr>
                <a:tableStyleId>{5C22544A-7EE6-4342-B048-85BDC9FD1C3A}</a:tableStyleId>
              </a:tblPr>
              <a:tblGrid>
                <a:gridCol w="1704753"/>
                <a:gridCol w="2229293"/>
                <a:gridCol w="1835888"/>
                <a:gridCol w="1835888"/>
                <a:gridCol w="1835888"/>
                <a:gridCol w="1835888"/>
              </a:tblGrid>
              <a:tr h="365760">
                <a:tc>
                  <a:txBody>
                    <a:bodyPr wrap="square"/>
                    <a:lstStyle/>
                    <a:p>
                      <a:pPr algn="ctr"/>
                      <a:r>
                        <a:rPr sz="950" b="1" i="0">
                          <a:solidFill>
                            <a:srgbClr val="FFFFFF"/>
                          </a:solidFill>
                          <a:latin typeface="Trebuchet MS"/>
                        </a:rPr>
                        <a:t>Quality</a:t>
                      </a:r>
                    </a:p>
                  </a:txBody>
                  <a:tcPr anchor="ctr" marL="54864" marR="54864" marT="27432" marB="27432">
                    <a:solidFill>
                      <a:srgbClr val="16654B"/>
                    </a:solidFill>
                  </a:tcPr>
                </a:tc>
                <a:tc>
                  <a:txBody>
                    <a:bodyPr wrap="square"/>
                    <a:lstStyle/>
                    <a:p>
                      <a:pPr algn="ctr"/>
                      <a:r>
                        <a:rPr sz="950" b="1" i="0">
                          <a:solidFill>
                            <a:srgbClr val="FFFFFF"/>
                          </a:solidFill>
                          <a:latin typeface="Trebuchet MS"/>
                        </a:rPr>
                        <a:t>Objective Indicator</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1 (Deficient)</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2 (Basic)</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3 (Optimal)</a:t>
                      </a:r>
                    </a:p>
                  </a:txBody>
                  <a:tcPr anchor="ctr" marL="54864" marR="54864" marT="27432" marB="27432">
                    <a:solidFill>
                      <a:srgbClr val="16654B"/>
                    </a:solidFill>
                  </a:tcPr>
                </a:tc>
                <a:tc>
                  <a:txBody>
                    <a:bodyPr wrap="square"/>
                    <a:lstStyle/>
                    <a:p>
                      <a:pPr algn="ctr"/>
                      <a:r>
                        <a:rPr sz="950" b="1" i="0">
                          <a:solidFill>
                            <a:srgbClr val="FFFFFF"/>
                          </a:solidFill>
                          <a:latin typeface="Trebuchet MS"/>
                        </a:rPr>
                        <a:t>Level 4 (Elite)</a:t>
                      </a:r>
                    </a:p>
                  </a:txBody>
                  <a:tcPr anchor="ctr" marL="54864" marR="54864" marT="27432" marB="27432">
                    <a:solidFill>
                      <a:srgbClr val="16654B"/>
                    </a:solidFill>
                  </a:tcPr>
                </a:tc>
              </a:tr>
              <a:tr h="365760">
                <a:tc>
                  <a:txBody>
                    <a:bodyPr wrap="square"/>
                    <a:lstStyle/>
                    <a:p>
                      <a:pPr algn="l"/>
                      <a:r>
                        <a:rPr sz="850" b="1" i="0">
                          <a:solidFill>
                            <a:srgbClr val="16654B"/>
                          </a:solidFill>
                          <a:latin typeface="Trebuchet MS"/>
                        </a:rPr>
                        <a:t>Match Report Writing</a:t>
                      </a:r>
                    </a:p>
                  </a:txBody>
                  <a:tcPr anchor="ctr" marL="54864" marR="54864" marT="27432" marB="27432">
                    <a:solidFill>
                      <a:srgbClr val="FFFFFF"/>
                    </a:solidFill>
                  </a:tcPr>
                </a:tc>
                <a:tc>
                  <a:txBody>
                    <a:bodyPr wrap="square"/>
                    <a:lstStyle/>
                    <a:p>
                      <a:pPr algn="l"/>
                      <a:r>
                        <a:rPr sz="850" b="0" i="0">
                          <a:solidFill>
                            <a:srgbClr val="262626"/>
                          </a:solidFill>
                          <a:latin typeface="Trebuchet MS"/>
                        </a:rPr>
                        <a:t>Delivery time and number of formal errors in the official match report</a:t>
                      </a:r>
                    </a:p>
                  </a:txBody>
                  <a:tcPr anchor="ctr" marL="54864" marR="54864" marT="27432" marB="27432">
                    <a:solidFill>
                      <a:srgbClr val="FFFFFF"/>
                    </a:solidFill>
                  </a:tcPr>
                </a:tc>
                <a:tc>
                  <a:txBody>
                    <a:bodyPr wrap="square"/>
                    <a:lstStyle/>
                    <a:p>
                      <a:pPr algn="l"/>
                      <a:r>
                        <a:rPr sz="850" b="0" i="0">
                          <a:solidFill>
                            <a:srgbClr val="262626"/>
                          </a:solidFill>
                          <a:latin typeface="Trebuchet MS"/>
                        </a:rPr>
                        <a:t>Late delivery or contains errors requiring legal correction.</a:t>
                      </a:r>
                    </a:p>
                  </a:txBody>
                  <a:tcPr anchor="ctr" marL="54864" marR="54864" marT="27432" marB="27432">
                    <a:solidFill>
                      <a:srgbClr val="FFFFFF"/>
                    </a:solidFill>
                  </a:tcPr>
                </a:tc>
                <a:tc>
                  <a:txBody>
                    <a:bodyPr wrap="square"/>
                    <a:lstStyle/>
                    <a:p>
                      <a:pPr algn="l"/>
                      <a:r>
                        <a:rPr sz="850" b="0" i="0">
                          <a:solidFill>
                            <a:srgbClr val="262626"/>
                          </a:solidFill>
                          <a:latin typeface="Trebuchet MS"/>
                        </a:rPr>
                        <a:t>On time, but with poor phrasing or spelling mistakes.</a:t>
                      </a:r>
                    </a:p>
                  </a:txBody>
                  <a:tcPr anchor="ctr" marL="54864" marR="54864" marT="27432" marB="27432">
                    <a:solidFill>
                      <a:srgbClr val="FFFFFF"/>
                    </a:solidFill>
                  </a:tcPr>
                </a:tc>
                <a:tc>
                  <a:txBody>
                    <a:bodyPr wrap="square"/>
                    <a:lstStyle/>
                    <a:p>
                      <a:pPr algn="l"/>
                      <a:r>
                        <a:rPr sz="850" b="0" i="0">
                          <a:solidFill>
                            <a:srgbClr val="262626"/>
                          </a:solidFill>
                          <a:latin typeface="Trebuchet MS"/>
                        </a:rPr>
                        <a:t>On time, clear, with precise regulatory terminology.</a:t>
                      </a:r>
                    </a:p>
                  </a:txBody>
                  <a:tcPr anchor="ctr" marL="54864" marR="54864" marT="27432" marB="27432">
                    <a:solidFill>
                      <a:srgbClr val="FFFFFF"/>
                    </a:solidFill>
                  </a:tcPr>
                </a:tc>
                <a:tc>
                  <a:txBody>
                    <a:bodyPr wrap="square"/>
                    <a:lstStyle/>
                    <a:p>
                      <a:pPr algn="l"/>
                      <a:r>
                        <a:rPr sz="850" b="0" i="0">
                          <a:solidFill>
                            <a:srgbClr val="262626"/>
                          </a:solidFill>
                          <a:latin typeface="Trebuchet MS"/>
                        </a:rPr>
                        <a:t>Impeccable; describes complex incidents in an irrefutable manner.</a:t>
                      </a:r>
                    </a:p>
                  </a:txBody>
                  <a:tcPr anchor="ctr" marL="54864" marR="54864" marT="27432" marB="27432">
                    <a:solidFill>
                      <a:srgbClr val="FFFFFF"/>
                    </a:solidFill>
                  </a:tcPr>
                </a:tc>
              </a:tr>
              <a:tr h="365760">
                <a:tc>
                  <a:txBody>
                    <a:bodyPr wrap="square"/>
                    <a:lstStyle/>
                    <a:p>
                      <a:pPr algn="l"/>
                      <a:r>
                        <a:rPr sz="850" b="1" i="0">
                          <a:solidFill>
                            <a:srgbClr val="16654B"/>
                          </a:solidFill>
                          <a:latin typeface="Trebuchet MS"/>
                        </a:rPr>
                        <a:t>Availability</a:t>
                      </a:r>
                    </a:p>
                  </a:txBody>
                  <a:tcPr anchor="ctr" marL="54864" marR="54864" marT="27432" marB="27432">
                    <a:solidFill>
                      <a:srgbClr val="ECF2EF"/>
                    </a:solidFill>
                  </a:tcPr>
                </a:tc>
                <a:tc>
                  <a:txBody>
                    <a:bodyPr wrap="square"/>
                    <a:lstStyle/>
                    <a:p>
                      <a:pPr algn="l"/>
                      <a:r>
                        <a:rPr sz="850" b="0" i="0">
                          <a:solidFill>
                            <a:srgbClr val="262626"/>
                          </a:solidFill>
                          <a:latin typeface="Trebuchet MS"/>
                        </a:rPr>
                        <a:t>Attendance at mandatory theoretical clinics and training sessions</a:t>
                      </a:r>
                    </a:p>
                  </a:txBody>
                  <a:tcPr anchor="ctr" marL="54864" marR="54864" marT="27432" marB="27432">
                    <a:solidFill>
                      <a:srgbClr val="ECF2EF"/>
                    </a:solidFill>
                  </a:tcPr>
                </a:tc>
                <a:tc>
                  <a:txBody>
                    <a:bodyPr wrap="square"/>
                    <a:lstStyle/>
                    <a:p>
                      <a:pPr algn="l"/>
                      <a:r>
                        <a:rPr sz="850" b="0" i="0">
                          <a:solidFill>
                            <a:srgbClr val="262626"/>
                          </a:solidFill>
                          <a:latin typeface="Trebuchet MS"/>
                        </a:rPr>
                        <a:t>&lt; 80% attendance</a:t>
                      </a:r>
                    </a:p>
                  </a:txBody>
                  <a:tcPr anchor="ctr" marL="54864" marR="54864" marT="27432" marB="27432">
                    <a:solidFill>
                      <a:srgbClr val="ECF2EF"/>
                    </a:solidFill>
                  </a:tcPr>
                </a:tc>
                <a:tc>
                  <a:txBody>
                    <a:bodyPr wrap="square"/>
                    <a:lstStyle/>
                    <a:p>
                      <a:pPr algn="l"/>
                      <a:r>
                        <a:rPr sz="850" b="0" i="0">
                          <a:solidFill>
                            <a:srgbClr val="262626"/>
                          </a:solidFill>
                          <a:latin typeface="Trebuchet MS"/>
                        </a:rPr>
                        <a:t>80% - 90% attendance</a:t>
                      </a:r>
                    </a:p>
                  </a:txBody>
                  <a:tcPr anchor="ctr" marL="54864" marR="54864" marT="27432" marB="27432">
                    <a:solidFill>
                      <a:srgbClr val="ECF2EF"/>
                    </a:solidFill>
                  </a:tcPr>
                </a:tc>
                <a:tc>
                  <a:txBody>
                    <a:bodyPr wrap="square"/>
                    <a:lstStyle/>
                    <a:p>
                      <a:pPr algn="l"/>
                      <a:r>
                        <a:rPr sz="850" b="0" i="0">
                          <a:solidFill>
                            <a:srgbClr val="262626"/>
                          </a:solidFill>
                          <a:latin typeface="Trebuchet MS"/>
                        </a:rPr>
                        <a:t>90% - 99% attendance</a:t>
                      </a:r>
                    </a:p>
                  </a:txBody>
                  <a:tcPr anchor="ctr" marL="54864" marR="54864" marT="27432" marB="27432">
                    <a:solidFill>
                      <a:srgbClr val="ECF2EF"/>
                    </a:solidFill>
                  </a:tcPr>
                </a:tc>
                <a:tc>
                  <a:txBody>
                    <a:bodyPr wrap="square"/>
                    <a:lstStyle/>
                    <a:p>
                      <a:pPr algn="l"/>
                      <a:r>
                        <a:rPr sz="850" b="0" i="0">
                          <a:solidFill>
                            <a:srgbClr val="262626"/>
                          </a:solidFill>
                          <a:latin typeface="Trebuchet MS"/>
                        </a:rPr>
                        <a:t>100% attendance, participates actively</a:t>
                      </a:r>
                    </a:p>
                  </a:txBody>
                  <a:tcPr anchor="ctr" marL="54864" marR="54864" marT="27432" marB="27432">
                    <a:solidFill>
                      <a:srgbClr val="ECF2EF"/>
                    </a:solidFill>
                  </a:tcPr>
                </a:tc>
              </a:tr>
              <a:tr h="365760">
                <a:tc>
                  <a:txBody>
                    <a:bodyPr wrap="square"/>
                    <a:lstStyle/>
                    <a:p>
                      <a:pPr algn="l"/>
                      <a:r>
                        <a:rPr sz="850" b="1" i="0">
                          <a:solidFill>
                            <a:srgbClr val="16654B"/>
                          </a:solidFill>
                          <a:latin typeface="Trebuchet MS"/>
                        </a:rPr>
                        <a:t>English Language Proficiency</a:t>
                      </a:r>
                    </a:p>
                  </a:txBody>
                  <a:tcPr anchor="ctr" marL="54864" marR="54864" marT="27432" marB="27432">
                    <a:solidFill>
                      <a:srgbClr val="FFFFFF"/>
                    </a:solidFill>
                  </a:tcPr>
                </a:tc>
                <a:tc>
                  <a:txBody>
                    <a:bodyPr wrap="square"/>
                    <a:lstStyle/>
                    <a:p>
                      <a:pPr algn="l"/>
                      <a:r>
                        <a:rPr sz="850" b="0" i="0">
                          <a:solidFill>
                            <a:srgbClr val="262626"/>
                          </a:solidFill>
                          <a:latin typeface="Trebuchet MS"/>
                        </a:rPr>
                        <a:t>English language evaluation or certification</a:t>
                      </a:r>
                    </a:p>
                  </a:txBody>
                  <a:tcPr anchor="ctr" marL="54864" marR="54864" marT="27432" marB="27432">
                    <a:solidFill>
                      <a:srgbClr val="FFFFFF"/>
                    </a:solidFill>
                  </a:tcPr>
                </a:tc>
                <a:tc>
                  <a:txBody>
                    <a:bodyPr wrap="square"/>
                    <a:lstStyle/>
                    <a:p>
                      <a:pPr algn="l"/>
                      <a:r>
                        <a:rPr sz="850" b="0" i="0">
                          <a:solidFill>
                            <a:srgbClr val="262626"/>
                          </a:solidFill>
                          <a:latin typeface="Trebuchet MS"/>
                        </a:rPr>
                        <a:t>Exam fail or no certificate</a:t>
                      </a:r>
                    </a:p>
                  </a:txBody>
                  <a:tcPr anchor="ctr" marL="54864" marR="54864" marT="27432" marB="27432">
                    <a:solidFill>
                      <a:srgbClr val="FFFFFF"/>
                    </a:solidFill>
                  </a:tcPr>
                </a:tc>
                <a:tc>
                  <a:txBody>
                    <a:bodyPr wrap="square"/>
                    <a:lstStyle/>
                    <a:p>
                      <a:pPr algn="l"/>
                      <a:r>
                        <a:rPr sz="850" b="0" i="0">
                          <a:solidFill>
                            <a:srgbClr val="262626"/>
                          </a:solidFill>
                          <a:latin typeface="Trebuchet MS"/>
                        </a:rPr>
                        <a:t>IELTS 3.5 / KET / A2</a:t>
                      </a:r>
                    </a:p>
                  </a:txBody>
                  <a:tcPr anchor="ctr" marL="54864" marR="54864" marT="27432" marB="27432">
                    <a:solidFill>
                      <a:srgbClr val="FFFFFF"/>
                    </a:solidFill>
                  </a:tcPr>
                </a:tc>
                <a:tc>
                  <a:txBody>
                    <a:bodyPr wrap="square"/>
                    <a:lstStyle/>
                    <a:p>
                      <a:pPr algn="l"/>
                      <a:r>
                        <a:rPr sz="850" b="0" i="0">
                          <a:solidFill>
                            <a:srgbClr val="262626"/>
                          </a:solidFill>
                          <a:latin typeface="Trebuchet MS"/>
                        </a:rPr>
                        <a:t>IELTS 4-5 / PET / B1</a:t>
                      </a:r>
                    </a:p>
                  </a:txBody>
                  <a:tcPr anchor="ctr" marL="54864" marR="54864" marT="27432" marB="27432">
                    <a:solidFill>
                      <a:srgbClr val="FFFFFF"/>
                    </a:solidFill>
                  </a:tcPr>
                </a:tc>
                <a:tc>
                  <a:txBody>
                    <a:bodyPr wrap="square"/>
                    <a:lstStyle/>
                    <a:p>
                      <a:pPr algn="l"/>
                      <a:r>
                        <a:rPr sz="850" b="0" i="0">
                          <a:solidFill>
                            <a:srgbClr val="262626"/>
                          </a:solidFill>
                          <a:latin typeface="Trebuchet MS"/>
                        </a:rPr>
                        <a:t>IELTS 5.5-6.5 / FCE / B2</a:t>
                      </a:r>
                    </a:p>
                  </a:txBody>
                  <a:tcPr anchor="ctr" marL="54864" marR="54864" marT="27432" marB="27432">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Minimum expected and desired performance levels per competition tier</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6. Expected Standards by Category</a:t>
            </a:r>
          </a:p>
        </p:txBody>
      </p:sp>
      <p:graphicFrame>
        <p:nvGraphicFramePr>
          <p:cNvPr id="5" name="Table 4"/>
          <p:cNvGraphicFramePr>
            <a:graphicFrameLocks noGrp="1"/>
          </p:cNvGraphicFramePr>
          <p:nvPr/>
        </p:nvGraphicFramePr>
        <p:xfrm>
          <a:off x="457200" y="1463040"/>
          <a:ext cx="11277595" cy="2194560"/>
        </p:xfrm>
        <a:graphic>
          <a:graphicData uri="http://schemas.openxmlformats.org/drawingml/2006/table">
            <a:tbl>
              <a:tblPr>
                <a:tableStyleId>{5C22544A-7EE6-4342-B048-85BDC9FD1C3A}</a:tableStyleId>
              </a:tblPr>
              <a:tblGrid>
                <a:gridCol w="2008339"/>
                <a:gridCol w="1544876"/>
                <a:gridCol w="1544876"/>
                <a:gridCol w="1544876"/>
                <a:gridCol w="1544876"/>
                <a:gridCol w="1544876"/>
                <a:gridCol w="1544876"/>
              </a:tblGrid>
              <a:tr h="365760">
                <a:tc>
                  <a:txBody>
                    <a:bodyPr wrap="square"/>
                    <a:lstStyle/>
                    <a:p>
                      <a:pPr algn="ctr"/>
                      <a:r>
                        <a:rPr sz="900" b="1" i="0">
                          <a:solidFill>
                            <a:srgbClr val="FFFFFF"/>
                          </a:solidFill>
                          <a:latin typeface="Trebuchet MS"/>
                        </a:rPr>
                        <a:t>Quality</a:t>
                      </a:r>
                    </a:p>
                  </a:txBody>
                  <a:tcPr anchor="ctr" marL="54864" marR="54864" marT="27432" marB="27432">
                    <a:solidFill>
                      <a:srgbClr val="16654B"/>
                    </a:solidFill>
                  </a:tcPr>
                </a:tc>
                <a:tc>
                  <a:txBody>
                    <a:bodyPr wrap="square"/>
                    <a:lstStyle/>
                    <a:p>
                      <a:pPr algn="ctr"/>
                      <a:r>
                        <a:rPr sz="900" b="1" i="0">
                          <a:solidFill>
                            <a:srgbClr val="FFFFFF"/>
                          </a:solidFill>
                          <a:latin typeface="Trebuchet MS"/>
                        </a:rPr>
                        <a:t>Regional</a:t>
                      </a:r>
                    </a:p>
                  </a:txBody>
                  <a:tcPr anchor="ctr" marL="54864" marR="54864" marT="27432" marB="27432">
                    <a:solidFill>
                      <a:srgbClr val="16654B"/>
                    </a:solidFill>
                  </a:tcPr>
                </a:tc>
                <a:tc>
                  <a:txBody>
                    <a:bodyPr wrap="square"/>
                    <a:lstStyle/>
                    <a:p>
                      <a:pPr algn="ctr"/>
                      <a:r>
                        <a:rPr sz="900" b="1" i="0">
                          <a:solidFill>
                            <a:srgbClr val="FFFFFF"/>
                          </a:solidFill>
                          <a:latin typeface="Trebuchet MS"/>
                        </a:rPr>
                        <a:t>u21/ 3rd</a:t>
                      </a:r>
                    </a:p>
                  </a:txBody>
                  <a:tcPr anchor="ctr" marL="54864" marR="54864" marT="27432" marB="27432">
                    <a:solidFill>
                      <a:srgbClr val="16654B"/>
                    </a:solidFill>
                  </a:tcPr>
                </a:tc>
                <a:tc>
                  <a:txBody>
                    <a:bodyPr wrap="square"/>
                    <a:lstStyle/>
                    <a:p>
                      <a:pPr algn="ctr"/>
                      <a:r>
                        <a:rPr sz="900" b="1" i="0">
                          <a:solidFill>
                            <a:srgbClr val="FFFFFF"/>
                          </a:solidFill>
                          <a:latin typeface="Trebuchet MS"/>
                        </a:rPr>
                        <a:t>Second</a:t>
                      </a:r>
                    </a:p>
                  </a:txBody>
                  <a:tcPr anchor="ctr" marL="54864" marR="54864" marT="27432" marB="27432">
                    <a:solidFill>
                      <a:srgbClr val="16654B"/>
                    </a:solidFill>
                  </a:tcPr>
                </a:tc>
                <a:tc>
                  <a:txBody>
                    <a:bodyPr wrap="square"/>
                    <a:lstStyle/>
                    <a:p>
                      <a:pPr algn="ctr"/>
                      <a:r>
                        <a:rPr sz="900" b="1" i="0">
                          <a:solidFill>
                            <a:srgbClr val="FFFFFF"/>
                          </a:solidFill>
                          <a:latin typeface="Trebuchet MS"/>
                        </a:rPr>
                        <a:t>Second</a:t>
                      </a:r>
                    </a:p>
                  </a:txBody>
                  <a:tcPr anchor="ctr" marL="54864" marR="54864" marT="27432" marB="27432">
                    <a:solidFill>
                      <a:srgbClr val="16654B"/>
                    </a:solidFill>
                  </a:tcPr>
                </a:tc>
                <a:tc>
                  <a:txBody>
                    <a:bodyPr wrap="square"/>
                    <a:lstStyle/>
                    <a:p>
                      <a:pPr algn="ctr"/>
                      <a:r>
                        <a:rPr sz="900" b="1" i="0">
                          <a:solidFill>
                            <a:srgbClr val="FFFFFF"/>
                          </a:solidFill>
                          <a:latin typeface="Trebuchet MS"/>
                        </a:rPr>
                        <a:t>YELO</a:t>
                      </a:r>
                    </a:p>
                  </a:txBody>
                  <a:tcPr anchor="ctr" marL="54864" marR="54864" marT="27432" marB="27432">
                    <a:solidFill>
                      <a:srgbClr val="16654B"/>
                    </a:solidFill>
                  </a:tcPr>
                </a:tc>
                <a:tc>
                  <a:txBody>
                    <a:bodyPr wrap="square"/>
                    <a:lstStyle/>
                    <a:p>
                      <a:pPr algn="ctr"/>
                      <a:r>
                        <a:rPr sz="900" b="1" i="0">
                          <a:solidFill>
                            <a:srgbClr val="FFFFFF"/>
                          </a:solidFill>
                          <a:latin typeface="Trebuchet MS"/>
                        </a:rPr>
                        <a:t>ROSHN</a:t>
                      </a:r>
                    </a:p>
                  </a:txBody>
                  <a:tcPr anchor="ctr" marL="54864" marR="54864" marT="27432" marB="27432">
                    <a:solidFill>
                      <a:srgbClr val="16654B"/>
                    </a:solidFill>
                  </a:tcPr>
                </a:tc>
              </a:tr>
              <a:tr h="365760">
                <a:tc>
                  <a:txBody>
                    <a:bodyPr wrap="square"/>
                    <a:lstStyle/>
                    <a:p>
                      <a:pPr algn="l"/>
                      <a:r>
                        <a:rPr sz="800" b="1" i="0">
                          <a:solidFill>
                            <a:srgbClr val="16654B"/>
                          </a:solidFill>
                          <a:latin typeface="Trebuchet MS"/>
                        </a:rPr>
                        <a:t>Physical</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3 Desired: LEVEL 4</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4</a:t>
                      </a:r>
                    </a:p>
                  </a:txBody>
                  <a:tcPr anchor="ctr" marL="54864" marR="54864" marT="27432" marB="27432">
                    <a:solidFill>
                      <a:srgbClr val="FFFFFF"/>
                    </a:solidFill>
                  </a:tcPr>
                </a:tc>
              </a:tr>
              <a:tr h="365760">
                <a:tc>
                  <a:txBody>
                    <a:bodyPr wrap="square"/>
                    <a:lstStyle/>
                    <a:p>
                      <a:pPr algn="l"/>
                      <a:r>
                        <a:rPr sz="800" b="1" i="0">
                          <a:solidFill>
                            <a:srgbClr val="16654B"/>
                          </a:solidFill>
                          <a:latin typeface="Trebuchet MS"/>
                        </a:rPr>
                        <a:t>Technical</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2</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3 Desired: LEVEL 4</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3 Desired: LEVEL 4</a:t>
                      </a:r>
                    </a:p>
                  </a:txBody>
                  <a:tcPr anchor="ctr" marL="54864" marR="54864" marT="27432" marB="27432">
                    <a:solidFill>
                      <a:srgbClr val="ECF2EF"/>
                    </a:solidFill>
                  </a:tcPr>
                </a:tc>
              </a:tr>
              <a:tr h="365760">
                <a:tc>
                  <a:txBody>
                    <a:bodyPr wrap="square"/>
                    <a:lstStyle/>
                    <a:p>
                      <a:pPr algn="l"/>
                      <a:r>
                        <a:rPr sz="800" b="1" i="0">
                          <a:solidFill>
                            <a:srgbClr val="16654B"/>
                          </a:solidFill>
                          <a:latin typeface="Trebuchet MS"/>
                        </a:rPr>
                        <a:t>Psycological</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3 Desired: LEVEL 4</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3 Desired: LEVEL 4</a:t>
                      </a:r>
                    </a:p>
                  </a:txBody>
                  <a:tcPr anchor="ctr" marL="54864" marR="54864" marT="27432" marB="27432">
                    <a:solidFill>
                      <a:srgbClr val="FFFFFF"/>
                    </a:solidFill>
                  </a:tcPr>
                </a:tc>
              </a:tr>
              <a:tr h="365760">
                <a:tc>
                  <a:txBody>
                    <a:bodyPr wrap="square"/>
                    <a:lstStyle/>
                    <a:p>
                      <a:pPr algn="l"/>
                      <a:r>
                        <a:rPr sz="800" b="1" i="0">
                          <a:solidFill>
                            <a:srgbClr val="16654B"/>
                          </a:solidFill>
                          <a:latin typeface="Trebuchet MS"/>
                        </a:rPr>
                        <a:t>Communication</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2</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3 Desired: LEVEL 4</a:t>
                      </a:r>
                    </a:p>
                  </a:txBody>
                  <a:tcPr anchor="ctr" marL="54864" marR="54864" marT="27432" marB="27432">
                    <a:solidFill>
                      <a:srgbClr val="ECF2EF"/>
                    </a:solidFill>
                  </a:tcPr>
                </a:tc>
                <a:tc>
                  <a:txBody>
                    <a:bodyPr wrap="square"/>
                    <a:lstStyle/>
                    <a:p>
                      <a:pPr algn="l"/>
                      <a:r>
                        <a:rPr sz="800" b="0" i="0">
                          <a:solidFill>
                            <a:srgbClr val="262626"/>
                          </a:solidFill>
                          <a:latin typeface="Trebuchet MS"/>
                        </a:rPr>
                        <a:t>Expected: LEVEL 3 Desired: LEVEL 4</a:t>
                      </a:r>
                    </a:p>
                  </a:txBody>
                  <a:tcPr anchor="ctr" marL="54864" marR="54864" marT="27432" marB="27432">
                    <a:solidFill>
                      <a:srgbClr val="ECF2EF"/>
                    </a:solidFill>
                  </a:tcPr>
                </a:tc>
              </a:tr>
              <a:tr h="365760">
                <a:tc>
                  <a:txBody>
                    <a:bodyPr wrap="square"/>
                    <a:lstStyle/>
                    <a:p>
                      <a:pPr algn="l"/>
                      <a:r>
                        <a:rPr sz="800" b="1" i="0">
                          <a:solidFill>
                            <a:srgbClr val="16654B"/>
                          </a:solidFill>
                          <a:latin typeface="Trebuchet MS"/>
                        </a:rPr>
                        <a:t>Administrative</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2 Desired: LEVEL 3</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3 Desired: LEVEL 4</a:t>
                      </a:r>
                    </a:p>
                  </a:txBody>
                  <a:tcPr anchor="ctr" marL="54864" marR="54864" marT="27432" marB="27432">
                    <a:solidFill>
                      <a:srgbClr val="FFFFFF"/>
                    </a:solidFill>
                  </a:tcPr>
                </a:tc>
                <a:tc>
                  <a:txBody>
                    <a:bodyPr wrap="square"/>
                    <a:lstStyle/>
                    <a:p>
                      <a:pPr algn="l"/>
                      <a:r>
                        <a:rPr sz="800" b="0" i="0">
                          <a:solidFill>
                            <a:srgbClr val="262626"/>
                          </a:solidFill>
                          <a:latin typeface="Trebuchet MS"/>
                        </a:rPr>
                        <a:t>Expected: LEVEL 3 Desired: LEVEL 4</a:t>
                      </a:r>
                    </a:p>
                  </a:txBody>
                  <a:tcPr anchor="ctr" marL="54864" marR="54864"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Assessor Evaluation Matrix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Translating assessor requirements into measurable KPIs</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Criteria for Assessors</a:t>
            </a:r>
          </a:p>
        </p:txBody>
      </p:sp>
      <p:sp>
        <p:nvSpPr>
          <p:cNvPr id="5" name="TextBox 4"/>
          <p:cNvSpPr txBox="1"/>
          <p:nvPr/>
        </p:nvSpPr>
        <p:spPr>
          <a:xfrm>
            <a:off x="758952" y="1371600"/>
            <a:ext cx="10674096" cy="4983480"/>
          </a:xfrm>
          <a:prstGeom prst="rect">
            <a:avLst/>
          </a:prstGeom>
          <a:noFill/>
        </p:spPr>
        <p:txBody>
          <a:bodyPr wrap="square">
            <a:spAutoFit/>
          </a:bodyPr>
          <a:lstStyle/>
          <a:p>
            <a:pPr marL="274320" indent="-201168">
              <a:lnSpc>
                <a:spcPct val="105000"/>
              </a:lnSpc>
              <a:spcBef>
                <a:spcPts val="600"/>
              </a:spcBef>
              <a:spcAft>
                <a:spcPts val="800"/>
              </a:spcAft>
              <a:buClr>
                <a:srgbClr val="287159"/>
              </a:buClr>
              <a:buFont typeface="Arial"/>
              <a:buChar char="▪"/>
            </a:pPr>
            <a:r>
              <a:rPr sz="1500" b="0" i="0">
                <a:solidFill>
                  <a:srgbClr val="262626"/>
                </a:solidFill>
                <a:latin typeface="Trebuchet MS"/>
              </a:rPr>
              <a:t>wrong”, but why. Communication → clear, constructive feedback to referees Development focus → helps referees improve, not just judge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Weighted objective indicators and scoring guidance</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Assessor KPI Matrix</a:t>
            </a:r>
          </a:p>
        </p:txBody>
      </p:sp>
      <p:graphicFrame>
        <p:nvGraphicFramePr>
          <p:cNvPr id="5" name="Table 4"/>
          <p:cNvGraphicFramePr>
            <a:graphicFrameLocks noGrp="1"/>
          </p:cNvGraphicFramePr>
          <p:nvPr/>
        </p:nvGraphicFramePr>
        <p:xfrm>
          <a:off x="457200" y="1417320"/>
          <a:ext cx="11277599" cy="2926080"/>
        </p:xfrm>
        <a:graphic>
          <a:graphicData uri="http://schemas.openxmlformats.org/drawingml/2006/table">
            <a:tbl>
              <a:tblPr>
                <a:tableStyleId>{5C22544A-7EE6-4342-B048-85BDC9FD1C3A}</a:tableStyleId>
              </a:tblPr>
              <a:tblGrid>
                <a:gridCol w="2631439"/>
                <a:gridCol w="5638800"/>
                <a:gridCol w="3007360"/>
              </a:tblGrid>
              <a:tr h="365760">
                <a:tc>
                  <a:txBody>
                    <a:bodyPr wrap="square"/>
                    <a:lstStyle/>
                    <a:p>
                      <a:pPr algn="ctr"/>
                      <a:r>
                        <a:rPr sz="950" b="1" i="0">
                          <a:solidFill>
                            <a:srgbClr val="FFFFFF"/>
                          </a:solidFill>
                          <a:latin typeface="Trebuchet MS"/>
                        </a:rPr>
                        <a:t>Quality (Weight)</a:t>
                      </a:r>
                    </a:p>
                  </a:txBody>
                  <a:tcPr anchor="ctr" marL="54864" marR="54864" marT="27432" marB="27432">
                    <a:solidFill>
                      <a:srgbClr val="16654B"/>
                    </a:solidFill>
                  </a:tcPr>
                </a:tc>
                <a:tc>
                  <a:txBody>
                    <a:bodyPr wrap="square"/>
                    <a:lstStyle/>
                    <a:p>
                      <a:pPr algn="ctr"/>
                      <a:r>
                        <a:rPr sz="950" b="1" i="0">
                          <a:solidFill>
                            <a:srgbClr val="FFFFFF"/>
                          </a:solidFill>
                          <a:latin typeface="Trebuchet MS"/>
                        </a:rPr>
                        <a:t>Objective Indicator / KPI</a:t>
                      </a:r>
                    </a:p>
                  </a:txBody>
                  <a:tcPr anchor="ctr" marL="54864" marR="54864" marT="27432" marB="27432">
                    <a:solidFill>
                      <a:srgbClr val="16654B"/>
                    </a:solidFill>
                  </a:tcPr>
                </a:tc>
                <a:tc>
                  <a:txBody>
                    <a:bodyPr wrap="square"/>
                    <a:lstStyle/>
                    <a:p>
                      <a:pPr algn="ctr"/>
                      <a:r>
                        <a:rPr sz="950" b="1" i="0">
                          <a:solidFill>
                            <a:srgbClr val="FFFFFF"/>
                          </a:solidFill>
                          <a:latin typeface="Trebuchet MS"/>
                        </a:rPr>
                        <a:t>Scoring Guide / Red Flags</a:t>
                      </a:r>
                    </a:p>
                  </a:txBody>
                  <a:tcPr anchor="ctr" marL="54864" marR="54864" marT="27432" marB="27432">
                    <a:solidFill>
                      <a:srgbClr val="16654B"/>
                    </a:solidFill>
                  </a:tcPr>
                </a:tc>
              </a:tr>
              <a:tr h="365760">
                <a:tc>
                  <a:txBody>
                    <a:bodyPr wrap="square"/>
                    <a:lstStyle/>
                    <a:p>
                      <a:pPr algn="l"/>
                      <a:r>
                        <a:rPr sz="830" b="1" i="0">
                          <a:solidFill>
                            <a:srgbClr val="16654B"/>
                          </a:solidFill>
                          <a:latin typeface="Trebuchet MS"/>
                        </a:rPr>
                        <a:t>Incident Recognition (20)</a:t>
                      </a:r>
                    </a:p>
                  </a:txBody>
                  <a:tcPr anchor="ctr" marL="54864" marR="54864" marT="27432" marB="27432">
                    <a:solidFill>
                      <a:srgbClr val="FFFFFF"/>
                    </a:solidFill>
                  </a:tcPr>
                </a:tc>
                <a:tc>
                  <a:txBody>
                    <a:bodyPr wrap="square"/>
                    <a:lstStyle/>
                    <a:p>
                      <a:pPr algn="l"/>
                      <a:r>
                        <a:rPr sz="830" b="0" i="0">
                          <a:solidFill>
                            <a:srgbClr val="262626"/>
                          </a:solidFill>
                          <a:latin typeface="Trebuchet MS"/>
                        </a:rPr>
                        <a:t>Identifies all key match incidents (penalty, RC, SPA, DOGSO, mass confrontation). No major missed incidents. KPI: % of key incidents identified vs standard</a:t>
                      </a:r>
                    </a:p>
                  </a:txBody>
                  <a:tcPr anchor="ctr" marL="54864" marR="54864" marT="27432" marB="27432">
                    <a:solidFill>
                      <a:srgbClr val="FFFFFF"/>
                    </a:solidFill>
                  </a:tcPr>
                </a:tc>
                <a:tc>
                  <a:txBody>
                    <a:bodyPr wrap="square"/>
                    <a:lstStyle/>
                    <a:p>
                      <a:pPr algn="l"/>
                      <a:r>
                        <a:rPr sz="830" b="0" i="0">
                          <a:solidFill>
                            <a:srgbClr val="262626"/>
                          </a:solidFill>
                          <a:latin typeface="Trebuchet MS"/>
                        </a:rPr>
                        <a:t>-</a:t>
                      </a:r>
                    </a:p>
                  </a:txBody>
                  <a:tcPr anchor="ctr" marL="54864" marR="54864" marT="27432" marB="27432">
                    <a:solidFill>
                      <a:srgbClr val="FFFFFF"/>
                    </a:solidFill>
                  </a:tcPr>
                </a:tc>
              </a:tr>
              <a:tr h="365760">
                <a:tc>
                  <a:txBody>
                    <a:bodyPr wrap="square"/>
                    <a:lstStyle/>
                    <a:p>
                      <a:pPr algn="l"/>
                      <a:r>
                        <a:rPr sz="830" b="1" i="0">
                          <a:solidFill>
                            <a:srgbClr val="16654B"/>
                          </a:solidFill>
                          <a:latin typeface="Trebuchet MS"/>
                        </a:rPr>
                        <a:t>Decision Accuracy (30)</a:t>
                      </a:r>
                    </a:p>
                  </a:txBody>
                  <a:tcPr anchor="ctr" marL="54864" marR="54864" marT="27432" marB="27432">
                    <a:solidFill>
                      <a:srgbClr val="ECF2EF"/>
                    </a:solidFill>
                  </a:tcPr>
                </a:tc>
                <a:tc>
                  <a:txBody>
                    <a:bodyPr wrap="square"/>
                    <a:lstStyle/>
                    <a:p>
                      <a:pPr algn="l"/>
                      <a:r>
                        <a:rPr sz="830" b="0" i="0">
                          <a:solidFill>
                            <a:srgbClr val="262626"/>
                          </a:solidFill>
                          <a:latin typeface="Trebuchet MS"/>
                        </a:rPr>
                        <a:t>Correct application of IFAB Laws of the Game. Alignment with elite benchmark decisions. KPI: % agreement with expert panel</a:t>
                      </a:r>
                    </a:p>
                  </a:txBody>
                  <a:tcPr anchor="ctr" marL="54864" marR="54864" marT="27432" marB="27432">
                    <a:solidFill>
                      <a:srgbClr val="ECF2EF"/>
                    </a:solidFill>
                  </a:tcPr>
                </a:tc>
                <a:tc>
                  <a:txBody>
                    <a:bodyPr wrap="square"/>
                    <a:lstStyle/>
                    <a:p>
                      <a:pPr algn="l"/>
                      <a:r>
                        <a:rPr sz="830" b="0" i="0">
                          <a:solidFill>
                            <a:srgbClr val="262626"/>
                          </a:solidFill>
                          <a:latin typeface="Trebuchet MS"/>
                        </a:rPr>
                        <a:t>-</a:t>
                      </a:r>
                    </a:p>
                  </a:txBody>
                  <a:tcPr anchor="ctr" marL="54864" marR="54864" marT="27432" marB="27432">
                    <a:solidFill>
                      <a:srgbClr val="ECF2EF"/>
                    </a:solidFill>
                  </a:tcPr>
                </a:tc>
              </a:tr>
              <a:tr h="365760">
                <a:tc>
                  <a:txBody>
                    <a:bodyPr wrap="square"/>
                    <a:lstStyle/>
                    <a:p>
                      <a:pPr algn="l"/>
                      <a:r>
                        <a:rPr sz="830" b="1" i="0">
                          <a:solidFill>
                            <a:srgbClr val="16654B"/>
                          </a:solidFill>
                          <a:latin typeface="Trebuchet MS"/>
                        </a:rPr>
                        <a:t>Technical Analysis (15)</a:t>
                      </a:r>
                    </a:p>
                  </a:txBody>
                  <a:tcPr anchor="ctr" marL="54864" marR="54864" marT="27432" marB="27432">
                    <a:solidFill>
                      <a:srgbClr val="FFFFFF"/>
                    </a:solidFill>
                  </a:tcPr>
                </a:tc>
                <a:tc>
                  <a:txBody>
                    <a:bodyPr wrap="square"/>
                    <a:lstStyle/>
                    <a:p>
                      <a:pPr algn="l"/>
                      <a:r>
                        <a:rPr sz="830" b="0" i="0">
                          <a:solidFill>
                            <a:srgbClr val="262626"/>
                          </a:solidFill>
                          <a:latin typeface="Trebuchet MS"/>
                        </a:rPr>
                        <a:t>Explains why decisions are right/wrong. Considers positioning, teamwork, match difficulty.</a:t>
                      </a:r>
                    </a:p>
                  </a:txBody>
                  <a:tcPr anchor="ctr" marL="54864" marR="54864" marT="27432" marB="27432">
                    <a:solidFill>
                      <a:srgbClr val="FFFFFF"/>
                    </a:solidFill>
                  </a:tcPr>
                </a:tc>
                <a:tc>
                  <a:txBody>
                    <a:bodyPr wrap="square"/>
                    <a:lstStyle/>
                    <a:p>
                      <a:pPr algn="l"/>
                      <a:r>
                        <a:rPr sz="830" b="0" i="0">
                          <a:solidFill>
                            <a:srgbClr val="262626"/>
                          </a:solidFill>
                          <a:latin typeface="Trebuchet MS"/>
                        </a:rPr>
                        <a:t>13–15 = Elite insight 10–12 = Solid &lt;10 = Superficial</a:t>
                      </a:r>
                    </a:p>
                  </a:txBody>
                  <a:tcPr anchor="ctr" marL="54864" marR="54864" marT="27432" marB="27432">
                    <a:solidFill>
                      <a:srgbClr val="FFFFFF"/>
                    </a:solidFill>
                  </a:tcPr>
                </a:tc>
              </a:tr>
              <a:tr h="365760">
                <a:tc>
                  <a:txBody>
                    <a:bodyPr wrap="square"/>
                    <a:lstStyle/>
                    <a:p>
                      <a:pPr algn="l"/>
                      <a:r>
                        <a:rPr sz="830" b="1" i="0">
                          <a:solidFill>
                            <a:srgbClr val="16654B"/>
                          </a:solidFill>
                          <a:latin typeface="Trebuchet MS"/>
                        </a:rPr>
                        <a:t>Consistency of Marking (10)</a:t>
                      </a:r>
                    </a:p>
                  </a:txBody>
                  <a:tcPr anchor="ctr" marL="54864" marR="54864" marT="27432" marB="27432">
                    <a:solidFill>
                      <a:srgbClr val="ECF2EF"/>
                    </a:solidFill>
                  </a:tcPr>
                </a:tc>
                <a:tc>
                  <a:txBody>
                    <a:bodyPr wrap="square"/>
                    <a:lstStyle/>
                    <a:p>
                      <a:pPr algn="l"/>
                      <a:r>
                        <a:rPr sz="830" b="0" i="0">
                          <a:solidFill>
                            <a:srgbClr val="262626"/>
                          </a:solidFill>
                          <a:latin typeface="Trebuchet MS"/>
                        </a:rPr>
                        <a:t>Match mark reflects performance level. No contradictions (e.g. critical mistakes but high score). KPI: Deviation from expected score range</a:t>
                      </a:r>
                    </a:p>
                  </a:txBody>
                  <a:tcPr anchor="ctr" marL="54864" marR="54864" marT="27432" marB="27432">
                    <a:solidFill>
                      <a:srgbClr val="ECF2EF"/>
                    </a:solidFill>
                  </a:tcPr>
                </a:tc>
                <a:tc>
                  <a:txBody>
                    <a:bodyPr wrap="square"/>
                    <a:lstStyle/>
                    <a:p>
                      <a:pPr algn="l"/>
                      <a:r>
                        <a:rPr sz="830" b="0" i="0">
                          <a:solidFill>
                            <a:srgbClr val="262626"/>
                          </a:solidFill>
                          <a:latin typeface="Trebuchet MS"/>
                        </a:rPr>
                        <a:t>-</a:t>
                      </a:r>
                    </a:p>
                  </a:txBody>
                  <a:tcPr anchor="ctr" marL="54864" marR="54864" marT="27432" marB="27432">
                    <a:solidFill>
                      <a:srgbClr val="ECF2EF"/>
                    </a:solidFill>
                  </a:tcPr>
                </a:tc>
              </a:tr>
              <a:tr h="365760">
                <a:tc>
                  <a:txBody>
                    <a:bodyPr wrap="square"/>
                    <a:lstStyle/>
                    <a:p>
                      <a:pPr algn="l"/>
                      <a:r>
                        <a:rPr sz="830" b="1" i="0">
                          <a:solidFill>
                            <a:srgbClr val="16654B"/>
                          </a:solidFill>
                          <a:latin typeface="Trebuchet MS"/>
                        </a:rPr>
                        <a:t>Report Quality (10)</a:t>
                      </a:r>
                    </a:p>
                  </a:txBody>
                  <a:tcPr anchor="ctr" marL="54864" marR="54864" marT="27432" marB="27432">
                    <a:solidFill>
                      <a:srgbClr val="FFFFFF"/>
                    </a:solidFill>
                  </a:tcPr>
                </a:tc>
                <a:tc>
                  <a:txBody>
                    <a:bodyPr wrap="square"/>
                    <a:lstStyle/>
                    <a:p>
                      <a:pPr algn="l"/>
                      <a:r>
                        <a:rPr sz="830" b="0" i="0">
                          <a:solidFill>
                            <a:srgbClr val="262626"/>
                          </a:solidFill>
                          <a:latin typeface="Trebuchet MS"/>
                        </a:rPr>
                        <a:t>Clear structure. Concise but complete. Actionable points.</a:t>
                      </a:r>
                    </a:p>
                  </a:txBody>
                  <a:tcPr anchor="ctr" marL="54864" marR="54864" marT="27432" marB="27432">
                    <a:solidFill>
                      <a:srgbClr val="FFFFFF"/>
                    </a:solidFill>
                  </a:tcPr>
                </a:tc>
                <a:tc>
                  <a:txBody>
                    <a:bodyPr wrap="square"/>
                    <a:lstStyle/>
                    <a:p>
                      <a:pPr algn="l"/>
                      <a:r>
                        <a:rPr sz="830" b="0" i="0">
                          <a:solidFill>
                            <a:srgbClr val="262626"/>
                          </a:solidFill>
                          <a:latin typeface="Trebuchet MS"/>
                        </a:rPr>
                        <a:t>Red flag: Generic comments ("good game", "needs improvement")</a:t>
                      </a:r>
                    </a:p>
                  </a:txBody>
                  <a:tcPr anchor="ctr" marL="54864" marR="54864" marT="27432" marB="27432">
                    <a:solidFill>
                      <a:srgbClr val="FFFFFF"/>
                    </a:solidFill>
                  </a:tcPr>
                </a:tc>
              </a:tr>
              <a:tr h="365760">
                <a:tc>
                  <a:txBody>
                    <a:bodyPr wrap="square"/>
                    <a:lstStyle/>
                    <a:p>
                      <a:pPr algn="l"/>
                      <a:r>
                        <a:rPr sz="830" b="1" i="0">
                          <a:solidFill>
                            <a:srgbClr val="16654B"/>
                          </a:solidFill>
                          <a:latin typeface="Trebuchet MS"/>
                        </a:rPr>
                        <a:t>Feedback Delivery (10)</a:t>
                      </a:r>
                    </a:p>
                  </a:txBody>
                  <a:tcPr anchor="ctr" marL="54864" marR="54864" marT="27432" marB="27432">
                    <a:solidFill>
                      <a:srgbClr val="ECF2EF"/>
                    </a:solidFill>
                  </a:tcPr>
                </a:tc>
                <a:tc>
                  <a:txBody>
                    <a:bodyPr wrap="square"/>
                    <a:lstStyle/>
                    <a:p>
                      <a:pPr algn="l"/>
                      <a:r>
                        <a:rPr sz="830" b="0" i="0">
                          <a:solidFill>
                            <a:srgbClr val="262626"/>
                          </a:solidFill>
                          <a:latin typeface="Trebuchet MS"/>
                        </a:rPr>
                        <a:t>Constructive, specific, respectful. Provides solutions, not only criticism.</a:t>
                      </a:r>
                    </a:p>
                  </a:txBody>
                  <a:tcPr anchor="ctr" marL="54864" marR="54864" marT="27432" marB="27432">
                    <a:solidFill>
                      <a:srgbClr val="ECF2EF"/>
                    </a:solidFill>
                  </a:tcPr>
                </a:tc>
                <a:tc>
                  <a:txBody>
                    <a:bodyPr wrap="square"/>
                    <a:lstStyle/>
                    <a:p>
                      <a:pPr algn="l"/>
                      <a:r>
                        <a:rPr sz="830" b="0" i="0">
                          <a:solidFill>
                            <a:srgbClr val="262626"/>
                          </a:solidFill>
                          <a:latin typeface="Trebuchet MS"/>
                        </a:rPr>
                        <a:t>-</a:t>
                      </a:r>
                    </a:p>
                  </a:txBody>
                  <a:tcPr anchor="ctr" marL="54864" marR="54864" marT="27432" marB="27432">
                    <a:solidFill>
                      <a:srgbClr val="ECF2EF"/>
                    </a:solidFill>
                  </a:tcPr>
                </a:tc>
              </a:tr>
              <a:tr h="365760">
                <a:tc>
                  <a:txBody>
                    <a:bodyPr wrap="square"/>
                    <a:lstStyle/>
                    <a:p>
                      <a:pPr algn="l"/>
                      <a:r>
                        <a:rPr sz="830" b="1" i="0">
                          <a:solidFill>
                            <a:srgbClr val="16654B"/>
                          </a:solidFill>
                          <a:latin typeface="Trebuchet MS"/>
                        </a:rPr>
                        <a:t>Professionalism &amp; Objectivity (5)</a:t>
                      </a:r>
                    </a:p>
                  </a:txBody>
                  <a:tcPr anchor="ctr" marL="54864" marR="54864" marT="27432" marB="27432">
                    <a:solidFill>
                      <a:srgbClr val="FFFFFF"/>
                    </a:solidFill>
                  </a:tcPr>
                </a:tc>
                <a:tc>
                  <a:txBody>
                    <a:bodyPr wrap="square"/>
                    <a:lstStyle/>
                    <a:p>
                      <a:pPr algn="l"/>
                      <a:r>
                        <a:rPr sz="830" b="0" i="0">
                          <a:solidFill>
                            <a:srgbClr val="262626"/>
                          </a:solidFill>
                          <a:latin typeface="Trebuchet MS"/>
                        </a:rPr>
                        <a:t>No bias (teams, nationality, reputation). Timely submission. Follows protocol.</a:t>
                      </a:r>
                    </a:p>
                  </a:txBody>
                  <a:tcPr anchor="ctr" marL="54864" marR="54864" marT="27432" marB="27432">
                    <a:solidFill>
                      <a:srgbClr val="FFFFFF"/>
                    </a:solidFill>
                  </a:tcPr>
                </a:tc>
                <a:tc>
                  <a:txBody>
                    <a:bodyPr wrap="square"/>
                    <a:lstStyle/>
                    <a:p>
                      <a:pPr algn="l"/>
                      <a:r>
                        <a:rPr sz="830" b="0" i="0">
                          <a:solidFill>
                            <a:srgbClr val="262626"/>
                          </a:solidFill>
                          <a:latin typeface="Trebuchet MS"/>
                        </a:rPr>
                        <a:t>-</a:t>
                      </a:r>
                    </a:p>
                  </a:txBody>
                  <a:tcPr anchor="ctr" marL="54864" marR="54864"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Standard 4-level system based on core KPIs</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Assessor Grading Levels</a:t>
            </a:r>
          </a:p>
        </p:txBody>
      </p:sp>
      <p:sp>
        <p:nvSpPr>
          <p:cNvPr id="5" name="TextBox 4"/>
          <p:cNvSpPr txBox="1"/>
          <p:nvPr/>
        </p:nvSpPr>
        <p:spPr>
          <a:xfrm>
            <a:off x="758952" y="1280160"/>
            <a:ext cx="10674096" cy="822960"/>
          </a:xfrm>
          <a:prstGeom prst="rect">
            <a:avLst/>
          </a:prstGeom>
          <a:noFill/>
        </p:spPr>
        <p:txBody>
          <a:bodyPr wrap="square">
            <a:spAutoFit/>
          </a:bodyPr>
          <a:lstStyle/>
          <a:p>
            <a:pPr>
              <a:lnSpc>
                <a:spcPct val="105000"/>
              </a:lnSpc>
              <a:spcBef>
                <a:spcPts val="600"/>
              </a:spcBef>
              <a:spcAft>
                <a:spcPts val="200"/>
              </a:spcAft>
              <a:buNone/>
            </a:pPr>
            <a:r>
              <a:rPr sz="1300" b="0" i="0">
                <a:solidFill>
                  <a:srgbClr val="262626"/>
                </a:solidFill>
                <a:latin typeface="Trebuchet MS"/>
              </a:rPr>
              <a:t>Core KPIs: Accuracy rate (%) vs elite panel · Incident detection rate (%) · Average deviation from consensus score · Report submission time (hours).</a:t>
            </a:r>
          </a:p>
        </p:txBody>
      </p:sp>
      <p:graphicFrame>
        <p:nvGraphicFramePr>
          <p:cNvPr id="6" name="Table 5"/>
          <p:cNvGraphicFramePr>
            <a:graphicFrameLocks noGrp="1"/>
          </p:cNvGraphicFramePr>
          <p:nvPr/>
        </p:nvGraphicFramePr>
        <p:xfrm>
          <a:off x="1828800" y="2148840"/>
          <a:ext cx="8503919" cy="1828800"/>
        </p:xfrm>
        <a:graphic>
          <a:graphicData uri="http://schemas.openxmlformats.org/drawingml/2006/table">
            <a:tbl>
              <a:tblPr>
                <a:tableStyleId>{5C22544A-7EE6-4342-B048-85BDC9FD1C3A}</a:tableStyleId>
              </a:tblPr>
              <a:tblGrid>
                <a:gridCol w="2588149"/>
                <a:gridCol w="4067092"/>
                <a:gridCol w="1848678"/>
              </a:tblGrid>
              <a:tr h="365760">
                <a:tc>
                  <a:txBody>
                    <a:bodyPr wrap="square"/>
                    <a:lstStyle/>
                    <a:p>
                      <a:pPr algn="ctr"/>
                      <a:r>
                        <a:rPr sz="1100" b="1" i="0">
                          <a:solidFill>
                            <a:srgbClr val="FFFFFF"/>
                          </a:solidFill>
                          <a:latin typeface="Trebuchet MS"/>
                        </a:rPr>
                        <a:t>Level</a:t>
                      </a:r>
                    </a:p>
                  </a:txBody>
                  <a:tcPr anchor="ctr" marL="54864" marR="54864" marT="27432" marB="27432">
                    <a:solidFill>
                      <a:srgbClr val="16654B"/>
                    </a:solidFill>
                  </a:tcPr>
                </a:tc>
                <a:tc>
                  <a:txBody>
                    <a:bodyPr wrap="square"/>
                    <a:lstStyle/>
                    <a:p>
                      <a:pPr algn="ctr"/>
                      <a:r>
                        <a:rPr sz="1100" b="1" i="0">
                          <a:solidFill>
                            <a:srgbClr val="FFFFFF"/>
                          </a:solidFill>
                          <a:latin typeface="Trebuchet MS"/>
                        </a:rPr>
                        <a:t>Criteria</a:t>
                      </a:r>
                    </a:p>
                  </a:txBody>
                  <a:tcPr anchor="ctr" marL="54864" marR="54864" marT="27432" marB="27432">
                    <a:solidFill>
                      <a:srgbClr val="16654B"/>
                    </a:solidFill>
                  </a:tcPr>
                </a:tc>
                <a:tc>
                  <a:txBody>
                    <a:bodyPr wrap="square"/>
                    <a:lstStyle/>
                    <a:p>
                      <a:pPr algn="ctr"/>
                      <a:r>
                        <a:rPr sz="1100" b="1" i="0">
                          <a:solidFill>
                            <a:srgbClr val="FFFFFF"/>
                          </a:solidFill>
                          <a:latin typeface="Trebuchet MS"/>
                        </a:rPr>
                        <a:t>Visual Equivalent</a:t>
                      </a:r>
                    </a:p>
                  </a:txBody>
                  <a:tcPr anchor="ctr" marL="54864" marR="54864" marT="27432" marB="27432">
                    <a:solidFill>
                      <a:srgbClr val="16654B"/>
                    </a:solidFill>
                  </a:tcPr>
                </a:tc>
              </a:tr>
              <a:tr h="365760">
                <a:tc>
                  <a:txBody>
                    <a:bodyPr wrap="square"/>
                    <a:lstStyle/>
                    <a:p>
                      <a:pPr algn="l"/>
                      <a:r>
                        <a:rPr sz="1050" b="1" i="0">
                          <a:solidFill>
                            <a:srgbClr val="16654B"/>
                          </a:solidFill>
                          <a:latin typeface="Trebuchet MS"/>
                        </a:rPr>
                        <a:t>Level 4 (Elite)</a:t>
                      </a:r>
                    </a:p>
                  </a:txBody>
                  <a:tcPr anchor="ctr" marL="54864" marR="54864" marT="27432" marB="27432">
                    <a:solidFill>
                      <a:srgbClr val="FFFFFF"/>
                    </a:solidFill>
                  </a:tcPr>
                </a:tc>
                <a:tc>
                  <a:txBody>
                    <a:bodyPr wrap="square"/>
                    <a:lstStyle/>
                    <a:p>
                      <a:pPr algn="l"/>
                      <a:r>
                        <a:rPr sz="1050" b="0" i="0">
                          <a:solidFill>
                            <a:srgbClr val="262626"/>
                          </a:solidFill>
                          <a:latin typeface="Trebuchet MS"/>
                        </a:rPr>
                        <a:t>&gt;90% accuracy, very low deviation</a:t>
                      </a:r>
                    </a:p>
                  </a:txBody>
                  <a:tcPr anchor="ctr" marL="54864" marR="54864" marT="27432" marB="27432">
                    <a:solidFill>
                      <a:srgbClr val="FFFFFF"/>
                    </a:solidFill>
                  </a:tcPr>
                </a:tc>
                <a:tc>
                  <a:txBody>
                    <a:bodyPr wrap="square"/>
                    <a:lstStyle/>
                    <a:p>
                      <a:pPr algn="l"/>
                      <a:r>
                        <a:rPr sz="1050" b="0" i="0">
                          <a:solidFill>
                            <a:srgbClr val="262626"/>
                          </a:solidFill>
                          <a:latin typeface="Trebuchet MS"/>
                        </a:rPr>
                        <a:t>🟢</a:t>
                      </a:r>
                    </a:p>
                  </a:txBody>
                  <a:tcPr anchor="ctr" marL="54864" marR="54864" marT="27432" marB="27432">
                    <a:solidFill>
                      <a:srgbClr val="FFFFFF"/>
                    </a:solidFill>
                  </a:tcPr>
                </a:tc>
              </a:tr>
              <a:tr h="365760">
                <a:tc>
                  <a:txBody>
                    <a:bodyPr wrap="square"/>
                    <a:lstStyle/>
                    <a:p>
                      <a:pPr algn="l"/>
                      <a:r>
                        <a:rPr sz="1050" b="1" i="0">
                          <a:solidFill>
                            <a:srgbClr val="16654B"/>
                          </a:solidFill>
                          <a:latin typeface="Trebuchet MS"/>
                        </a:rPr>
                        <a:t>Level 3 (Advanced)</a:t>
                      </a:r>
                    </a:p>
                  </a:txBody>
                  <a:tcPr anchor="ctr" marL="54864" marR="54864" marT="27432" marB="27432">
                    <a:solidFill>
                      <a:srgbClr val="ECF2EF"/>
                    </a:solidFill>
                  </a:tcPr>
                </a:tc>
                <a:tc>
                  <a:txBody>
                    <a:bodyPr wrap="square"/>
                    <a:lstStyle/>
                    <a:p>
                      <a:pPr algn="l"/>
                      <a:r>
                        <a:rPr sz="1050" b="0" i="0">
                          <a:solidFill>
                            <a:srgbClr val="262626"/>
                          </a:solidFill>
                          <a:latin typeface="Trebuchet MS"/>
                        </a:rPr>
                        <a:t>80–90% accuracy</a:t>
                      </a:r>
                    </a:p>
                  </a:txBody>
                  <a:tcPr anchor="ctr" marL="54864" marR="54864" marT="27432" marB="27432">
                    <a:solidFill>
                      <a:srgbClr val="ECF2EF"/>
                    </a:solidFill>
                  </a:tcPr>
                </a:tc>
                <a:tc>
                  <a:txBody>
                    <a:bodyPr wrap="square"/>
                    <a:lstStyle/>
                    <a:p>
                      <a:pPr algn="l"/>
                      <a:r>
                        <a:rPr sz="1050" b="0" i="0">
                          <a:solidFill>
                            <a:srgbClr val="262626"/>
                          </a:solidFill>
                          <a:latin typeface="Trebuchet MS"/>
                        </a:rPr>
                        <a:t>🟡</a:t>
                      </a:r>
                    </a:p>
                  </a:txBody>
                  <a:tcPr anchor="ctr" marL="54864" marR="54864" marT="27432" marB="27432">
                    <a:solidFill>
                      <a:srgbClr val="ECF2EF"/>
                    </a:solidFill>
                  </a:tcPr>
                </a:tc>
              </a:tr>
              <a:tr h="365760">
                <a:tc>
                  <a:txBody>
                    <a:bodyPr wrap="square"/>
                    <a:lstStyle/>
                    <a:p>
                      <a:pPr algn="l"/>
                      <a:r>
                        <a:rPr sz="1050" b="1" i="0">
                          <a:solidFill>
                            <a:srgbClr val="16654B"/>
                          </a:solidFill>
                          <a:latin typeface="Trebuchet MS"/>
                        </a:rPr>
                        <a:t>Level 2 (Developing)</a:t>
                      </a:r>
                    </a:p>
                  </a:txBody>
                  <a:tcPr anchor="ctr" marL="54864" marR="54864" marT="27432" marB="27432">
                    <a:solidFill>
                      <a:srgbClr val="FFFFFF"/>
                    </a:solidFill>
                  </a:tcPr>
                </a:tc>
                <a:tc>
                  <a:txBody>
                    <a:bodyPr wrap="square"/>
                    <a:lstStyle/>
                    <a:p>
                      <a:pPr algn="l"/>
                      <a:r>
                        <a:rPr sz="1050" b="0" i="0">
                          <a:solidFill>
                            <a:srgbClr val="262626"/>
                          </a:solidFill>
                          <a:latin typeface="Trebuchet MS"/>
                        </a:rPr>
                        <a:t>65–80% accuracy</a:t>
                      </a:r>
                    </a:p>
                  </a:txBody>
                  <a:tcPr anchor="ctr" marL="54864" marR="54864" marT="27432" marB="27432">
                    <a:solidFill>
                      <a:srgbClr val="FFFFFF"/>
                    </a:solidFill>
                  </a:tcPr>
                </a:tc>
                <a:tc>
                  <a:txBody>
                    <a:bodyPr wrap="square"/>
                    <a:lstStyle/>
                    <a:p>
                      <a:pPr algn="l"/>
                      <a:r>
                        <a:rPr sz="1050" b="0" i="0">
                          <a:solidFill>
                            <a:srgbClr val="262626"/>
                          </a:solidFill>
                          <a:latin typeface="Trebuchet MS"/>
                        </a:rPr>
                        <a:t>🟠</a:t>
                      </a:r>
                    </a:p>
                  </a:txBody>
                  <a:tcPr anchor="ctr" marL="54864" marR="54864" marT="27432" marB="27432">
                    <a:solidFill>
                      <a:srgbClr val="FFFFFF"/>
                    </a:solidFill>
                  </a:tcPr>
                </a:tc>
              </a:tr>
              <a:tr h="365760">
                <a:tc>
                  <a:txBody>
                    <a:bodyPr wrap="square"/>
                    <a:lstStyle/>
                    <a:p>
                      <a:pPr algn="l"/>
                      <a:r>
                        <a:rPr sz="1050" b="1" i="0">
                          <a:solidFill>
                            <a:srgbClr val="16654B"/>
                          </a:solidFill>
                          <a:latin typeface="Trebuchet MS"/>
                        </a:rPr>
                        <a:t>Level 1 (Critical)</a:t>
                      </a:r>
                    </a:p>
                  </a:txBody>
                  <a:tcPr anchor="ctr" marL="54864" marR="54864" marT="27432" marB="27432">
                    <a:solidFill>
                      <a:srgbClr val="ECF2EF"/>
                    </a:solidFill>
                  </a:tcPr>
                </a:tc>
                <a:tc>
                  <a:txBody>
                    <a:bodyPr wrap="square"/>
                    <a:lstStyle/>
                    <a:p>
                      <a:pPr algn="l"/>
                      <a:r>
                        <a:rPr sz="1050" b="0" i="0">
                          <a:solidFill>
                            <a:srgbClr val="262626"/>
                          </a:solidFill>
                          <a:latin typeface="Trebuchet MS"/>
                        </a:rPr>
                        <a:t>&lt;65% accuracy</a:t>
                      </a:r>
                    </a:p>
                  </a:txBody>
                  <a:tcPr anchor="ctr" marL="54864" marR="54864" marT="27432" marB="27432">
                    <a:solidFill>
                      <a:srgbClr val="ECF2EF"/>
                    </a:solidFill>
                  </a:tcPr>
                </a:tc>
                <a:tc>
                  <a:txBody>
                    <a:bodyPr wrap="square"/>
                    <a:lstStyle/>
                    <a:p>
                      <a:pPr algn="l"/>
                      <a:r>
                        <a:rPr sz="1050" b="0" i="0">
                          <a:solidFill>
                            <a:srgbClr val="262626"/>
                          </a:solidFill>
                          <a:latin typeface="Trebuchet MS"/>
                        </a:rPr>
                        <a:t>🔴</a:t>
                      </a:r>
                    </a:p>
                  </a:txBody>
                  <a:tcPr anchor="ctr" marL="54864" marR="54864" marT="27432" marB="27432">
                    <a:solidFill>
                      <a:srgbClr val="ECF2E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Mandatory submission after each assessment</a:t>
            </a:r>
          </a:p>
        </p:txBody>
      </p:sp>
      <p:sp>
        <p:nvSpPr>
          <p:cNvPr id="3" name="Text Placeholder 2"/>
          <p:cNvSpPr>
            <a:spLocks noGrp="1"/>
          </p:cNvSpPr>
          <p:nvPr>
            <p:ph type="body" idx="10" sz="quarter"/>
          </p:nvPr>
        </p:nvSpPr>
        <p:spPr/>
        <p:txBody>
          <a:bodyPr/>
          <a:lstStyle/>
          <a:p/>
        </p:txBody>
      </p:sp>
      <p:sp>
        <p:nvSpPr>
          <p:cNvPr id="4" name="Title 3"/>
          <p:cNvSpPr>
            <a:spLocks noGrp="1"/>
          </p:cNvSpPr>
          <p:nvPr>
            <p:ph type="title"/>
          </p:nvPr>
        </p:nvSpPr>
        <p:spPr/>
        <p:txBody>
          <a:bodyPr/>
          <a:lstStyle/>
          <a:p>
            <a:r>
              <a:t>Simple Report Template</a:t>
            </a:r>
          </a:p>
        </p:txBody>
      </p:sp>
      <p:sp>
        <p:nvSpPr>
          <p:cNvPr id="5" name="TextBox 4"/>
          <p:cNvSpPr txBox="1"/>
          <p:nvPr/>
        </p:nvSpPr>
        <p:spPr>
          <a:xfrm>
            <a:off x="758952" y="1371600"/>
            <a:ext cx="10674096" cy="4983480"/>
          </a:xfrm>
          <a:prstGeom prst="rect">
            <a:avLst/>
          </a:prstGeom>
          <a:noFill/>
        </p:spPr>
        <p:txBody>
          <a:bodyPr wrap="square">
            <a:spAutoFit/>
          </a:bodyPr>
          <a:lstStyle/>
          <a:p>
            <a:pPr marL="274320" indent="-201168">
              <a:lnSpc>
                <a:spcPct val="105000"/>
              </a:lnSpc>
              <a:spcBef>
                <a:spcPts val="600"/>
              </a:spcBef>
              <a:spcAft>
                <a:spcPts val="1000"/>
              </a:spcAft>
              <a:buClr>
                <a:srgbClr val="287159"/>
              </a:buClr>
              <a:buFont typeface="Arial"/>
              <a:buChar char="▪"/>
            </a:pPr>
            <a:r>
              <a:rPr sz="1600" b="0" i="0">
                <a:solidFill>
                  <a:srgbClr val="262626"/>
                </a:solidFill>
                <a:latin typeface="Trebuchet MS"/>
              </a:rPr>
              <a:t>Match summary (max 5 lines)</a:t>
            </a:r>
          </a:p>
          <a:p>
            <a:pPr marL="274320" indent="-201168">
              <a:lnSpc>
                <a:spcPct val="105000"/>
              </a:lnSpc>
              <a:spcBef>
                <a:spcPts val="600"/>
              </a:spcBef>
              <a:spcAft>
                <a:spcPts val="1000"/>
              </a:spcAft>
              <a:buClr>
                <a:srgbClr val="287159"/>
              </a:buClr>
              <a:buFont typeface="Arial"/>
              <a:buChar char="▪"/>
            </a:pPr>
            <a:r>
              <a:rPr sz="1600" b="0" i="0">
                <a:solidFill>
                  <a:srgbClr val="262626"/>
                </a:solidFill>
                <a:latin typeface="Trebuchet MS"/>
              </a:rPr>
              <a:t>Key incidents (with minute + analysis)</a:t>
            </a:r>
          </a:p>
          <a:p>
            <a:pPr marL="274320" indent="-201168">
              <a:lnSpc>
                <a:spcPct val="105000"/>
              </a:lnSpc>
              <a:spcBef>
                <a:spcPts val="600"/>
              </a:spcBef>
              <a:spcAft>
                <a:spcPts val="1000"/>
              </a:spcAft>
              <a:buClr>
                <a:srgbClr val="287159"/>
              </a:buClr>
              <a:buFont typeface="Arial"/>
              <a:buChar char="▪"/>
            </a:pPr>
            <a:r>
              <a:rPr sz="1600" b="0" i="0">
                <a:solidFill>
                  <a:srgbClr val="262626"/>
                </a:solidFill>
                <a:latin typeface="Trebuchet MS"/>
              </a:rPr>
              <a:t>Strengths of referee</a:t>
            </a:r>
          </a:p>
          <a:p>
            <a:pPr marL="274320" indent="-201168">
              <a:lnSpc>
                <a:spcPct val="105000"/>
              </a:lnSpc>
              <a:spcBef>
                <a:spcPts val="600"/>
              </a:spcBef>
              <a:spcAft>
                <a:spcPts val="1000"/>
              </a:spcAft>
              <a:buClr>
                <a:srgbClr val="287159"/>
              </a:buClr>
              <a:buFont typeface="Arial"/>
              <a:buChar char="▪"/>
            </a:pPr>
            <a:r>
              <a:rPr sz="1600" b="0" i="0">
                <a:solidFill>
                  <a:srgbClr val="262626"/>
                </a:solidFill>
                <a:latin typeface="Trebuchet MS"/>
              </a:rPr>
              <a:t>Areas for improvement (with solutions)</a:t>
            </a:r>
          </a:p>
          <a:p>
            <a:pPr marL="274320" indent="-201168">
              <a:lnSpc>
                <a:spcPct val="105000"/>
              </a:lnSpc>
              <a:spcBef>
                <a:spcPts val="600"/>
              </a:spcBef>
              <a:spcAft>
                <a:spcPts val="1000"/>
              </a:spcAft>
              <a:buClr>
                <a:srgbClr val="287159"/>
              </a:buClr>
              <a:buFont typeface="Arial"/>
              <a:buChar char="▪"/>
            </a:pPr>
            <a:r>
              <a:rPr sz="1600" b="0" i="0">
                <a:solidFill>
                  <a:srgbClr val="262626"/>
                </a:solidFill>
                <a:latin typeface="Trebuchet MS"/>
              </a:rPr>
              <a:t>Final mark (with justification)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04fde603-e889-4a36-b0e6-247c62b07495"/>
  <p:tag name="THINKCELLPRESENTATIONDONOTDELETE" val="&lt;?xml version=&quot;1.0&quot; encoding=&quot;UTF-16&quot; standalone=&quot;yes&quot;?&gt;&lt;root reqver=&quot;28224&quot;&gt;&lt;version val=&quot;35792&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Day&gt;&lt;m_bNumberIsYear val=&quot;0&quot;/&gt;&lt;m_strFormatTime&gt;%#d&lt;/m_strFormatTime&gt;&lt;m_yearfmt&gt;&lt;begin val=&quot;0&quot;/&gt;&lt;end val=&quot;4&quot;/&gt;&lt;/m_yearfmt&gt;&lt;/m_precDefaultDay&gt;&lt;m_precDefaultWeek&gt;&lt;m_bNumberIsYear val=&quot;0&quot;/&gt;&lt;m_strFormatTime&gt;%d.&lt;/m_strFormatTime&gt;&lt;m_yearfmt&gt;&lt;begin val=&quot;0&quot;/&gt;&lt;end val=&quot;4&quot;/&gt;&lt;/m_yearfmt&gt;&lt;/m_precDefaultWeek&gt;&lt;m_precDefaultMonth&gt;&lt;m_bNumberIsYear val=&quot;0&quot;/&gt;&lt;m_strFormatTime&gt;%1&lt;/m_strFormatTime&gt;&lt;m_yearfmt&gt;&lt;begin val=&quot;0&quot;/&gt;&lt;end val=&quot;4&quot;/&gt;&lt;/m_yearfmt&gt;&lt;/m_precDefaultMonth&gt;&lt;m_precDefaultQuarter&gt;&lt;m_bNumberIsYear val=&quot;0&quot;/&gt;&lt;m_strFormatTime&gt;Q%5&lt;/m_strFormatTime&gt;&lt;m_yearfmt&gt;&lt;begin val=&quot;0&quot;/&gt;&lt;end val=&quot;4&quot;/&gt;&lt;/m_yearfmt&gt;&lt;/m_precDefaultQuarter&gt;&lt;m_precDefaultYear&gt;&lt;m_bNumberIsYear val=&quot;0&quot;/&gt;&lt;m_strFormatTime&gt;%Y&lt;/m_strFormatTime&gt;&lt;m_yearfmt&gt;&lt;begin val=&quot;0&quot;/&gt;&lt;end val=&quot;0&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4&quot;&gt;&lt;elem m_fUsage=&quot;1.00000000000000000000E+00&quot;&gt;&lt;m_msothmcolidx val=&quot;0&quot;/&gt;&lt;m_rgb r=&quot;1B&quot; g=&quot;53&quot; b=&quot;4E&quot;/&gt;&lt;/elem&gt;&lt;elem m_fUsage=&quot;9.00000000000000022204E-01&quot;&gt;&lt;m_msothmcolidx val=&quot;0&quot;/&gt;&lt;m_rgb r=&quot;7B&quot; g=&quot;E1&quot; b=&quot;C4&quot;/&gt;&lt;/elem&gt;&lt;elem m_fUsage=&quot;8.10000000000000053291E-01&quot;&gt;&lt;m_msothmcolidx val=&quot;0&quot;/&gt;&lt;m_rgb r=&quot;FF&quot; g=&quot;C0&quot; b=&quot;00&quot;/&gt;&lt;/elem&gt;&lt;elem m_fUsage=&quot;7.29000000000000092371E-01&quot;&gt;&lt;m_msothmcolidx val=&quot;0&quot;/&gt;&lt;m_rgb r=&quot;00&quot; g=&quot;70&quot; b=&quot;C0&quot;/&gt;&lt;/elem&gt;&lt;/m_vecMRU&gt;&lt;/m_mruColor&gt;&lt;m_eweekdayFirstOfWeek val=&quot;1&quot;/&gt;&lt;m_eweekdayFirstOfWorkweek val=&quot;1&quot;/&gt;&lt;m_eweekdayFirstOfWeekend val=&quot;6&quot;/&gt;&lt;/CPresentation&gt;&lt;/root&gt;"/>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ujjbxyan2pgQROKxZgpsQw"/>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ujjbxyan2pgQROKxZgpsQw"/>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xcgoWEzLgA0_64VDvMxGGg"/>
</p:tagLst>
</file>

<file path=ppt/tags/tag24.xml><?xml version="1.0" encoding="utf-8"?>
<p:tagLst xmlns:a="http://schemas.openxmlformats.org/drawingml/2006/main" xmlns:r="http://schemas.openxmlformats.org/officeDocument/2006/relationships" xmlns:p="http://schemas.openxmlformats.org/presentationml/2006/main">
  <p:tag name="SHAPENAME" val="4. Footnote"/>
</p:tagLst>
</file>

<file path=ppt/tags/tag2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6.xml><?xml version="1.0" encoding="utf-8"?>
<p:tagLst xmlns:a="http://schemas.openxmlformats.org/drawingml/2006/main" xmlns:r="http://schemas.openxmlformats.org/officeDocument/2006/relationships" xmlns:p="http://schemas.openxmlformats.org/presentationml/2006/main">
  <p:tag name="NAME" val="ACET"/>
</p:tagLst>
</file>

<file path=ppt/tags/tag27.xml><?xml version="1.0" encoding="utf-8"?>
<p:tagLst xmlns:a="http://schemas.openxmlformats.org/drawingml/2006/main" xmlns:r="http://schemas.openxmlformats.org/officeDocument/2006/relationships" xmlns:p="http://schemas.openxmlformats.org/presentationml/2006/main">
  <p:tag name="NAME" val="Moon"/>
</p:tagLst>
</file>

<file path=ppt/tags/tag28.xml><?xml version="1.0" encoding="utf-8"?>
<p:tagLst xmlns:a="http://schemas.openxmlformats.org/drawingml/2006/main" xmlns:r="http://schemas.openxmlformats.org/officeDocument/2006/relationships" xmlns:p="http://schemas.openxmlformats.org/presentationml/2006/main">
  <p:tag name="NAME" val="Moon"/>
</p:tagLst>
</file>

<file path=ppt/tags/tag29.xml><?xml version="1.0" encoding="utf-8"?>
<p:tagLst xmlns:a="http://schemas.openxmlformats.org/drawingml/2006/main" xmlns:r="http://schemas.openxmlformats.org/officeDocument/2006/relationships" xmlns:p="http://schemas.openxmlformats.org/presentationml/2006/main">
  <p:tag name="NAME" val="Moon"/>
</p:tagLst>
</file>

<file path=ppt/tags/tag30.xml><?xml version="1.0" encoding="utf-8"?>
<p:tagLst xmlns:a="http://schemas.openxmlformats.org/drawingml/2006/main" xmlns:r="http://schemas.openxmlformats.org/officeDocument/2006/relationships" xmlns:p="http://schemas.openxmlformats.org/presentationml/2006/main">
  <p:tag name="NAME" val="Moon"/>
</p:tagLst>
</file>

<file path=ppt/tags/tag31.xml><?xml version="1.0" encoding="utf-8"?>
<p:tagLst xmlns:a="http://schemas.openxmlformats.org/drawingml/2006/main" xmlns:r="http://schemas.openxmlformats.org/officeDocument/2006/relationships" xmlns:p="http://schemas.openxmlformats.org/presentationml/2006/main">
  <p:tag name="NAME" val="Moon"/>
</p:tagLst>
</file>

<file path=ppt/tags/tag32.xml><?xml version="1.0" encoding="utf-8"?>
<p:tagLst xmlns:a="http://schemas.openxmlformats.org/drawingml/2006/main" xmlns:r="http://schemas.openxmlformats.org/officeDocument/2006/relationships" xmlns:p="http://schemas.openxmlformats.org/presentationml/2006/main">
  <p:tag name="ANGLE" val="5"/>
</p:tagLst>
</file>

<file path=ppt/tags/tag33.xml><?xml version="1.0" encoding="utf-8"?>
<p:tagLst xmlns:a="http://schemas.openxmlformats.org/drawingml/2006/main" xmlns:r="http://schemas.openxmlformats.org/officeDocument/2006/relationships" xmlns:p="http://schemas.openxmlformats.org/presentationml/2006/main">
  <p:tag name="ANGLE" val="5"/>
</p:tagLst>
</file>

<file path=ppt/tags/tag34.xml><?xml version="1.0" encoding="utf-8"?>
<p:tagLst xmlns:a="http://schemas.openxmlformats.org/drawingml/2006/main" xmlns:r="http://schemas.openxmlformats.org/officeDocument/2006/relationships" xmlns:p="http://schemas.openxmlformats.org/presentationml/2006/main">
  <p:tag name="ANGLE" val="4"/>
</p:tagLst>
</file>

<file path=ppt/tags/tag35.xml><?xml version="1.0" encoding="utf-8"?>
<p:tagLst xmlns:a="http://schemas.openxmlformats.org/drawingml/2006/main" xmlns:r="http://schemas.openxmlformats.org/officeDocument/2006/relationships" xmlns:p="http://schemas.openxmlformats.org/presentationml/2006/main">
  <p:tag name="ANGLE" val="4"/>
</p:tagLst>
</file>

<file path=ppt/tags/tag36.xml><?xml version="1.0" encoding="utf-8"?>
<p:tagLst xmlns:a="http://schemas.openxmlformats.org/drawingml/2006/main" xmlns:r="http://schemas.openxmlformats.org/officeDocument/2006/relationships" xmlns:p="http://schemas.openxmlformats.org/presentationml/2006/main">
  <p:tag name="ANGLE" val="3"/>
</p:tagLst>
</file>

<file path=ppt/tags/tag37.xml><?xml version="1.0" encoding="utf-8"?>
<p:tagLst xmlns:a="http://schemas.openxmlformats.org/drawingml/2006/main" xmlns:r="http://schemas.openxmlformats.org/officeDocument/2006/relationships" xmlns:p="http://schemas.openxmlformats.org/presentationml/2006/main">
  <p:tag name="ANGLE" val="3"/>
</p:tagLst>
</file>

<file path=ppt/tags/tag38.xml><?xml version="1.0" encoding="utf-8"?>
<p:tagLst xmlns:a="http://schemas.openxmlformats.org/drawingml/2006/main" xmlns:r="http://schemas.openxmlformats.org/officeDocument/2006/relationships" xmlns:p="http://schemas.openxmlformats.org/presentationml/2006/main">
  <p:tag name="ANGLE" val="2"/>
</p:tagLst>
</file>

<file path=ppt/tags/tag39.xml><?xml version="1.0" encoding="utf-8"?>
<p:tagLst xmlns:a="http://schemas.openxmlformats.org/drawingml/2006/main" xmlns:r="http://schemas.openxmlformats.org/officeDocument/2006/relationships" xmlns:p="http://schemas.openxmlformats.org/presentationml/2006/main">
  <p:tag name="ANGLE" val="2"/>
</p:tagLst>
</file>

<file path=ppt/tags/tag40.xml><?xml version="1.0" encoding="utf-8"?>
<p:tagLst xmlns:a="http://schemas.openxmlformats.org/drawingml/2006/main" xmlns:r="http://schemas.openxmlformats.org/officeDocument/2006/relationships" xmlns:p="http://schemas.openxmlformats.org/presentationml/2006/main">
  <p:tag name="ANGLE" val="1"/>
</p:tagLst>
</file>

<file path=ppt/tags/tag41.xml><?xml version="1.0" encoding="utf-8"?>
<p:tagLst xmlns:a="http://schemas.openxmlformats.org/drawingml/2006/main" xmlns:r="http://schemas.openxmlformats.org/officeDocument/2006/relationships" xmlns:p="http://schemas.openxmlformats.org/presentationml/2006/main">
  <p:tag name="ANGLE" val="1"/>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44.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45.xml><?xml version="1.0" encoding="utf-8"?>
<p:tagLst xmlns:a="http://schemas.openxmlformats.org/drawingml/2006/main" xmlns:r="http://schemas.openxmlformats.org/officeDocument/2006/relationships" xmlns:p="http://schemas.openxmlformats.org/presentationml/2006/main">
  <p:tag name="SHAPENAME" val="Subtitle"/>
</p:tagLst>
</file>

<file path=ppt/tags/tag46.xml><?xml version="1.0" encoding="utf-8"?>
<p:tagLst xmlns:a="http://schemas.openxmlformats.org/drawingml/2006/main" xmlns:r="http://schemas.openxmlformats.org/officeDocument/2006/relationships" xmlns:p="http://schemas.openxmlformats.org/presentationml/2006/main">
  <p:tag name="SHAPENAME" val="Titl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49.xml><?xml version="1.0" encoding="utf-8"?>
<p:tagLst xmlns:a="http://schemas.openxmlformats.org/drawingml/2006/main" xmlns:r="http://schemas.openxmlformats.org/officeDocument/2006/relationships" xmlns:p="http://schemas.openxmlformats.org/presentationml/2006/main">
  <p:tag name="SHAPENAME" val="3. Subtitle"/>
</p:tagLst>
</file>

<file path=ppt/tags/tag50.xml><?xml version="1.0" encoding="utf-8"?>
<p:tagLst xmlns:a="http://schemas.openxmlformats.org/drawingml/2006/main" xmlns:r="http://schemas.openxmlformats.org/officeDocument/2006/relationships" xmlns:p="http://schemas.openxmlformats.org/presentationml/2006/main">
  <p:tag name="SHAPENAME" val="5. Source"/>
</p:tagLst>
</file>

<file path=ppt/tags/tag5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55.xml><?xml version="1.0" encoding="utf-8"?>
<p:tagLst xmlns:a="http://schemas.openxmlformats.org/drawingml/2006/main" xmlns:r="http://schemas.openxmlformats.org/officeDocument/2006/relationships" xmlns:p="http://schemas.openxmlformats.org/presentationml/2006/main">
  <p:tag name="SHAPENAME" val="5. Source"/>
</p:tagLst>
</file>

<file path=ppt/tags/tag5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7.xml><?xml version="1.0" encoding="utf-8"?>
<p:tagLst xmlns:a="http://schemas.openxmlformats.org/drawingml/2006/main" xmlns:r="http://schemas.openxmlformats.org/officeDocument/2006/relationships" xmlns:p="http://schemas.openxmlformats.org/presentationml/2006/main">
  <p:tag name="SHAPENAME" val="3. Subtitle"/>
</p:tagLst>
</file>

<file path=ppt/tags/tag5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rZ96ctUUqJsGDCugslwBCg"/>
</p:tagLst>
</file>

<file path=ppt/tags/tag6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2.xml><?xml version="1.0" encoding="utf-8"?>
<p:tagLst xmlns:a="http://schemas.openxmlformats.org/drawingml/2006/main" xmlns:r="http://schemas.openxmlformats.org/officeDocument/2006/relationships" xmlns:p="http://schemas.openxmlformats.org/presentationml/2006/main">
  <p:tag name="SHAPENAME" val="5. Source"/>
</p:tagLst>
</file>

<file path=ppt/tags/tag6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AvhTnprpZIIVVQCOTQtpLw"/>
</p:tagLst>
</file>

<file path=ppt/tags/tag6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Vvs3CU0mhZ0iF9VK3Gc_gQ"/>
</p:tagLst>
</file>

<file path=ppt/tags/tag7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3.xml><?xml version="1.0" encoding="utf-8"?>
<p:tagLst xmlns:a="http://schemas.openxmlformats.org/drawingml/2006/main" xmlns:r="http://schemas.openxmlformats.org/officeDocument/2006/relationships" xmlns:p="http://schemas.openxmlformats.org/presentationml/2006/main">
  <p:tag name="SHAPENAME" val="5. Source"/>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NrcAbB4u0quRffFN3bn3Xw"/>
</p:tagLst>
</file>

<file path=ppt/tags/tag7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7.xml><?xml version="1.0" encoding="utf-8"?>
<p:tagLst xmlns:a="http://schemas.openxmlformats.org/drawingml/2006/main" xmlns:r="http://schemas.openxmlformats.org/officeDocument/2006/relationships" xmlns:p="http://schemas.openxmlformats.org/presentationml/2006/main">
  <p:tag name="SHAPENAME" val="3. Subtitle"/>
</p:tagLst>
</file>

<file path=ppt/tags/tag78.xml><?xml version="1.0" encoding="utf-8"?>
<p:tagLst xmlns:a="http://schemas.openxmlformats.org/drawingml/2006/main" xmlns:r="http://schemas.openxmlformats.org/officeDocument/2006/relationships" xmlns:p="http://schemas.openxmlformats.org/presentationml/2006/main">
  <p:tag name="SHAPENAME" val="5. Source"/>
</p:tagLst>
</file>

<file path=ppt/tags/tag7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YG_9mniplMrafceMpP.Qwg"/>
</p:tagLst>
</file>

<file path=ppt/tags/tag8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83.xml><?xml version="1.0" encoding="utf-8"?>
<p:tagLst xmlns:a="http://schemas.openxmlformats.org/drawingml/2006/main" xmlns:r="http://schemas.openxmlformats.org/officeDocument/2006/relationships" xmlns:p="http://schemas.openxmlformats.org/presentationml/2006/main">
  <p:tag name="SHAPENAME" val="3. Subtitle"/>
</p:tagLst>
</file>

<file path=ppt/tags/tag8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5.xml><?xml version="1.0" encoding="utf-8"?>
<p:tagLst xmlns:a="http://schemas.openxmlformats.org/drawingml/2006/main" xmlns:r="http://schemas.openxmlformats.org/officeDocument/2006/relationships" xmlns:p="http://schemas.openxmlformats.org/presentationml/2006/main">
  <p:tag name="SHAPENAME" val="5. Source"/>
</p:tagLst>
</file>

<file path=ppt/tags/tag8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HbEQ8aI7AKzsdxigcAG3ZA"/>
</p:tagLst>
</file>

<file path=ppt/tags/tag89.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0.xml><?xml version="1.0" encoding="utf-8"?>
<p:tagLst xmlns:a="http://schemas.openxmlformats.org/drawingml/2006/main" xmlns:r="http://schemas.openxmlformats.org/officeDocument/2006/relationships" xmlns:p="http://schemas.openxmlformats.org/presentationml/2006/main">
  <p:tag name="SHAPENAME" val="3. Subtitle"/>
</p:tagLst>
</file>

<file path=ppt/tags/tag9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2.xml><?xml version="1.0" encoding="utf-8"?>
<p:tagLst xmlns:a="http://schemas.openxmlformats.org/drawingml/2006/main" xmlns:r="http://schemas.openxmlformats.org/officeDocument/2006/relationships" xmlns:p="http://schemas.openxmlformats.org/presentationml/2006/main">
  <p:tag name="SHAPENAME" val="5. Source"/>
</p:tagLst>
</file>

<file path=ppt/tags/tag9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5.xml><?xml version="1.0" encoding="utf-8"?>
<p:tagLst xmlns:a="http://schemas.openxmlformats.org/drawingml/2006/main" xmlns:r="http://schemas.openxmlformats.org/officeDocument/2006/relationships" xmlns:p="http://schemas.openxmlformats.org/presentationml/2006/main">
  <p:tag name="THINKCELLSHAPEDONOTDELETE" val="tBLvs1S2qnQw1aA01IUaglg"/>
</p:tagLst>
</file>

<file path=ppt/tags/tag96.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7.xml><?xml version="1.0" encoding="utf-8"?>
<p:tagLst xmlns:a="http://schemas.openxmlformats.org/drawingml/2006/main" xmlns:r="http://schemas.openxmlformats.org/officeDocument/2006/relationships" xmlns:p="http://schemas.openxmlformats.org/presentationml/2006/main">
  <p:tag name="SHAPENAME" val="5. Source"/>
</p:tagLst>
</file>

<file path=ppt/tags/tag9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2.xml><?xml version="1.0" encoding="utf-8"?>
<p:tagLst xmlns:a="http://schemas.openxmlformats.org/drawingml/2006/main" xmlns:r="http://schemas.openxmlformats.org/officeDocument/2006/relationships" xmlns:p="http://schemas.openxmlformats.org/presentationml/2006/main">
  <p:tag name="THINKCELLSHAPEDONOTDELETE" val="tqUyDlDqWonv3hoAx.p9Rsw"/>
</p:tagLst>
</file>

<file path=ppt/tags/tag103.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04.xml><?xml version="1.0" encoding="utf-8"?>
<p:tagLst xmlns:a="http://schemas.openxmlformats.org/drawingml/2006/main" xmlns:r="http://schemas.openxmlformats.org/officeDocument/2006/relationships" xmlns:p="http://schemas.openxmlformats.org/presentationml/2006/main">
  <p:tag name="SHAPENAME" val="5. Source"/>
</p:tagLst>
</file>

<file path=ppt/tags/tag10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9.xml><?xml version="1.0" encoding="utf-8"?>
<p:tagLst xmlns:a="http://schemas.openxmlformats.org/drawingml/2006/main" xmlns:r="http://schemas.openxmlformats.org/officeDocument/2006/relationships" xmlns:p="http://schemas.openxmlformats.org/presentationml/2006/main">
  <p:tag name="THINKCELLSHAPEDONOTDELETE" val="to9xgrPArEB1mEiMOhB5KGA"/>
</p:tagLst>
</file>

<file path=ppt/tags/tag11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1.xml><?xml version="1.0" encoding="utf-8"?>
<p:tagLst xmlns:a="http://schemas.openxmlformats.org/drawingml/2006/main" xmlns:r="http://schemas.openxmlformats.org/officeDocument/2006/relationships" xmlns:p="http://schemas.openxmlformats.org/presentationml/2006/main">
  <p:tag name="SHAPENAME" val="5. Source"/>
</p:tagLst>
</file>

<file path=ppt/tags/tag11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1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txNguF4Gw2mJIhuiFXm5tKQ"/>
</p:tagLst>
</file>

<file path=ppt/tags/tag136.xml><?xml version="1.0" encoding="utf-8"?>
<p:tagLst xmlns:a="http://schemas.openxmlformats.org/drawingml/2006/main" xmlns:r="http://schemas.openxmlformats.org/officeDocument/2006/relationships" xmlns:p="http://schemas.openxmlformats.org/presentationml/2006/main">
  <p:tag name="SHAPENAME" val="5. Source"/>
</p:tagLst>
</file>

<file path=ppt/tags/tag13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3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3.xml><?xml version="1.0" encoding="utf-8"?>
<p:tagLst xmlns:a="http://schemas.openxmlformats.org/drawingml/2006/main" xmlns:r="http://schemas.openxmlformats.org/officeDocument/2006/relationships" xmlns:p="http://schemas.openxmlformats.org/presentationml/2006/main">
  <p:tag name="SHAPENAME" val="5. Source"/>
</p:tagLst>
</file>

<file path=ppt/tags/tag14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6.xml><?xml version="1.0" encoding="utf-8"?>
<p:tagLst xmlns:a="http://schemas.openxmlformats.org/drawingml/2006/main" xmlns:r="http://schemas.openxmlformats.org/officeDocument/2006/relationships" xmlns:p="http://schemas.openxmlformats.org/presentationml/2006/main">
  <p:tag name="SHAPENAME" val="5. Source"/>
</p:tagLst>
</file>

<file path=ppt/tags/tag1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2.xml><?xml version="1.0" encoding="utf-8"?>
<p:tagLst xmlns:a="http://schemas.openxmlformats.org/drawingml/2006/main" xmlns:r="http://schemas.openxmlformats.org/officeDocument/2006/relationships" xmlns:p="http://schemas.openxmlformats.org/presentationml/2006/main">
  <p:tag name="THINKCELLSHAPEDONOTDELETE" val="tujjbxyan2pgQROKxZgpsQw"/>
</p:tagLst>
</file>

<file path=ppt/tags/tag1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Ministry of Sport Grid 16:9 - 16988">
  <a:themeElements>
    <a:clrScheme name="Grid theme color">
      <a:dk1>
        <a:srgbClr val="181818"/>
      </a:dk1>
      <a:lt1>
        <a:sysClr val="window" lastClr="FFFFFF"/>
      </a:lt1>
      <a:dk2>
        <a:srgbClr val="0E5936"/>
      </a:dk2>
      <a:lt2>
        <a:srgbClr val="F2F2F2"/>
      </a:lt2>
      <a:accent1>
        <a:srgbClr val="062C1B"/>
      </a:accent1>
      <a:accent2>
        <a:srgbClr val="0A4228"/>
      </a:accent2>
      <a:accent3>
        <a:srgbClr val="D6AD00"/>
      </a:accent3>
      <a:accent4>
        <a:srgbClr val="2BDD8A"/>
      </a:accent4>
      <a:accent5>
        <a:srgbClr val="9A9A9A"/>
      </a:accent5>
      <a:accent6>
        <a:srgbClr val="295E7E"/>
      </a:accent6>
      <a:hlink>
        <a:srgbClr val="2E3558"/>
      </a:hlink>
      <a:folHlink>
        <a:srgbClr val="2E3558"/>
      </a:folHlink>
    </a:clrScheme>
    <a:fontScheme name="Theme font">
      <a:majorFont>
        <a:latin typeface="Sakkal Majalla"/>
        <a:ea typeface=""/>
        <a:cs typeface=""/>
      </a:majorFont>
      <a:minorFont>
        <a:latin typeface="Sakkal Majalla"/>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w="9525" cap="rnd" cmpd="sng" algn="ctr">
          <a:solidFill>
            <a:schemeClr val="tx2"/>
          </a:solidFill>
          <a:prstDash val="solid"/>
          <a:round/>
          <a:headEnd type="none" w="med" len="med"/>
          <a:tailEnd type="none" w="med" len="me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smtClean="0">
            <a:solidFill>
              <a:srgbClr val="FFFFFF"/>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solidFill>
            <a:srgbClr val="9A9A9A"/>
          </a:solidFill>
          <a:prstDash val="solid"/>
          <a:round/>
        </a:ln>
      </a:spPr>
      <a:bodyPr/>
      <a:lstStyle/>
      <a:style>
        <a:lnRef idx="1">
          <a:schemeClr val="accent1"/>
        </a:lnRef>
        <a:fillRef idx="0">
          <a:schemeClr val="accent1"/>
        </a:fillRef>
        <a:effectRef idx="0">
          <a:schemeClr val="accent1"/>
        </a:effectRef>
        <a:fontRef idx="minor">
          <a:schemeClr val="tx1"/>
        </a:fontRef>
      </a:style>
    </a:lnDef>
    <a:txDef>
      <a:spPr>
        <a:noFill/>
        <a:ln w="9525" cap="rnd">
          <a:noFill/>
          <a:prstDash val="solid"/>
          <a:round/>
        </a:ln>
        <a:extLst>
          <a:ext uri="{909E8E84-426E-40DD-AFC4-6F175D3DCCD1}">
            <a14:hiddenFill xmlns:a14="http://schemas.microsoft.com/office/drawing/2010/main">
              <a:solidFill>
                <a:srgbClr val="29BA74"/>
              </a:solidFill>
            </a14:hiddenFill>
          </a:ext>
        </a:extLst>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custClrLst>
    <a:custClr name="Custom Color">
      <a:srgbClr val="37373A"/>
    </a:custClr>
    <a:custClr name="Custom Color">
      <a:srgbClr val="2E3558"/>
    </a:custClr>
    <a:custClr name="Custom Color">
      <a:srgbClr val="30C1D7"/>
    </a:custClr>
    <a:custClr name="Custom Color">
      <a:srgbClr val="670F31"/>
    </a:custClr>
    <a:custClr name="Custom Color">
      <a:srgbClr val="E71C57"/>
    </a:custClr>
  </a:custClrLst>
  <a:extLst>
    <a:ext uri="{05A4C25C-085E-4340-85A3-A5531E510DB2}">
      <thm15:themeFamily xmlns:thm15="http://schemas.microsoft.com/office/thememl/2012/main" name="Blank_16x9.potx" id="{F1417891-ADEE-4A5A-84BF-A61365689D8D}" vid="{7D249777-7FCF-437A-B862-D77B0EF45DB4}"/>
    </a:ext>
  </a:extLst>
</a:theme>
</file>

<file path=ppt/theme/theme2.xml><?xml version="1.0" encoding="utf-8"?>
<a:theme xmlns:a="http://schemas.openxmlformats.org/drawingml/2006/main" name="1_Office Theme">
  <a:themeElements>
    <a:clrScheme name="Custom 3">
      <a:dk1>
        <a:sysClr val="windowText" lastClr="000000"/>
      </a:dk1>
      <a:lt1>
        <a:sysClr val="window" lastClr="FFFFFF"/>
      </a:lt1>
      <a:dk2>
        <a:srgbClr val="16654B"/>
      </a:dk2>
      <a:lt2>
        <a:srgbClr val="BFBFBF"/>
      </a:lt2>
      <a:accent1>
        <a:srgbClr val="287159"/>
      </a:accent1>
      <a:accent2>
        <a:srgbClr val="87B787"/>
      </a:accent2>
      <a:accent3>
        <a:srgbClr val="FFD966"/>
      </a:accent3>
      <a:accent4>
        <a:srgbClr val="2E75B6"/>
      </a:accent4>
      <a:accent5>
        <a:srgbClr val="87B787"/>
      </a:accent5>
      <a:accent6>
        <a:srgbClr val="16654B"/>
      </a:accent6>
      <a:hlink>
        <a:srgbClr val="E7E6E6"/>
      </a:hlink>
      <a:folHlink>
        <a:srgbClr val="287159"/>
      </a:folHlink>
    </a:clrScheme>
    <a:fontScheme name="Trebuchet MS">
      <a:majorFont>
        <a:latin typeface="Trebuchet MS" panose="020B0603020202020204"/>
        <a:ea typeface=""/>
        <a:cs typeface=""/>
        <a:font script="Jpan" typeface="HGｺﾞｼｯｸM"/>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HG丸ｺﾞｼｯｸM-PRO"/>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noFill/>
        </a:ln>
      </a:spPr>
      <a:bodyPr wrap="square" lIns="0" tIns="0" rIns="0" bIns="0" rtlCol="0" anchor="t">
        <a:noAutofit/>
      </a:bodyPr>
      <a:lstStyle>
        <a:defPPr algn="l">
          <a:defRPr sz="1600" dirty="0" smtClean="0">
            <a:solidFill>
              <a:schemeClr val="tx1">
                <a:lumMod val="75000"/>
                <a:lumOff val="25000"/>
              </a:schemeClr>
            </a:solidFill>
            <a:latin typeface="Open sans" panose="020B0606030504020204" pitchFamily="34" charset="0"/>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Office Theme">
  <a:themeElements>
    <a:clrScheme name="Custom 3">
      <a:dk1>
        <a:sysClr val="windowText" lastClr="000000"/>
      </a:dk1>
      <a:lt1>
        <a:sysClr val="window" lastClr="FFFFFF"/>
      </a:lt1>
      <a:dk2>
        <a:srgbClr val="16654B"/>
      </a:dk2>
      <a:lt2>
        <a:srgbClr val="BFBFBF"/>
      </a:lt2>
      <a:accent1>
        <a:srgbClr val="287159"/>
      </a:accent1>
      <a:accent2>
        <a:srgbClr val="87B787"/>
      </a:accent2>
      <a:accent3>
        <a:srgbClr val="FFD966"/>
      </a:accent3>
      <a:accent4>
        <a:srgbClr val="2E75B6"/>
      </a:accent4>
      <a:accent5>
        <a:srgbClr val="87B787"/>
      </a:accent5>
      <a:accent6>
        <a:srgbClr val="16654B"/>
      </a:accent6>
      <a:hlink>
        <a:srgbClr val="E7E6E6"/>
      </a:hlink>
      <a:folHlink>
        <a:srgbClr val="287159"/>
      </a:folHlink>
    </a:clrScheme>
    <a:fontScheme name="Trebuchet MS">
      <a:majorFont>
        <a:latin typeface="Trebuchet MS" panose="020B0603020202020204"/>
        <a:ea typeface=""/>
        <a:cs typeface=""/>
        <a:font script="Jpan" typeface="HGｺﾞｼｯｸM"/>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HG丸ｺﾞｼｯｸM-PRO"/>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effectLst/>
      </a:spPr>
      <a:bodyPr rtlCol="0" anchor="ctr"/>
      <a:lstStyle>
        <a:defPPr marL="0" algn="l">
          <a:defRPr sz="1100" dirty="0" smtClean="0"/>
        </a:defPPr>
      </a:lstStyle>
      <a:style>
        <a:lnRef idx="2">
          <a:schemeClr val="accent1">
            <a:shade val="50000"/>
          </a:schemeClr>
        </a:lnRef>
        <a:fillRef idx="1">
          <a:schemeClr val="accent1"/>
        </a:fillRef>
        <a:effectRef idx="0">
          <a:schemeClr val="accent1"/>
        </a:effectRef>
        <a:fontRef idx="minor">
          <a:schemeClr val="lt1"/>
        </a:fontRef>
      </a:style>
    </a:spDef>
    <a:lnDef>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ctr">
          <a:defRPr sz="11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White">
  <a:themeElements>
    <a:clrScheme name="Scheme1">
      <a:dk1>
        <a:srgbClr val="2C2C2C"/>
      </a:dk1>
      <a:lt1>
        <a:srgbClr val="F2F2F2"/>
      </a:lt1>
      <a:dk2>
        <a:srgbClr val="073B16"/>
      </a:dk2>
      <a:lt2>
        <a:srgbClr val="FFFFFF"/>
      </a:lt2>
      <a:accent1>
        <a:srgbClr val="0B5921"/>
      </a:accent1>
      <a:accent2>
        <a:srgbClr val="0E762C"/>
      </a:accent2>
      <a:accent3>
        <a:srgbClr val="14AA3F"/>
      </a:accent3>
      <a:accent4>
        <a:srgbClr val="BD9608"/>
      </a:accent4>
      <a:accent5>
        <a:srgbClr val="074F77"/>
      </a:accent5>
      <a:accent6>
        <a:srgbClr val="7F7F7F"/>
      </a:accent6>
      <a:hlink>
        <a:srgbClr val="0000FF"/>
      </a:hlink>
      <a:folHlink>
        <a:srgbClr val="800080"/>
      </a:folHlink>
    </a:clrScheme>
    <a:fontScheme name="Custom 103">
      <a:majorFont>
        <a:latin typeface="Sakkal Majalla"/>
        <a:ea typeface=""/>
        <a:cs typeface=""/>
      </a:majorFont>
      <a:minorFont>
        <a:latin typeface="Sakkal Majalla"/>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1">
        <a:dk1>
          <a:srgbClr val="2C2C2C"/>
        </a:dk1>
        <a:lt1>
          <a:srgbClr val="F2F2F2"/>
        </a:lt1>
        <a:dk2>
          <a:srgbClr val="073B16"/>
        </a:dk2>
        <a:lt2>
          <a:srgbClr val="FFFFFF"/>
        </a:lt2>
        <a:accent1>
          <a:srgbClr val="0B5921"/>
        </a:accent1>
        <a:accent2>
          <a:srgbClr val="0E762C"/>
        </a:accent2>
        <a:accent3>
          <a:srgbClr val="14AA3F"/>
        </a:accent3>
        <a:accent4>
          <a:srgbClr val="BD9608"/>
        </a:accent4>
        <a:accent5>
          <a:srgbClr val="074F77"/>
        </a:accent5>
        <a:accent6>
          <a:srgbClr val="7F7F7F"/>
        </a:accent6>
        <a:hlink>
          <a:srgbClr val="0000FF"/>
        </a:hlink>
        <a:folHlink>
          <a:srgbClr val="800080"/>
        </a:folHlink>
      </a:clrScheme>
    </a:extraClrScheme>
  </a:extraClrSchemeLst>
  <a:custClrLst>
    <a:custClr name="Dark Gray">
      <a:srgbClr val="4D4D4D"/>
    </a:custClr>
    <a:custClr name="Mid Gray">
      <a:srgbClr val="7F7F7F"/>
    </a:custClr>
    <a:custClr name="Light Gray">
      <a:srgbClr val="B3B3B3"/>
    </a:custClr>
    <a:custClr name="Super Light Gray">
      <a:srgbClr val="D0D0D0"/>
    </a:custClr>
    <a:custClr name="Pale Gray">
      <a:srgbClr val="E6E6E6"/>
    </a:custClr>
    <a:custClr name="Custom Color6">
      <a:srgbClr val="FFFFFF"/>
    </a:custClr>
    <a:custClr name="Custom Color7">
      <a:srgbClr val="FFFFFF"/>
    </a:custClr>
    <a:custClr name="Custom Color8">
      <a:srgbClr val="FFFFFF"/>
    </a:custClr>
    <a:custClr name="Custom Color9">
      <a:srgbClr val="FFFFFF"/>
    </a:custClr>
    <a:custClr name="Custom Color10">
      <a:srgbClr val="FFFFFF"/>
    </a:custClr>
    <a:custClr name="Custom Color11">
      <a:srgbClr val="37373A"/>
    </a:custClr>
    <a:custClr name="Custom Color12">
      <a:srgbClr val="2E3558"/>
    </a:custClr>
    <a:custClr name="Custom Color13">
      <a:srgbClr val="30C1D7"/>
    </a:custClr>
    <a:custClr name="Custom Color14">
      <a:srgbClr val="670F31"/>
    </a:custClr>
    <a:custClr name="Custom Color15">
      <a:srgbClr val="E71C57"/>
    </a:custClr>
    <a:custClr name="Custom Color16">
      <a:srgbClr val="F2F2F2"/>
    </a:custClr>
    <a:custClr name="Custom Color17">
      <a:srgbClr val="073B16"/>
    </a:custClr>
  </a:custClrLst>
  <a:extLst>
    <a:ext uri="{05A4C25C-085E-4340-85A3-A5531E510DB2}">
      <thm15:themeFamily xmlns:thm15="http://schemas.microsoft.com/office/thememl/2012/main" name="6448PM_CF_16x9_ENG_V4.potx" id="{9D5808A7-ADC1-4403-BA96-ED9FDCD01A3A}" vid="{82B77522-C655-40A5-A8C3-BFD1FE4E0077}"/>
    </a:ext>
  </a:extLst>
</a:theme>
</file>

<file path=ppt/theme/theme5.xml><?xml version="1.0" encoding="utf-8"?>
<a:theme xmlns:a="http://schemas.openxmlformats.org/drawingml/2006/main" name="2_Office Theme">
  <a:themeElements>
    <a:clrScheme name="16.02.24">
      <a:dk1>
        <a:sysClr val="windowText" lastClr="000000"/>
      </a:dk1>
      <a:lt1>
        <a:sysClr val="window" lastClr="FFFFFF"/>
      </a:lt1>
      <a:dk2>
        <a:srgbClr val="000000"/>
      </a:dk2>
      <a:lt2>
        <a:srgbClr val="FFFFFF"/>
      </a:lt2>
      <a:accent1>
        <a:srgbClr val="1B934B"/>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16.02.24">
      <a:majorFont>
        <a:latin typeface="Futura Bk BT"/>
        <a:ea typeface=""/>
        <a:cs typeface=""/>
      </a:majorFont>
      <a:minorFont>
        <a:latin typeface="Futura Bk B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l">
          <a:defRPr sz="1400"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Custom 3">
      <a:dk1>
        <a:sysClr val="windowText" lastClr="000000"/>
      </a:dk1>
      <a:lt1>
        <a:sysClr val="window" lastClr="FFFFFF"/>
      </a:lt1>
      <a:dk2>
        <a:srgbClr val="16654B"/>
      </a:dk2>
      <a:lt2>
        <a:srgbClr val="BFBFBF"/>
      </a:lt2>
      <a:accent1>
        <a:srgbClr val="287159"/>
      </a:accent1>
      <a:accent2>
        <a:srgbClr val="87B787"/>
      </a:accent2>
      <a:accent3>
        <a:srgbClr val="FFD966"/>
      </a:accent3>
      <a:accent4>
        <a:srgbClr val="2E75B6"/>
      </a:accent4>
      <a:accent5>
        <a:srgbClr val="87B787"/>
      </a:accent5>
      <a:accent6>
        <a:srgbClr val="16654B"/>
      </a:accent6>
      <a:hlink>
        <a:srgbClr val="E7E6E6"/>
      </a:hlink>
      <a:folHlink>
        <a:srgbClr val="287159"/>
      </a:folHlink>
    </a:clrScheme>
    <a:fontScheme name="Trebuchet MS">
      <a:majorFont>
        <a:latin typeface="Trebuchet MS" panose="020B0603020202020204"/>
        <a:ea typeface=""/>
        <a:cs typeface=""/>
        <a:font script="Jpan" typeface="HGｺﾞｼｯｸM"/>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HG丸ｺﾞｼｯｸM-PRO"/>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noFill/>
        </a:ln>
      </a:spPr>
      <a:bodyPr rot="0" spcFirstLastPara="0" vertOverflow="overflow" horzOverflow="overflow" vert="horz" wrap="square" lIns="0" tIns="0" rIns="0" bIns="0" numCol="1" spcCol="0" rtlCol="0" fromWordArt="0" anchor="t" anchorCtr="0" forceAA="0" compatLnSpc="1">
        <a:prstTxWarp prst="textNoShape">
          <a:avLst/>
        </a:prstTxWarp>
        <a:noAutofit/>
      </a:bodyPr>
      <a:lstStyle>
        <a:defPPr algn="l">
          <a:defRPr sz="1600" dirty="0" smtClean="0">
            <a:solidFill>
              <a:schemeClr val="tx1">
                <a:lumMod val="75000"/>
                <a:lumOff val="25000"/>
              </a:schemeClr>
            </a:solidFill>
            <a:latin typeface="Open sans" panose="020B0606030504020204" pitchFamily="34" charset="0"/>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6DA8421A32D374A82BB6E7BE437BB32" ma:contentTypeVersion="13" ma:contentTypeDescription="Create a new document." ma:contentTypeScope="" ma:versionID="c905a54c4309d8786874c424d2e10580">
  <xsd:schema xmlns:xsd="http://www.w3.org/2001/XMLSchema" xmlns:xs="http://www.w3.org/2001/XMLSchema" xmlns:p="http://schemas.microsoft.com/office/2006/metadata/properties" xmlns:ns2="dc8f5106-617d-4a38-8864-874c2aebad20" xmlns:ns3="6055efb2-aa9d-44ec-98bd-f06239a40f4d" targetNamespace="http://schemas.microsoft.com/office/2006/metadata/properties" ma:root="true" ma:fieldsID="6ec05f4ffc1c107e4c4d397ac21dc3a3" ns2:_="" ns3:_="">
    <xsd:import namespace="dc8f5106-617d-4a38-8864-874c2aebad20"/>
    <xsd:import namespace="6055efb2-aa9d-44ec-98bd-f06239a40f4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c8f5106-617d-4a38-8864-874c2aebad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bfc753e-5f72-400c-a650-5691d211e6f6"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BillingMetadata" ma:index="19" nillable="true" ma:displayName="MediaServiceBillingMetadata" ma:hidden="true" ma:internalName="MediaServiceBillingMetadata" ma:readOnly="true">
      <xsd:simpleType>
        <xsd:restriction base="dms:Note"/>
      </xsd:simpleType>
    </xsd:element>
    <xsd:element name="MediaLengthInSeconds" ma:index="20"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55efb2-aa9d-44ec-98bd-f06239a40f4d"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03ca81e-59b1-4c77-a80b-08efa1eed30e}" ma:internalName="TaxCatchAll" ma:showField="CatchAllData" ma:web="6055efb2-aa9d-44ec-98bd-f06239a40f4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c8f5106-617d-4a38-8864-874c2aebad20">
      <Terms xmlns="http://schemas.microsoft.com/office/infopath/2007/PartnerControls"/>
    </lcf76f155ced4ddcb4097134ff3c332f>
    <TaxCatchAll xmlns="6055efb2-aa9d-44ec-98bd-f06239a40f4d" xsi:nil="true"/>
  </documentManagement>
</p:properties>
</file>

<file path=customXml/itemProps1.xml><?xml version="1.0" encoding="utf-8"?>
<ds:datastoreItem xmlns:ds="http://schemas.openxmlformats.org/officeDocument/2006/customXml" ds:itemID="{2B17419A-EAAC-4AFD-84B4-097C2D2C3484}">
  <ds:schemaRefs>
    <ds:schemaRef ds:uri="http://schemas.microsoft.com/sharepoint/v3/contenttype/forms"/>
  </ds:schemaRefs>
</ds:datastoreItem>
</file>

<file path=customXml/itemProps2.xml><?xml version="1.0" encoding="utf-8"?>
<ds:datastoreItem xmlns:ds="http://schemas.openxmlformats.org/officeDocument/2006/customXml" ds:itemID="{5290F9BE-3123-476C-95EA-3190669BC429}">
  <ds:schemaRefs>
    <ds:schemaRef ds:uri="6055efb2-aa9d-44ec-98bd-f06239a40f4d"/>
    <ds:schemaRef ds:uri="dc8f5106-617d-4a38-8864-874c2aebad2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98146B5E-C874-4860-8169-1846A8DFF6A5}">
  <ds:schemaRefs>
    <ds:schemaRef ds:uri="http://purl.org/dc/terms/"/>
    <ds:schemaRef ds:uri="http://schemas.microsoft.com/office/2006/documentManagement/types"/>
    <ds:schemaRef ds:uri="http://www.w3.org/XML/1998/namespace"/>
    <ds:schemaRef ds:uri="http://purl.org/dc/elements/1.1/"/>
    <ds:schemaRef ds:uri="dc8f5106-617d-4a38-8864-874c2aebad20"/>
    <ds:schemaRef ds:uri="http://schemas.microsoft.com/office/2006/metadata/properties"/>
    <ds:schemaRef ds:uri="http://schemas.openxmlformats.org/package/2006/metadata/core-properties"/>
    <ds:schemaRef ds:uri="http://schemas.microsoft.com/office/infopath/2007/PartnerControls"/>
    <ds:schemaRef ds:uri="6055efb2-aa9d-44ec-98bd-f06239a40f4d"/>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1001</TotalTime>
  <Words>23729</Words>
  <Application>Microsoft Office PowerPoint</Application>
  <PresentationFormat>Widescreen</PresentationFormat>
  <Paragraphs>10291</Paragraphs>
  <Slides>130</Slides>
  <Notes>130</Notes>
  <HiddenSlides>0</HiddenSlides>
  <MMClips>0</MMClips>
  <ScaleCrop>false</ScaleCrop>
  <HeadingPairs>
    <vt:vector size="8" baseType="variant">
      <vt:variant>
        <vt:lpstr>Fonts Used</vt:lpstr>
      </vt:variant>
      <vt:variant>
        <vt:i4>13</vt:i4>
      </vt:variant>
      <vt:variant>
        <vt:lpstr>Theme</vt:lpstr>
      </vt:variant>
      <vt:variant>
        <vt:i4>6</vt:i4>
      </vt:variant>
      <vt:variant>
        <vt:lpstr>Embedded OLE Servers</vt:lpstr>
      </vt:variant>
      <vt:variant>
        <vt:i4>1</vt:i4>
      </vt:variant>
      <vt:variant>
        <vt:lpstr>Slide Titles</vt:lpstr>
      </vt:variant>
      <vt:variant>
        <vt:i4>130</vt:i4>
      </vt:variant>
    </vt:vector>
  </HeadingPairs>
  <TitlesOfParts>
    <vt:vector size="150" baseType="lpstr">
      <vt:lpstr>Courier New</vt:lpstr>
      <vt:lpstr>Trebuchet MS</vt:lpstr>
      <vt:lpstr>Century Gothic</vt:lpstr>
      <vt:lpstr>Open sans</vt:lpstr>
      <vt:lpstr>Open Sans Light</vt:lpstr>
      <vt:lpstr>Arial</vt:lpstr>
      <vt:lpstr>Segoe UI</vt:lpstr>
      <vt:lpstr>Alexandria Light</vt:lpstr>
      <vt:lpstr>DIN Next LT Arabic Light</vt:lpstr>
      <vt:lpstr>Futura Bk BT</vt:lpstr>
      <vt:lpstr>Calibri</vt:lpstr>
      <vt:lpstr>Wingdings</vt:lpstr>
      <vt:lpstr>Sakkal Majalla</vt:lpstr>
      <vt:lpstr>Ministry of Sport Grid 16:9 - 16988</vt:lpstr>
      <vt:lpstr>1_Office Theme</vt:lpstr>
      <vt:lpstr>3_Office Theme</vt:lpstr>
      <vt:lpstr>2_White</vt:lpstr>
      <vt:lpstr>2_Office Theme</vt:lpstr>
      <vt:lpstr>Office Theme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Lama Alabduljabar</dc:creator>
  <cp:lastModifiedBy>Mohammad Alnajjar</cp:lastModifiedBy>
  <cp:revision>2</cp:revision>
  <dcterms:created xsi:type="dcterms:W3CDTF">2024-10-07T21:34:09Z</dcterms:created>
  <dcterms:modified xsi:type="dcterms:W3CDTF">2026-06-08T16:24:41Z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0x01010036DA8421A32D374A82BB6E7BE437BB32</vt:lpwstr>
  </property>
  <property fmtid="{D5CDD505-2E9C-101B-9397-08002B2CF9AE}" pid="3" name="MediaServiceImageTags">
    <vt:lpwstr/>
  </property>
</Properties>
</file>