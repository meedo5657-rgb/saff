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.bin" ContentType="application/vnd.openxmlformats-officedocument.oleObject"/>
  <Override PartName="/ppt/embeddings/oleObject30.bin" ContentType="application/vnd.openxmlformats-officedocument.oleObject"/>
  <Override PartName="/ppt/embeddings/oleObject31.bin" ContentType="application/vnd.openxmlformats-officedocument.oleObject"/>
  <Override PartName="/ppt/embeddings/oleObject32.bin" ContentType="application/vnd.openxmlformats-officedocument.oleObject"/>
  <Override PartName="/ppt/embeddings/oleObject33.bin" ContentType="application/vnd.openxmlformats-officedocument.oleObject"/>
  <Override PartName="/ppt/embeddings/oleObject34.bin" ContentType="application/vnd.openxmlformats-officedocument.oleObject"/>
  <Override PartName="/ppt/embeddings/oleObject35.bin" ContentType="application/vnd.openxmlformats-officedocument.oleObject"/>
  <Override PartName="/ppt/embeddings/oleObject36.bin" ContentType="application/vnd.openxmlformats-officedocument.oleObject"/>
  <Override PartName="/ppt/embeddings/oleObject37.bin" ContentType="application/vnd.openxmlformats-officedocument.oleObject"/>
  <Override PartName="/ppt/embeddings/oleObject38.bin" ContentType="application/vnd.openxmlformats-officedocument.oleObject"/>
  <Override PartName="/ppt/embeddings/oleObject39.bin" ContentType="application/vnd.openxmlformats-officedocument.oleObject"/>
  <Override PartName="/ppt/embeddings/oleObject4.bin" ContentType="application/vnd.openxmlformats-officedocument.oleObject"/>
  <Override PartName="/ppt/embeddings/oleObject40.bin" ContentType="application/vnd.openxmlformats-officedocument.oleObject"/>
  <Override PartName="/ppt/embeddings/oleObject41.bin" ContentType="application/vnd.openxmlformats-officedocument.oleObject"/>
  <Override PartName="/ppt/embeddings/oleObject42.bin" ContentType="application/vnd.openxmlformats-officedocument.oleObject"/>
  <Override PartName="/ppt/embeddings/oleObject43.bin" ContentType="application/vnd.openxmlformats-officedocument.oleObject"/>
  <Override PartName="/ppt/embeddings/oleObject44.bin" ContentType="application/vnd.openxmlformats-officedocument.oleObject"/>
  <Override PartName="/ppt/embeddings/oleObject45.bin" ContentType="application/vnd.openxmlformats-officedocument.oleObject"/>
  <Override PartName="/ppt/embeddings/oleObject46.bin" ContentType="application/vnd.openxmlformats-officedocument.oleObject"/>
  <Override PartName="/ppt/embeddings/oleObject47.bin" ContentType="application/vnd.openxmlformats-officedocument.oleObject"/>
  <Override PartName="/ppt/embeddings/oleObject48.bin" ContentType="application/vnd.openxmlformats-officedocument.oleObject"/>
  <Override PartName="/ppt/embeddings/oleObject49.bin" ContentType="application/vnd.openxmlformats-officedocument.oleObject"/>
  <Override PartName="/ppt/embeddings/oleObject5.bin" ContentType="application/vnd.openxmlformats-officedocument.oleObject"/>
  <Override PartName="/ppt/embeddings/oleObject55.bin" ContentType="application/vnd.openxmlformats-officedocument.oleObject"/>
  <Override PartName="/ppt/embeddings/oleObject56.bin" ContentType="application/vnd.openxmlformats-officedocument.oleObject"/>
  <Override PartName="/ppt/embeddings/oleObject6.bin" ContentType="application/vnd.openxmlformats-officedocument.oleObject"/>
  <Override PartName="/ppt/embeddings/oleObject61.bin" ContentType="application/vnd.openxmlformats-officedocument.oleObject"/>
  <Override PartName="/ppt/embeddings/oleObject65.bin" ContentType="application/vnd.openxmlformats-officedocument.oleObject"/>
  <Override PartName="/ppt/embeddings/oleObject68.bin" ContentType="application/vnd.openxmlformats-officedocument.oleObject"/>
  <Override PartName="/ppt/embeddings/oleObject69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6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7.xml" ContentType="application/vnd.openxmlformats-officedocument.presentationml.tags+xml"/>
  <Override PartName="/ppt/tags/tag173.xml" ContentType="application/vnd.openxmlformats-officedocument.presentationml.tags+xml"/>
  <Override PartName="/ppt/tags/tag177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6" r:id="rId4"/>
    <p:sldMasterId id="2147483681" r:id="rId5"/>
    <p:sldMasterId id="2147483698" r:id="rId6"/>
    <p:sldMasterId id="2147483706" r:id="rId7"/>
    <p:sldMasterId id="2147483744" r:id="rId8"/>
    <p:sldMasterId id="2147483746" r:id="rId9"/>
  </p:sldMasterIdLst>
  <p:notesMasterIdLst>
    <p:notesMasterId r:id="rId140"/>
  </p:notesMasterIdLst>
  <p:sldIdLst>
    <p:sldId id="2147481918" r:id="rId169"/>
    <p:sldId id="2147481919" r:id="rId170"/>
    <p:sldId id="2147481920" r:id="rId171"/>
    <p:sldId id="2147481921" r:id="rId172"/>
    <p:sldId id="2147481922" r:id="rId173"/>
    <p:sldId id="2147481923" r:id="rId174"/>
    <p:sldId id="2147481924" r:id="rId175"/>
    <p:sldId id="2147481925" r:id="rId176"/>
    <p:sldId id="2147481926" r:id="rId177"/>
    <p:sldId id="2147481927" r:id="rId178"/>
    <p:sldId id="2147481928" r:id="rId179"/>
    <p:sldId id="2147481929" r:id="rId180"/>
    <p:sldId id="2147481930" r:id="rId181"/>
    <p:sldId id="2147481931" r:id="rId182"/>
    <p:sldId id="2147481932" r:id="rId183"/>
    <p:sldId id="2147481933" r:id="rId184"/>
    <p:sldId id="2147481934" r:id="rId185"/>
    <p:sldId id="2147481935" r:id="rId186"/>
    <p:sldId id="2147481936" r:id="rId187"/>
    <p:sldId id="2147481937" r:id="rId188"/>
    <p:sldId id="2147481938" r:id="rId189"/>
    <p:sldId id="2147481939" r:id="rId190"/>
    <p:sldId id="2147481940" r:id="rId191"/>
    <p:sldId id="2147481941" r:id="rId192"/>
    <p:sldId id="2147481942" r:id="rId193"/>
    <p:sldId id="2147481943" r:id="rId194"/>
    <p:sldId id="2147481944" r:id="rId195"/>
    <p:sldId id="2147481945" r:id="rId196"/>
    <p:sldId id="2147481946" r:id="rId197"/>
    <p:sldId id="2147481947" r:id="rId198"/>
    <p:sldId id="2147481948" r:id="rId199"/>
    <p:sldId id="2147481949" r:id="rId200"/>
    <p:sldId id="2147481950" r:id="rId201"/>
    <p:sldId id="2147481951" r:id="rId202"/>
    <p:sldId id="2147481952" r:id="rId203"/>
  </p:sldIdLst>
  <p:sldSz cx="12192000" cy="6858000"/>
  <p:notesSz cx="6858000" cy="9144000"/>
  <p:embeddedFontLst>
    <p:embeddedFont>
      <p:font typeface="Alexandria Light" panose="020B0604020202020204" charset="-78"/>
      <p:regular r:id="rId141"/>
    </p:embeddedFont>
    <p:embeddedFont>
      <p:font typeface="Century Gothic" panose="020B0502020202020204" pitchFamily="34" charset="0"/>
      <p:regular r:id="rId142"/>
      <p:bold r:id="rId143"/>
      <p:italic r:id="rId144"/>
      <p:boldItalic r:id="rId145"/>
    </p:embeddedFont>
    <p:embeddedFont>
      <p:font typeface="Open sans" panose="020B0606030504020204" pitchFamily="34" charset="0"/>
      <p:regular r:id="rId146"/>
      <p:bold r:id="rId147"/>
      <p:italic r:id="rId148"/>
      <p:boldItalic r:id="rId149"/>
    </p:embeddedFont>
    <p:embeddedFont>
      <p:font typeface="Open Sans Light" panose="020B0306030504020204" pitchFamily="34" charset="0"/>
      <p:regular r:id="rId150"/>
      <p:italic r:id="rId151"/>
    </p:embeddedFont>
    <p:embeddedFont>
      <p:font typeface="Sakkal Majalla" panose="02000000000000000000" pitchFamily="2" charset="-78"/>
      <p:regular r:id="rId152"/>
      <p:bold r:id="rId153"/>
    </p:embeddedFont>
    <p:embeddedFont>
      <p:font typeface="Segoe UI" panose="020B0502040204020203" pitchFamily="34" charset="0"/>
      <p:regular r:id="rId154"/>
      <p:bold r:id="rId155"/>
      <p:italic r:id="rId156"/>
      <p:boldItalic r:id="rId157"/>
    </p:embeddedFont>
    <p:embeddedFont>
      <p:font typeface="Trebuchet MS" panose="020B0603020202020204" pitchFamily="34" charset="0"/>
      <p:regular r:id="rId158"/>
      <p:bold r:id="rId159"/>
      <p:italic r:id="rId160"/>
      <p:boldItalic r:id="rId161"/>
    </p:embeddedFont>
  </p:embeddedFontLst>
  <p:custDataLst>
    <p:tags r:id="rId16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36567A0-12BB-408A-B6A8-7631B51539EF}">
          <p14:sldIdLst>
            <p14:sldId id="2147480573"/>
            <p14:sldId id="2147481833"/>
            <p14:sldId id="2147481851"/>
            <p14:sldId id="2147481482"/>
            <p14:sldId id="2147481834"/>
            <p14:sldId id="2147481856"/>
            <p14:sldId id="2147481857"/>
            <p14:sldId id="2147481766"/>
            <p14:sldId id="2147481842"/>
            <p14:sldId id="2147481858"/>
            <p14:sldId id="2147481859"/>
            <p14:sldId id="2147481860"/>
            <p14:sldId id="2147481861"/>
            <p14:sldId id="2147481862"/>
            <p14:sldId id="2147481863"/>
            <p14:sldId id="2147481917"/>
            <p14:sldId id="2147481844"/>
            <p14:sldId id="2147481845"/>
            <p14:sldId id="2147481864"/>
            <p14:sldId id="2147481846"/>
            <p14:sldId id="2147481847"/>
            <p14:sldId id="2147481848"/>
            <p14:sldId id="2147481837"/>
            <p14:sldId id="2147481865"/>
            <p14:sldId id="2147480749"/>
            <p14:sldId id="2147481843"/>
            <p14:sldId id="2147481868"/>
            <p14:sldId id="2147481875"/>
            <p14:sldId id="2147481876"/>
            <p14:sldId id="2147481877"/>
            <p14:sldId id="2147481878"/>
            <p14:sldId id="2147481879"/>
            <p14:sldId id="2147481880"/>
            <p14:sldId id="2147481881"/>
            <p14:sldId id="2147481882"/>
            <p14:sldId id="2147481883"/>
            <p14:sldId id="2147481884"/>
            <p14:sldId id="2147481885"/>
            <p14:sldId id="2147481886"/>
            <p14:sldId id="2147481887"/>
            <p14:sldId id="2147481888"/>
            <p14:sldId id="2147481889"/>
            <p14:sldId id="2147481890"/>
            <p14:sldId id="2147481911"/>
            <p14:sldId id="2147481912"/>
            <p14:sldId id="2147481913"/>
            <p14:sldId id="2147481914"/>
            <p14:sldId id="2147481915"/>
            <p14:sldId id="2147481891"/>
            <p14:sldId id="2147481892"/>
            <p14:sldId id="2147481893"/>
            <p14:sldId id="2147481894"/>
            <p14:sldId id="2147481895"/>
            <p14:sldId id="2147481896"/>
            <p14:sldId id="2147481897"/>
            <p14:sldId id="2147481900"/>
            <p14:sldId id="2147481898"/>
            <p14:sldId id="2147481899"/>
            <p14:sldId id="2147481901"/>
            <p14:sldId id="2147481903"/>
            <p14:sldId id="2147481902"/>
            <p14:sldId id="2147481904"/>
            <p14:sldId id="2147481907"/>
            <p14:sldId id="2147481908"/>
            <p14:sldId id="2147481905"/>
            <p14:sldId id="2147481906"/>
          </p14:sldIdLst>
        </p14:section>
        <p14:section name="Technical workforce" id="{2A72A4F8-EB8A-46F9-8A9A-955CD528100D}">
          <p14:sldIdLst>
            <p14:sldId id="2147481763"/>
            <p14:sldId id="2147481806"/>
            <p14:sldId id="2147481807"/>
            <p14:sldId id="2147481808"/>
            <p14:sldId id="2147481805"/>
            <p14:sldId id="2147481764"/>
            <p14:sldId id="2147481765"/>
            <p14:sldId id="2147481783"/>
            <p14:sldId id="2147481784"/>
            <p14:sldId id="2147481788"/>
            <p14:sldId id="260"/>
          </p14:sldIdLst>
        </p14:section>
        <p14:section name="U5, U7, U9" id="{F4DD0F75-E6E2-44FF-A19A-E91208551A65}">
          <p14:sldIdLst>
            <p14:sldId id="2147481750"/>
            <p14:sldId id="2147481753"/>
            <p14:sldId id="2147481754"/>
            <p14:sldId id="2147481645"/>
            <p14:sldId id="2147481646"/>
            <p14:sldId id="2147481647"/>
            <p14:sldId id="2147481648"/>
            <p14:sldId id="2147481662"/>
            <p14:sldId id="2147481663"/>
            <p14:sldId id="2147481664"/>
            <p14:sldId id="2147481666"/>
            <p14:sldId id="2147481667"/>
            <p14:sldId id="2147481668"/>
          </p14:sldIdLst>
        </p14:section>
        <p14:section name="U11-U14" id="{6F526426-3674-48D9-A846-BD662028A318}">
          <p14:sldIdLst>
            <p14:sldId id="2147481701"/>
          </p14:sldIdLst>
        </p14:section>
        <p14:section name="U11" id="{41B9D610-22A3-4B55-8DAC-0BE4454C8B77}">
          <p14:sldIdLst>
            <p14:sldId id="2147481669"/>
            <p14:sldId id="2147481670"/>
            <p14:sldId id="2147481671"/>
            <p14:sldId id="2147481672"/>
            <p14:sldId id="2147481673"/>
            <p14:sldId id="2147481674"/>
            <p14:sldId id="2147481675"/>
            <p14:sldId id="2147481676"/>
          </p14:sldIdLst>
        </p14:section>
        <p14:section name="U12" id="{EA2D3033-7CBD-43C8-AF95-F61078663ABC}">
          <p14:sldIdLst>
            <p14:sldId id="2147481677"/>
            <p14:sldId id="2147481678"/>
            <p14:sldId id="2147481679"/>
            <p14:sldId id="2147481680"/>
            <p14:sldId id="2147481681"/>
            <p14:sldId id="2147481682"/>
            <p14:sldId id="2147481683"/>
            <p14:sldId id="2147481684"/>
          </p14:sldIdLst>
        </p14:section>
        <p14:section name="U13" id="{98C74548-1D39-43A9-98D6-8111803AB577}">
          <p14:sldIdLst>
            <p14:sldId id="2147481685"/>
            <p14:sldId id="2147481686"/>
            <p14:sldId id="2147481687"/>
            <p14:sldId id="2147481688"/>
            <p14:sldId id="2147481689"/>
            <p14:sldId id="2147481690"/>
            <p14:sldId id="2147481691"/>
            <p14:sldId id="2147481692"/>
          </p14:sldIdLst>
        </p14:section>
        <p14:section name="U14" id="{62FC7375-25D5-440D-AEC8-1AE80E06226D}">
          <p14:sldIdLst>
            <p14:sldId id="2147481693"/>
            <p14:sldId id="2147481694"/>
            <p14:sldId id="2147481695"/>
            <p14:sldId id="2147481696"/>
            <p14:sldId id="2147481697"/>
            <p14:sldId id="2147481698"/>
            <p14:sldId id="2147481699"/>
            <p14:sldId id="2147481700"/>
          </p14:sldIdLst>
        </p14:section>
        <p14:section name="U15-U18" id="{3C285A75-7786-487B-B222-E189F2993684}">
          <p14:sldIdLst>
            <p14:sldId id="2147481755"/>
          </p14:sldIdLst>
        </p14:section>
        <p14:section name="U15" id="{058E34AD-8752-4D01-BD10-A92C3AD384DD}">
          <p14:sldIdLst>
            <p14:sldId id="2147481909"/>
          </p14:sldIdLst>
        </p14:section>
        <p14:section name="U16" id="{E97FDCA0-5C58-42C4-A3AB-2DEE23B31986}">
          <p14:sldIdLst>
            <p14:sldId id="2147481587"/>
            <p14:sldId id="2147481916"/>
          </p14:sldIdLst>
        </p14:section>
        <p14:section name="U17" id="{C18C6B71-2688-4187-AFEC-DC129A8598EA}">
          <p14:sldIdLst>
            <p14:sldId id="2147481578"/>
          </p14:sldIdLst>
        </p14:section>
        <p14:section name="U18" id="{CDD768A8-BDE7-4FE8-8CA3-FC6FAD326A1C}">
          <p14:sldIdLst>
            <p14:sldId id="2147481717"/>
          </p14:sldIdLst>
        </p14:section>
        <p14:section name="U21" id="{F8A6C2A3-36C2-4730-9C3F-6C0F96497D7B}">
          <p14:sldIdLst>
            <p14:sldId id="214748171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1E1"/>
    <a:srgbClr val="FFF7E0"/>
    <a:srgbClr val="FF0000"/>
    <a:srgbClr val="92D050"/>
    <a:srgbClr val="E7F1E7"/>
    <a:srgbClr val="287159"/>
    <a:srgbClr val="BFBFBF"/>
    <a:srgbClr val="FFC000"/>
    <a:srgbClr val="235888"/>
    <a:srgbClr val="87B7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137B0A-E974-4349-86E4-BC08A9ACE12B}" v="34" dt="2026-06-08T16:24:32.0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11" autoAdjust="0"/>
    <p:restoredTop sz="94660"/>
  </p:normalViewPr>
  <p:slideViewPr>
    <p:cSldViewPr snapToGrid="0">
      <p:cViewPr varScale="1">
        <p:scale>
          <a:sx n="65" d="100"/>
          <a:sy n="65" d="100"/>
        </p:scale>
        <p:origin x="36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9" Type="http://schemas.openxmlformats.org/officeDocument/2006/relationships/slideMaster" Target="slideMasters/slideMaster6.xml"/><Relationship Id="rId140" Type="http://schemas.openxmlformats.org/officeDocument/2006/relationships/notesMaster" Target="notesMasters/notesMaster1.xml"/><Relationship Id="rId141" Type="http://schemas.openxmlformats.org/officeDocument/2006/relationships/font" Target="fonts/font1.fntdata"/><Relationship Id="rId142" Type="http://schemas.openxmlformats.org/officeDocument/2006/relationships/font" Target="fonts/font2.fntdata"/><Relationship Id="rId143" Type="http://schemas.openxmlformats.org/officeDocument/2006/relationships/font" Target="fonts/font3.fntdata"/><Relationship Id="rId144" Type="http://schemas.openxmlformats.org/officeDocument/2006/relationships/font" Target="fonts/font4.fntdata"/><Relationship Id="rId145" Type="http://schemas.openxmlformats.org/officeDocument/2006/relationships/font" Target="fonts/font5.fntdata"/><Relationship Id="rId146" Type="http://schemas.openxmlformats.org/officeDocument/2006/relationships/font" Target="fonts/font6.fntdata"/><Relationship Id="rId147" Type="http://schemas.openxmlformats.org/officeDocument/2006/relationships/font" Target="fonts/font7.fntdata"/><Relationship Id="rId148" Type="http://schemas.openxmlformats.org/officeDocument/2006/relationships/font" Target="fonts/font8.fntdata"/><Relationship Id="rId149" Type="http://schemas.openxmlformats.org/officeDocument/2006/relationships/font" Target="fonts/font9.fntdata"/><Relationship Id="rId150" Type="http://schemas.openxmlformats.org/officeDocument/2006/relationships/font" Target="fonts/font10.fntdata"/><Relationship Id="rId151" Type="http://schemas.openxmlformats.org/officeDocument/2006/relationships/font" Target="fonts/font11.fntdata"/><Relationship Id="rId152" Type="http://schemas.openxmlformats.org/officeDocument/2006/relationships/font" Target="fonts/font12.fntdata"/><Relationship Id="rId153" Type="http://schemas.openxmlformats.org/officeDocument/2006/relationships/font" Target="fonts/font13.fntdata"/><Relationship Id="rId154" Type="http://schemas.openxmlformats.org/officeDocument/2006/relationships/font" Target="fonts/font14.fntdata"/><Relationship Id="rId155" Type="http://schemas.openxmlformats.org/officeDocument/2006/relationships/font" Target="fonts/font15.fntdata"/><Relationship Id="rId156" Type="http://schemas.openxmlformats.org/officeDocument/2006/relationships/font" Target="fonts/font16.fntdata"/><Relationship Id="rId157" Type="http://schemas.openxmlformats.org/officeDocument/2006/relationships/font" Target="fonts/font17.fntdata"/><Relationship Id="rId158" Type="http://schemas.openxmlformats.org/officeDocument/2006/relationships/font" Target="fonts/font18.fntdata"/><Relationship Id="rId159" Type="http://schemas.openxmlformats.org/officeDocument/2006/relationships/font" Target="fonts/font19.fntdata"/><Relationship Id="rId160" Type="http://schemas.openxmlformats.org/officeDocument/2006/relationships/font" Target="fonts/font20.fntdata"/><Relationship Id="rId161" Type="http://schemas.openxmlformats.org/officeDocument/2006/relationships/font" Target="fonts/font21.fntdata"/><Relationship Id="rId162" Type="http://schemas.openxmlformats.org/officeDocument/2006/relationships/tags" Target="tags/tag1.xml"/><Relationship Id="rId163" Type="http://schemas.openxmlformats.org/officeDocument/2006/relationships/presProps" Target="presProps.xml"/><Relationship Id="rId164" Type="http://schemas.openxmlformats.org/officeDocument/2006/relationships/viewProps" Target="viewProps.xml"/><Relationship Id="rId165" Type="http://schemas.openxmlformats.org/officeDocument/2006/relationships/theme" Target="theme/theme1.xml"/><Relationship Id="rId166" Type="http://schemas.openxmlformats.org/officeDocument/2006/relationships/tableStyles" Target="tableStyles.xml"/><Relationship Id="rId167" Type="http://schemas.microsoft.com/office/2016/11/relationships/changesInfo" Target="changesInfos/changesInfo1.xml"/><Relationship Id="rId168" Type="http://schemas.microsoft.com/office/2015/10/relationships/revisionInfo" Target="revisionInfo.xml"/><Relationship Id="rId169" Type="http://schemas.openxmlformats.org/officeDocument/2006/relationships/slide" Target="slides/slide131.xml"/><Relationship Id="rId170" Type="http://schemas.openxmlformats.org/officeDocument/2006/relationships/slide" Target="slides/slide132.xml"/><Relationship Id="rId171" Type="http://schemas.openxmlformats.org/officeDocument/2006/relationships/slide" Target="slides/slide133.xml"/><Relationship Id="rId172" Type="http://schemas.openxmlformats.org/officeDocument/2006/relationships/slide" Target="slides/slide134.xml"/><Relationship Id="rId173" Type="http://schemas.openxmlformats.org/officeDocument/2006/relationships/slide" Target="slides/slide135.xml"/><Relationship Id="rId174" Type="http://schemas.openxmlformats.org/officeDocument/2006/relationships/slide" Target="slides/slide136.xml"/><Relationship Id="rId175" Type="http://schemas.openxmlformats.org/officeDocument/2006/relationships/slide" Target="slides/slide137.xml"/><Relationship Id="rId176" Type="http://schemas.openxmlformats.org/officeDocument/2006/relationships/slide" Target="slides/slide138.xml"/><Relationship Id="rId177" Type="http://schemas.openxmlformats.org/officeDocument/2006/relationships/slide" Target="slides/slide139.xml"/><Relationship Id="rId178" Type="http://schemas.openxmlformats.org/officeDocument/2006/relationships/slide" Target="slides/slide140.xml"/><Relationship Id="rId179" Type="http://schemas.openxmlformats.org/officeDocument/2006/relationships/slide" Target="slides/slide141.xml"/><Relationship Id="rId180" Type="http://schemas.openxmlformats.org/officeDocument/2006/relationships/slide" Target="slides/slide142.xml"/><Relationship Id="rId181" Type="http://schemas.openxmlformats.org/officeDocument/2006/relationships/slide" Target="slides/slide143.xml"/><Relationship Id="rId182" Type="http://schemas.openxmlformats.org/officeDocument/2006/relationships/slide" Target="slides/slide144.xml"/><Relationship Id="rId183" Type="http://schemas.openxmlformats.org/officeDocument/2006/relationships/slide" Target="slides/slide145.xml"/><Relationship Id="rId184" Type="http://schemas.openxmlformats.org/officeDocument/2006/relationships/slide" Target="slides/slide146.xml"/><Relationship Id="rId185" Type="http://schemas.openxmlformats.org/officeDocument/2006/relationships/slide" Target="slides/slide147.xml"/><Relationship Id="rId186" Type="http://schemas.openxmlformats.org/officeDocument/2006/relationships/slide" Target="slides/slide148.xml"/><Relationship Id="rId187" Type="http://schemas.openxmlformats.org/officeDocument/2006/relationships/slide" Target="slides/slide149.xml"/><Relationship Id="rId188" Type="http://schemas.openxmlformats.org/officeDocument/2006/relationships/slide" Target="slides/slide150.xml"/><Relationship Id="rId189" Type="http://schemas.openxmlformats.org/officeDocument/2006/relationships/slide" Target="slides/slide151.xml"/><Relationship Id="rId190" Type="http://schemas.openxmlformats.org/officeDocument/2006/relationships/slide" Target="slides/slide152.xml"/><Relationship Id="rId191" Type="http://schemas.openxmlformats.org/officeDocument/2006/relationships/slide" Target="slides/slide153.xml"/><Relationship Id="rId192" Type="http://schemas.openxmlformats.org/officeDocument/2006/relationships/slide" Target="slides/slide154.xml"/><Relationship Id="rId193" Type="http://schemas.openxmlformats.org/officeDocument/2006/relationships/slide" Target="slides/slide155.xml"/><Relationship Id="rId194" Type="http://schemas.openxmlformats.org/officeDocument/2006/relationships/slide" Target="slides/slide156.xml"/><Relationship Id="rId195" Type="http://schemas.openxmlformats.org/officeDocument/2006/relationships/slide" Target="slides/slide157.xml"/><Relationship Id="rId196" Type="http://schemas.openxmlformats.org/officeDocument/2006/relationships/slide" Target="slides/slide158.xml"/><Relationship Id="rId197" Type="http://schemas.openxmlformats.org/officeDocument/2006/relationships/slide" Target="slides/slide159.xml"/><Relationship Id="rId198" Type="http://schemas.openxmlformats.org/officeDocument/2006/relationships/slide" Target="slides/slide160.xml"/><Relationship Id="rId199" Type="http://schemas.openxmlformats.org/officeDocument/2006/relationships/slide" Target="slides/slide161.xml"/><Relationship Id="rId200" Type="http://schemas.openxmlformats.org/officeDocument/2006/relationships/slide" Target="slides/slide162.xml"/><Relationship Id="rId201" Type="http://schemas.openxmlformats.org/officeDocument/2006/relationships/slide" Target="slides/slide163.xml"/><Relationship Id="rId202" Type="http://schemas.openxmlformats.org/officeDocument/2006/relationships/slide" Target="slides/slide164.xml"/><Relationship Id="rId203" Type="http://schemas.openxmlformats.org/officeDocument/2006/relationships/slide" Target="slides/slide16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Alnajjar" userId="6ca1b4ea-ecd5-4166-ba5b-a53dfed048f8" providerId="ADAL" clId="{EB5C9BC5-7F73-46D6-92A5-B5F6FCB0EE90}"/>
    <pc:docChg chg="undo redo custSel addSld delSld modSld sldOrd modSection">
      <pc:chgData name="Mohammad Alnajjar" userId="6ca1b4ea-ecd5-4166-ba5b-a53dfed048f8" providerId="ADAL" clId="{EB5C9BC5-7F73-46D6-92A5-B5F6FCB0EE90}" dt="2026-06-08T16:24:32.044" v="824"/>
      <pc:docMkLst>
        <pc:docMk/>
      </pc:docMkLst>
      <pc:sldChg chg="addSp delSp modSp mod">
        <pc:chgData name="Mohammad Alnajjar" userId="6ca1b4ea-ecd5-4166-ba5b-a53dfed048f8" providerId="ADAL" clId="{EB5C9BC5-7F73-46D6-92A5-B5F6FCB0EE90}" dt="2026-06-08T16:24:31.573" v="820"/>
        <pc:sldMkLst>
          <pc:docMk/>
          <pc:sldMk cId="1641845606" sldId="2147480573"/>
        </pc:sldMkLst>
        <pc:graphicFrameChg chg="mod">
          <ac:chgData name="Mohammad Alnajjar" userId="6ca1b4ea-ecd5-4166-ba5b-a53dfed048f8" providerId="ADAL" clId="{EB5C9BC5-7F73-46D6-92A5-B5F6FCB0EE90}" dt="2026-06-08T16:24:31.573" v="820"/>
          <ac:graphicFrameMkLst>
            <pc:docMk/>
            <pc:sldMk cId="1641845606" sldId="2147480573"/>
            <ac:graphicFrameMk id="2" creationId="{ED2A7627-1B7B-4CDE-94D8-96FF8418F516}"/>
          </ac:graphicFrameMkLst>
        </pc:graphicFrameChg>
      </pc:sldChg>
      <pc:sldChg chg="modSp mod">
        <pc:chgData name="Mohammad Alnajjar" userId="6ca1b4ea-ecd5-4166-ba5b-a53dfed048f8" providerId="ADAL" clId="{EB5C9BC5-7F73-46D6-92A5-B5F6FCB0EE90}" dt="2026-06-08T16:24:30.679" v="812"/>
        <pc:sldMkLst>
          <pc:docMk/>
          <pc:sldMk cId="3342552408" sldId="2147481482"/>
        </pc:sldMkLst>
        <pc:graphicFrameChg chg="mod">
          <ac:chgData name="Mohammad Alnajjar" userId="6ca1b4ea-ecd5-4166-ba5b-a53dfed048f8" providerId="ADAL" clId="{EB5C9BC5-7F73-46D6-92A5-B5F6FCB0EE90}" dt="2026-06-08T16:24:30.679" v="812"/>
          <ac:graphicFrameMkLst>
            <pc:docMk/>
            <pc:sldMk cId="3342552408" sldId="2147481482"/>
            <ac:graphicFrameMk id="43" creationId="{6B12004A-D82F-0963-2656-D59E4267135A}"/>
          </ac:graphicFrameMkLst>
        </pc:graphicFrameChg>
      </pc:sldChg>
      <pc:sldChg chg="addSp delSp modSp add del mod ord">
        <pc:chgData name="Mohammad Alnajjar" userId="6ca1b4ea-ecd5-4166-ba5b-a53dfed048f8" providerId="ADAL" clId="{EB5C9BC5-7F73-46D6-92A5-B5F6FCB0EE90}" dt="2026-06-08T16:24:31.448" v="818"/>
        <pc:sldMkLst>
          <pc:docMk/>
          <pc:sldMk cId="2291582679" sldId="2147481766"/>
        </pc:sldMkLst>
        <pc:graphicFrameChg chg="mod">
          <ac:chgData name="Mohammad Alnajjar" userId="6ca1b4ea-ecd5-4166-ba5b-a53dfed048f8" providerId="ADAL" clId="{EB5C9BC5-7F73-46D6-92A5-B5F6FCB0EE90}" dt="2026-06-08T16:24:31.448" v="818"/>
          <ac:graphicFrameMkLst>
            <pc:docMk/>
            <pc:sldMk cId="2291582679" sldId="2147481766"/>
            <ac:graphicFrameMk id="43" creationId="{11C5DEB8-5558-31FF-95B9-859BB2E8E4ED}"/>
          </ac:graphicFrameMkLst>
        </pc:graphicFrameChg>
      </pc:sldChg>
      <pc:sldChg chg="modSp mod">
        <pc:chgData name="Mohammad Alnajjar" userId="6ca1b4ea-ecd5-4166-ba5b-a53dfed048f8" providerId="ADAL" clId="{EB5C9BC5-7F73-46D6-92A5-B5F6FCB0EE90}" dt="2026-06-08T16:24:32.044" v="824"/>
        <pc:sldMkLst>
          <pc:docMk/>
          <pc:sldMk cId="2164831924" sldId="2147481833"/>
        </pc:sldMkLst>
        <pc:graphicFrameChg chg="mod">
          <ac:chgData name="Mohammad Alnajjar" userId="6ca1b4ea-ecd5-4166-ba5b-a53dfed048f8" providerId="ADAL" clId="{EB5C9BC5-7F73-46D6-92A5-B5F6FCB0EE90}" dt="2026-06-08T16:24:32.044" v="824"/>
          <ac:graphicFrameMkLst>
            <pc:docMk/>
            <pc:sldMk cId="2164831924" sldId="2147481833"/>
            <ac:graphicFrameMk id="43" creationId="{3AFCF6DD-53B2-8447-85B6-13FB059E4054}"/>
          </ac:graphicFrameMkLst>
        </pc:graphicFrameChg>
      </pc:sldChg>
      <pc:sldChg chg="addSp delSp modSp mod">
        <pc:chgData name="Mohammad Alnajjar" userId="6ca1b4ea-ecd5-4166-ba5b-a53dfed048f8" providerId="ADAL" clId="{EB5C9BC5-7F73-46D6-92A5-B5F6FCB0EE90}" dt="2026-06-08T16:24:30.270" v="810"/>
        <pc:sldMkLst>
          <pc:docMk/>
          <pc:sldMk cId="1582988302" sldId="2147481834"/>
        </pc:sldMkLst>
        <pc:graphicFrameChg chg="mod">
          <ac:chgData name="Mohammad Alnajjar" userId="6ca1b4ea-ecd5-4166-ba5b-a53dfed048f8" providerId="ADAL" clId="{EB5C9BC5-7F73-46D6-92A5-B5F6FCB0EE90}" dt="2026-06-08T16:24:30.270" v="810"/>
          <ac:graphicFrameMkLst>
            <pc:docMk/>
            <pc:sldMk cId="1582988302" sldId="2147481834"/>
            <ac:graphicFrameMk id="43" creationId="{FA739543-2A53-700D-83DA-146673674699}"/>
          </ac:graphicFrameMkLst>
        </pc:graphicFrameChg>
      </pc:sldChg>
      <pc:sldChg chg="addSp delSp modSp mod">
        <pc:chgData name="Mohammad Alnajjar" userId="6ca1b4ea-ecd5-4166-ba5b-a53dfed048f8" providerId="ADAL" clId="{EB5C9BC5-7F73-46D6-92A5-B5F6FCB0EE90}" dt="2026-06-08T16:24:31.714" v="822"/>
        <pc:sldMkLst>
          <pc:docMk/>
          <pc:sldMk cId="3015682850" sldId="2147481842"/>
        </pc:sldMkLst>
        <pc:spChg chg="add mod">
          <ac:chgData name="Mohammad Alnajjar" userId="6ca1b4ea-ecd5-4166-ba5b-a53dfed048f8" providerId="ADAL" clId="{EB5C9BC5-7F73-46D6-92A5-B5F6FCB0EE90}" dt="2026-06-08T16:24:18.705" v="808"/>
          <ac:spMkLst>
            <pc:docMk/>
            <pc:sldMk cId="3015682850" sldId="2147481842"/>
            <ac:spMk id="4" creationId="{AA07C307-786E-EC79-6C45-ED9C4488F73A}"/>
          </ac:spMkLst>
        </pc:spChg>
        <pc:spChg chg="add del">
          <ac:chgData name="Mohammad Alnajjar" userId="6ca1b4ea-ecd5-4166-ba5b-a53dfed048f8" providerId="ADAL" clId="{EB5C9BC5-7F73-46D6-92A5-B5F6FCB0EE90}" dt="2026-06-08T16:24:04.707" v="791" actId="21"/>
          <ac:spMkLst>
            <pc:docMk/>
            <pc:sldMk cId="3015682850" sldId="2147481842"/>
            <ac:spMk id="142" creationId="{AA07C307-786E-EC79-6C45-ED9C4488F73A}"/>
          </ac:spMkLst>
        </pc:spChg>
        <pc:graphicFrameChg chg="mod">
          <ac:chgData name="Mohammad Alnajjar" userId="6ca1b4ea-ecd5-4166-ba5b-a53dfed048f8" providerId="ADAL" clId="{EB5C9BC5-7F73-46D6-92A5-B5F6FCB0EE90}" dt="2026-06-08T16:24:31.714" v="822"/>
          <ac:graphicFrameMkLst>
            <pc:docMk/>
            <pc:sldMk cId="3015682850" sldId="2147481842"/>
            <ac:graphicFrameMk id="43" creationId="{E7BD8FA7-6426-8035-2E94-ABFF52215E39}"/>
          </ac:graphicFrameMkLst>
        </pc:graphicFrameChg>
      </pc:sldChg>
      <pc:sldChg chg="modSp mod">
        <pc:chgData name="Mohammad Alnajjar" userId="6ca1b4ea-ecd5-4166-ba5b-a53dfed048f8" providerId="ADAL" clId="{EB5C9BC5-7F73-46D6-92A5-B5F6FCB0EE90}" dt="2026-06-08T16:24:31.244" v="814"/>
        <pc:sldMkLst>
          <pc:docMk/>
          <pc:sldMk cId="386736076" sldId="2147481856"/>
        </pc:sldMkLst>
        <pc:graphicFrameChg chg="mod">
          <ac:chgData name="Mohammad Alnajjar" userId="6ca1b4ea-ecd5-4166-ba5b-a53dfed048f8" providerId="ADAL" clId="{EB5C9BC5-7F73-46D6-92A5-B5F6FCB0EE90}" dt="2026-06-08T16:24:31.244" v="814"/>
          <ac:graphicFrameMkLst>
            <pc:docMk/>
            <pc:sldMk cId="386736076" sldId="2147481856"/>
            <ac:graphicFrameMk id="43" creationId="{9258D0FC-7D07-FCE0-F712-85339606BADC}"/>
          </ac:graphicFrameMkLst>
        </pc:graphicFrameChg>
      </pc:sldChg>
      <pc:sldChg chg="modSp mod">
        <pc:chgData name="Mohammad Alnajjar" userId="6ca1b4ea-ecd5-4166-ba5b-a53dfed048f8" providerId="ADAL" clId="{EB5C9BC5-7F73-46D6-92A5-B5F6FCB0EE90}" dt="2026-06-08T16:24:31.306" v="816"/>
        <pc:sldMkLst>
          <pc:docMk/>
          <pc:sldMk cId="179221499" sldId="2147481857"/>
        </pc:sldMkLst>
        <pc:graphicFrameChg chg="mod">
          <ac:chgData name="Mohammad Alnajjar" userId="6ca1b4ea-ecd5-4166-ba5b-a53dfed048f8" providerId="ADAL" clId="{EB5C9BC5-7F73-46D6-92A5-B5F6FCB0EE90}" dt="2026-06-08T16:24:31.306" v="816"/>
          <ac:graphicFrameMkLst>
            <pc:docMk/>
            <pc:sldMk cId="179221499" sldId="2147481857"/>
            <ac:graphicFrameMk id="43" creationId="{AD607703-C2A3-A76F-3177-5B41BB33F280}"/>
          </ac:graphicFrameMkLst>
        </pc:graphicFrameChg>
      </pc:sldChg>
      <pc:sldChg chg="modSp mod">
        <pc:chgData name="Mohammad Alnajjar" userId="6ca1b4ea-ecd5-4166-ba5b-a53dfed048f8" providerId="ADAL" clId="{EB5C9BC5-7F73-46D6-92A5-B5F6FCB0EE90}" dt="2026-05-21T10:00:14.682" v="603" actId="20577"/>
        <pc:sldMkLst>
          <pc:docMk/>
          <pc:sldMk cId="1230966605" sldId="2147481858"/>
        </pc:sldMkLst>
        <pc:spChg chg="mod">
          <ac:chgData name="Mohammad Alnajjar" userId="6ca1b4ea-ecd5-4166-ba5b-a53dfed048f8" providerId="ADAL" clId="{EB5C9BC5-7F73-46D6-92A5-B5F6FCB0EE90}" dt="2026-05-21T10:00:14.682" v="603" actId="20577"/>
          <ac:spMkLst>
            <pc:docMk/>
            <pc:sldMk cId="1230966605" sldId="2147481858"/>
            <ac:spMk id="41" creationId="{53E4C2A3-FAFD-430A-EE1B-10C2BB8DEC8A}"/>
          </ac:spMkLst>
        </pc:spChg>
      </pc:sldChg>
      <pc:sldChg chg="modSp">
        <pc:chgData name="Mohammad Alnajjar" userId="6ca1b4ea-ecd5-4166-ba5b-a53dfed048f8" providerId="ADAL" clId="{EB5C9BC5-7F73-46D6-92A5-B5F6FCB0EE90}" dt="2026-05-21T10:00:08.608" v="594"/>
        <pc:sldMkLst>
          <pc:docMk/>
          <pc:sldMk cId="2650073375" sldId="2147481859"/>
        </pc:sldMkLst>
        <pc:spChg chg="mod">
          <ac:chgData name="Mohammad Alnajjar" userId="6ca1b4ea-ecd5-4166-ba5b-a53dfed048f8" providerId="ADAL" clId="{EB5C9BC5-7F73-46D6-92A5-B5F6FCB0EE90}" dt="2026-05-21T10:00:08.608" v="594"/>
          <ac:spMkLst>
            <pc:docMk/>
            <pc:sldMk cId="2650073375" sldId="2147481859"/>
            <ac:spMk id="177" creationId="{75A0E5EB-E596-EA06-741A-F03BE089F2A5}"/>
          </ac:spMkLst>
        </pc:spChg>
      </pc:sldChg>
      <pc:sldChg chg="modSp mod">
        <pc:chgData name="Mohammad Alnajjar" userId="6ca1b4ea-ecd5-4166-ba5b-a53dfed048f8" providerId="ADAL" clId="{EB5C9BC5-7F73-46D6-92A5-B5F6FCB0EE90}" dt="2026-05-21T10:00:29.914" v="615" actId="20577"/>
        <pc:sldMkLst>
          <pc:docMk/>
          <pc:sldMk cId="3398538070" sldId="2147481860"/>
        </pc:sldMkLst>
        <pc:spChg chg="mod">
          <ac:chgData name="Mohammad Alnajjar" userId="6ca1b4ea-ecd5-4166-ba5b-a53dfed048f8" providerId="ADAL" clId="{EB5C9BC5-7F73-46D6-92A5-B5F6FCB0EE90}" dt="2026-05-21T10:00:29.914" v="615" actId="20577"/>
          <ac:spMkLst>
            <pc:docMk/>
            <pc:sldMk cId="3398538070" sldId="2147481860"/>
            <ac:spMk id="177" creationId="{4A1BEB1A-E59C-6B00-5565-7173C99D1E6D}"/>
          </ac:spMkLst>
        </pc:spChg>
      </pc:sldChg>
      <pc:sldChg chg="modSp mod">
        <pc:chgData name="Mohammad Alnajjar" userId="6ca1b4ea-ecd5-4166-ba5b-a53dfed048f8" providerId="ADAL" clId="{EB5C9BC5-7F73-46D6-92A5-B5F6FCB0EE90}" dt="2026-05-31T11:20:18.810" v="789" actId="20577"/>
        <pc:sldMkLst>
          <pc:docMk/>
          <pc:sldMk cId="2693151201" sldId="2147481863"/>
        </pc:sldMkLst>
        <pc:spChg chg="mod">
          <ac:chgData name="Mohammad Alnajjar" userId="6ca1b4ea-ecd5-4166-ba5b-a53dfed048f8" providerId="ADAL" clId="{EB5C9BC5-7F73-46D6-92A5-B5F6FCB0EE90}" dt="2026-05-31T11:19:35.501" v="774" actId="20577"/>
          <ac:spMkLst>
            <pc:docMk/>
            <pc:sldMk cId="2693151201" sldId="2147481863"/>
            <ac:spMk id="239" creationId="{606D361D-1A80-C257-AB4F-D6CBE2847197}"/>
          </ac:spMkLst>
        </pc:spChg>
        <pc:spChg chg="mod">
          <ac:chgData name="Mohammad Alnajjar" userId="6ca1b4ea-ecd5-4166-ba5b-a53dfed048f8" providerId="ADAL" clId="{EB5C9BC5-7F73-46D6-92A5-B5F6FCB0EE90}" dt="2026-05-31T11:20:18.810" v="789" actId="20577"/>
          <ac:spMkLst>
            <pc:docMk/>
            <pc:sldMk cId="2693151201" sldId="2147481863"/>
            <ac:spMk id="240" creationId="{73A01EB7-055F-8694-CA64-BB3D59796239}"/>
          </ac:spMkLst>
        </pc:spChg>
      </pc:sldChg>
      <pc:sldChg chg="modSp mod">
        <pc:chgData name="Mohammad Alnajjar" userId="6ca1b4ea-ecd5-4166-ba5b-a53dfed048f8" providerId="ADAL" clId="{EB5C9BC5-7F73-46D6-92A5-B5F6FCB0EE90}" dt="2026-05-21T10:06:05.850" v="643" actId="20577"/>
        <pc:sldMkLst>
          <pc:docMk/>
          <pc:sldMk cId="1916380775" sldId="2147481865"/>
        </pc:sldMkLst>
        <pc:spChg chg="mod">
          <ac:chgData name="Mohammad Alnajjar" userId="6ca1b4ea-ecd5-4166-ba5b-a53dfed048f8" providerId="ADAL" clId="{EB5C9BC5-7F73-46D6-92A5-B5F6FCB0EE90}" dt="2026-05-21T10:06:05.850" v="643" actId="20577"/>
          <ac:spMkLst>
            <pc:docMk/>
            <pc:sldMk cId="1916380775" sldId="2147481865"/>
            <ac:spMk id="31" creationId="{5259C453-D95A-0062-79E9-90A70943FD6D}"/>
          </ac:spMkLst>
        </pc:spChg>
      </pc:sldChg>
      <pc:sldChg chg="modSp mod">
        <pc:chgData name="Mohammad Alnajjar" userId="6ca1b4ea-ecd5-4166-ba5b-a53dfed048f8" providerId="ADAL" clId="{EB5C9BC5-7F73-46D6-92A5-B5F6FCB0EE90}" dt="2026-05-21T10:02:25.998" v="625" actId="5793"/>
        <pc:sldMkLst>
          <pc:docMk/>
          <pc:sldMk cId="4173316939" sldId="2147481882"/>
        </pc:sldMkLst>
        <pc:spChg chg="mod">
          <ac:chgData name="Mohammad Alnajjar" userId="6ca1b4ea-ecd5-4166-ba5b-a53dfed048f8" providerId="ADAL" clId="{EB5C9BC5-7F73-46D6-92A5-B5F6FCB0EE90}" dt="2026-05-21T10:02:25.998" v="625" actId="5793"/>
          <ac:spMkLst>
            <pc:docMk/>
            <pc:sldMk cId="4173316939" sldId="2147481882"/>
            <ac:spMk id="17" creationId="{E5442C17-30FC-15A5-3CFD-EBFA6C881F07}"/>
          </ac:spMkLst>
        </pc:spChg>
      </pc:sldChg>
      <pc:sldChg chg="modSp mod">
        <pc:chgData name="Mohammad Alnajjar" userId="6ca1b4ea-ecd5-4166-ba5b-a53dfed048f8" providerId="ADAL" clId="{EB5C9BC5-7F73-46D6-92A5-B5F6FCB0EE90}" dt="2026-05-21T10:02:53.472" v="630"/>
        <pc:sldMkLst>
          <pc:docMk/>
          <pc:sldMk cId="2753895251" sldId="2147481888"/>
        </pc:sldMkLst>
        <pc:spChg chg="mod">
          <ac:chgData name="Mohammad Alnajjar" userId="6ca1b4ea-ecd5-4166-ba5b-a53dfed048f8" providerId="ADAL" clId="{EB5C9BC5-7F73-46D6-92A5-B5F6FCB0EE90}" dt="2026-05-21T10:02:53.472" v="630"/>
          <ac:spMkLst>
            <pc:docMk/>
            <pc:sldMk cId="2753895251" sldId="2147481888"/>
            <ac:spMk id="21" creationId="{3FED3E61-4A8D-4D01-41DF-36F35390998B}"/>
          </ac:spMkLst>
        </pc:spChg>
      </pc:sldChg>
      <pc:sldChg chg="addSp delSp modSp mod">
        <pc:chgData name="Mohammad Alnajjar" userId="6ca1b4ea-ecd5-4166-ba5b-a53dfed048f8" providerId="ADAL" clId="{EB5C9BC5-7F73-46D6-92A5-B5F6FCB0EE90}" dt="2026-05-31T11:18:25.236" v="768" actId="14100"/>
        <pc:sldMkLst>
          <pc:docMk/>
          <pc:sldMk cId="4233047814" sldId="2147481902"/>
        </pc:sldMkLst>
        <pc:spChg chg="mod">
          <ac:chgData name="Mohammad Alnajjar" userId="6ca1b4ea-ecd5-4166-ba5b-a53dfed048f8" providerId="ADAL" clId="{EB5C9BC5-7F73-46D6-92A5-B5F6FCB0EE90}" dt="2026-05-31T11:15:46.991" v="648" actId="20577"/>
          <ac:spMkLst>
            <pc:docMk/>
            <pc:sldMk cId="4233047814" sldId="2147481902"/>
            <ac:spMk id="17" creationId="{A755A23E-3C78-435F-8EE7-040DE5686C3F}"/>
          </ac:spMkLst>
        </pc:spChg>
        <pc:spChg chg="mod">
          <ac:chgData name="Mohammad Alnajjar" userId="6ca1b4ea-ecd5-4166-ba5b-a53dfed048f8" providerId="ADAL" clId="{EB5C9BC5-7F73-46D6-92A5-B5F6FCB0EE90}" dt="2026-05-31T11:17:27.764" v="746" actId="164"/>
          <ac:spMkLst>
            <pc:docMk/>
            <pc:sldMk cId="4233047814" sldId="2147481902"/>
            <ac:spMk id="18" creationId="{12B3A331-7E79-FB98-AC27-42A7D2D3ACD6}"/>
          </ac:spMkLst>
        </pc:spChg>
        <pc:spChg chg="mod">
          <ac:chgData name="Mohammad Alnajjar" userId="6ca1b4ea-ecd5-4166-ba5b-a53dfed048f8" providerId="ADAL" clId="{EB5C9BC5-7F73-46D6-92A5-B5F6FCB0EE90}" dt="2026-05-31T11:17:27.764" v="746" actId="164"/>
          <ac:spMkLst>
            <pc:docMk/>
            <pc:sldMk cId="4233047814" sldId="2147481902"/>
            <ac:spMk id="19" creationId="{D0D956A7-872C-CE65-CE09-C23D803880D4}"/>
          </ac:spMkLst>
        </pc:spChg>
        <pc:spChg chg="mod topLvl">
          <ac:chgData name="Mohammad Alnajjar" userId="6ca1b4ea-ecd5-4166-ba5b-a53dfed048f8" providerId="ADAL" clId="{EB5C9BC5-7F73-46D6-92A5-B5F6FCB0EE90}" dt="2026-05-31T11:17:55.143" v="756" actId="165"/>
          <ac:spMkLst>
            <pc:docMk/>
            <pc:sldMk cId="4233047814" sldId="2147481902"/>
            <ac:spMk id="20" creationId="{4F885C96-CF9C-3E2C-71CB-BF76092E1521}"/>
          </ac:spMkLst>
        </pc:spChg>
        <pc:spChg chg="mod">
          <ac:chgData name="Mohammad Alnajjar" userId="6ca1b4ea-ecd5-4166-ba5b-a53dfed048f8" providerId="ADAL" clId="{EB5C9BC5-7F73-46D6-92A5-B5F6FCB0EE90}" dt="2026-05-31T11:17:27.764" v="746" actId="164"/>
          <ac:spMkLst>
            <pc:docMk/>
            <pc:sldMk cId="4233047814" sldId="2147481902"/>
            <ac:spMk id="21" creationId="{7B89C16D-EC5C-E1F8-F8EC-54A7733D400E}"/>
          </ac:spMkLst>
        </pc:spChg>
        <pc:spChg chg="mod topLvl">
          <ac:chgData name="Mohammad Alnajjar" userId="6ca1b4ea-ecd5-4166-ba5b-a53dfed048f8" providerId="ADAL" clId="{EB5C9BC5-7F73-46D6-92A5-B5F6FCB0EE90}" dt="2026-05-31T11:17:55.143" v="756" actId="165"/>
          <ac:spMkLst>
            <pc:docMk/>
            <pc:sldMk cId="4233047814" sldId="2147481902"/>
            <ac:spMk id="23" creationId="{E51CE6CA-49C3-777A-BFE4-392B80176164}"/>
          </ac:spMkLst>
        </pc:spChg>
        <pc:spChg chg="mod topLvl">
          <ac:chgData name="Mohammad Alnajjar" userId="6ca1b4ea-ecd5-4166-ba5b-a53dfed048f8" providerId="ADAL" clId="{EB5C9BC5-7F73-46D6-92A5-B5F6FCB0EE90}" dt="2026-05-31T11:17:55.143" v="756" actId="165"/>
          <ac:spMkLst>
            <pc:docMk/>
            <pc:sldMk cId="4233047814" sldId="2147481902"/>
            <ac:spMk id="24" creationId="{813D722F-610B-9C68-4E6A-37C6FE03B0C0}"/>
          </ac:spMkLst>
        </pc:spChg>
        <pc:spChg chg="mod">
          <ac:chgData name="Mohammad Alnajjar" userId="6ca1b4ea-ecd5-4166-ba5b-a53dfed048f8" providerId="ADAL" clId="{EB5C9BC5-7F73-46D6-92A5-B5F6FCB0EE90}" dt="2026-05-31T11:17:27.764" v="746" actId="164"/>
          <ac:spMkLst>
            <pc:docMk/>
            <pc:sldMk cId="4233047814" sldId="2147481902"/>
            <ac:spMk id="38" creationId="{FD8794AE-ED0A-74E9-6BBB-E2B4DFC34AA3}"/>
          </ac:spMkLst>
        </pc:spChg>
        <pc:spChg chg="mod">
          <ac:chgData name="Mohammad Alnajjar" userId="6ca1b4ea-ecd5-4166-ba5b-a53dfed048f8" providerId="ADAL" clId="{EB5C9BC5-7F73-46D6-92A5-B5F6FCB0EE90}" dt="2026-05-31T11:18:13.428" v="761" actId="20577"/>
          <ac:spMkLst>
            <pc:docMk/>
            <pc:sldMk cId="4233047814" sldId="2147481902"/>
            <ac:spMk id="39" creationId="{CBF13709-A6AE-8F36-CEC8-E28FA6A88AB1}"/>
          </ac:spMkLst>
        </pc:spChg>
        <pc:spChg chg="mod">
          <ac:chgData name="Mohammad Alnajjar" userId="6ca1b4ea-ecd5-4166-ba5b-a53dfed048f8" providerId="ADAL" clId="{EB5C9BC5-7F73-46D6-92A5-B5F6FCB0EE90}" dt="2026-05-31T11:18:25.236" v="768" actId="14100"/>
          <ac:spMkLst>
            <pc:docMk/>
            <pc:sldMk cId="4233047814" sldId="2147481902"/>
            <ac:spMk id="41" creationId="{D0B64D23-4910-2CF8-1FF4-C93BF5B10854}"/>
          </ac:spMkLst>
        </pc:spChg>
        <pc:spChg chg="mod topLvl">
          <ac:chgData name="Mohammad Alnajjar" userId="6ca1b4ea-ecd5-4166-ba5b-a53dfed048f8" providerId="ADAL" clId="{EB5C9BC5-7F73-46D6-92A5-B5F6FCB0EE90}" dt="2026-05-31T11:17:55.143" v="756" actId="165"/>
          <ac:spMkLst>
            <pc:docMk/>
            <pc:sldMk cId="4233047814" sldId="2147481902"/>
            <ac:spMk id="42" creationId="{D045F4B6-DC30-994E-2918-7380A1219D91}"/>
          </ac:spMkLst>
        </pc:spChg>
        <pc:spChg chg="mod">
          <ac:chgData name="Mohammad Alnajjar" userId="6ca1b4ea-ecd5-4166-ba5b-a53dfed048f8" providerId="ADAL" clId="{EB5C9BC5-7F73-46D6-92A5-B5F6FCB0EE90}" dt="2026-05-31T11:17:27.764" v="746" actId="164"/>
          <ac:spMkLst>
            <pc:docMk/>
            <pc:sldMk cId="4233047814" sldId="2147481902"/>
            <ac:spMk id="44" creationId="{E822157C-1017-1C25-B608-D6AD890A15C0}"/>
          </ac:spMkLst>
        </pc:spChg>
        <pc:spChg chg="mod topLvl">
          <ac:chgData name="Mohammad Alnajjar" userId="6ca1b4ea-ecd5-4166-ba5b-a53dfed048f8" providerId="ADAL" clId="{EB5C9BC5-7F73-46D6-92A5-B5F6FCB0EE90}" dt="2026-05-31T11:17:55.143" v="756" actId="165"/>
          <ac:spMkLst>
            <pc:docMk/>
            <pc:sldMk cId="4233047814" sldId="2147481902"/>
            <ac:spMk id="45" creationId="{2E941CB8-CCBA-64BA-6A98-6022D0458F07}"/>
          </ac:spMkLst>
        </pc:spChg>
        <pc:spChg chg="mod topLvl">
          <ac:chgData name="Mohammad Alnajjar" userId="6ca1b4ea-ecd5-4166-ba5b-a53dfed048f8" providerId="ADAL" clId="{EB5C9BC5-7F73-46D6-92A5-B5F6FCB0EE90}" dt="2026-05-31T11:17:55.143" v="756" actId="165"/>
          <ac:spMkLst>
            <pc:docMk/>
            <pc:sldMk cId="4233047814" sldId="2147481902"/>
            <ac:spMk id="47" creationId="{271F1AB0-1641-AB9B-3120-E46736BA68E1}"/>
          </ac:spMkLst>
        </pc:spChg>
        <pc:spChg chg="mod">
          <ac:chgData name="Mohammad Alnajjar" userId="6ca1b4ea-ecd5-4166-ba5b-a53dfed048f8" providerId="ADAL" clId="{EB5C9BC5-7F73-46D6-92A5-B5F6FCB0EE90}" dt="2026-05-31T11:17:02.724" v="735"/>
          <ac:spMkLst>
            <pc:docMk/>
            <pc:sldMk cId="4233047814" sldId="2147481902"/>
            <ac:spMk id="51" creationId="{22CDDE4A-F21E-2DFB-E424-31134D19136F}"/>
          </ac:spMkLst>
        </pc:spChg>
        <pc:spChg chg="mod">
          <ac:chgData name="Mohammad Alnajjar" userId="6ca1b4ea-ecd5-4166-ba5b-a53dfed048f8" providerId="ADAL" clId="{EB5C9BC5-7F73-46D6-92A5-B5F6FCB0EE90}" dt="2026-05-31T11:17:27.764" v="746" actId="164"/>
          <ac:spMkLst>
            <pc:docMk/>
            <pc:sldMk cId="4233047814" sldId="2147481902"/>
            <ac:spMk id="52" creationId="{11E6152B-A851-71BB-9DA5-C30BBD3AF77E}"/>
          </ac:spMkLst>
        </pc:spChg>
        <pc:spChg chg="mod topLvl">
          <ac:chgData name="Mohammad Alnajjar" userId="6ca1b4ea-ecd5-4166-ba5b-a53dfed048f8" providerId="ADAL" clId="{EB5C9BC5-7F73-46D6-92A5-B5F6FCB0EE90}" dt="2026-05-31T11:17:55.143" v="756" actId="165"/>
          <ac:spMkLst>
            <pc:docMk/>
            <pc:sldMk cId="4233047814" sldId="2147481902"/>
            <ac:spMk id="54" creationId="{8E574544-7B0E-F748-8CCC-C223B2960CF0}"/>
          </ac:spMkLst>
        </pc:spChg>
        <pc:spChg chg="mod topLvl">
          <ac:chgData name="Mohammad Alnajjar" userId="6ca1b4ea-ecd5-4166-ba5b-a53dfed048f8" providerId="ADAL" clId="{EB5C9BC5-7F73-46D6-92A5-B5F6FCB0EE90}" dt="2026-05-31T11:17:55.143" v="756" actId="165"/>
          <ac:spMkLst>
            <pc:docMk/>
            <pc:sldMk cId="4233047814" sldId="2147481902"/>
            <ac:spMk id="55" creationId="{5900597C-9985-27C4-5BA1-795EDCF898BB}"/>
          </ac:spMkLst>
        </pc:spChg>
        <pc:spChg chg="mod topLvl">
          <ac:chgData name="Mohammad Alnajjar" userId="6ca1b4ea-ecd5-4166-ba5b-a53dfed048f8" providerId="ADAL" clId="{EB5C9BC5-7F73-46D6-92A5-B5F6FCB0EE90}" dt="2026-05-31T11:17:55.143" v="756" actId="165"/>
          <ac:spMkLst>
            <pc:docMk/>
            <pc:sldMk cId="4233047814" sldId="2147481902"/>
            <ac:spMk id="57" creationId="{77646785-EBEB-7391-6DCA-A0DCA6E1A8A6}"/>
          </ac:spMkLst>
        </pc:spChg>
        <pc:spChg chg="mod topLvl">
          <ac:chgData name="Mohammad Alnajjar" userId="6ca1b4ea-ecd5-4166-ba5b-a53dfed048f8" providerId="ADAL" clId="{EB5C9BC5-7F73-46D6-92A5-B5F6FCB0EE90}" dt="2026-05-31T11:17:55.143" v="756" actId="165"/>
          <ac:spMkLst>
            <pc:docMk/>
            <pc:sldMk cId="4233047814" sldId="2147481902"/>
            <ac:spMk id="58" creationId="{0D8EAD47-BB89-648B-03BF-5B4134DF806C}"/>
          </ac:spMkLst>
        </pc:spChg>
      </pc:sldChg>
      <pc:sldChg chg="modSp mod">
        <pc:chgData name="Mohammad Alnajjar" userId="6ca1b4ea-ecd5-4166-ba5b-a53dfed048f8" providerId="ADAL" clId="{EB5C9BC5-7F73-46D6-92A5-B5F6FCB0EE90}" dt="2026-05-21T10:03:07.424" v="639" actId="20577"/>
        <pc:sldMkLst>
          <pc:docMk/>
          <pc:sldMk cId="3722093826" sldId="2147481914"/>
        </pc:sldMkLst>
        <pc:spChg chg="mod">
          <ac:chgData name="Mohammad Alnajjar" userId="6ca1b4ea-ecd5-4166-ba5b-a53dfed048f8" providerId="ADAL" clId="{EB5C9BC5-7F73-46D6-92A5-B5F6FCB0EE90}" dt="2026-05-21T10:03:07.424" v="639" actId="20577"/>
          <ac:spMkLst>
            <pc:docMk/>
            <pc:sldMk cId="3722093826" sldId="2147481914"/>
            <ac:spMk id="21" creationId="{62B0DC05-92F1-1FD5-BBA6-CF4F9A2E38AC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/>
            </a:lvl1pPr>
          </a:lstStyle>
          <a:p>
            <a:fld id="{2423AE17-40C8-4B89-8193-3F16A23F512C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/>
            </a:lvl1pPr>
          </a:lstStyle>
          <a:p>
            <a:fld id="{0B53995E-9A99-410E-A235-18BDECD072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528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2.emf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5.emf"/><Relationship Id="rId5" Type="http://schemas.openxmlformats.org/officeDocument/2006/relationships/image" Target="../media/image6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5.emf"/><Relationship Id="rId5" Type="http://schemas.openxmlformats.org/officeDocument/2006/relationships/image" Target="../media/image6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8.bin"/><Relationship Id="rId5" Type="http://schemas.openxmlformats.org/officeDocument/2006/relationships/image" Target="../media/image7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9.bin"/><Relationship Id="rId4" Type="http://schemas.openxmlformats.org/officeDocument/2006/relationships/image" Target="../media/image5.emf"/><Relationship Id="rId5" Type="http://schemas.openxmlformats.org/officeDocument/2006/relationships/image" Target="../media/image6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10.bin"/><Relationship Id="rId4" Type="http://schemas.openxmlformats.org/officeDocument/2006/relationships/image" Target="../media/image5.emf"/><Relationship Id="rId5" Type="http://schemas.openxmlformats.org/officeDocument/2006/relationships/image" Target="../media/image6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5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13.bin"/><Relationship Id="rId4" Type="http://schemas.openxmlformats.org/officeDocument/2006/relationships/image" Target="../media/image5.emf"/><Relationship Id="rId5" Type="http://schemas.openxmlformats.org/officeDocument/2006/relationships/image" Target="../media/image6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14.bin"/><Relationship Id="rId4" Type="http://schemas.openxmlformats.org/officeDocument/2006/relationships/image" Target="../media/image5.emf"/><Relationship Id="rId5" Type="http://schemas.openxmlformats.org/officeDocument/2006/relationships/image" Target="../media/image6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tags" Target="../tags/tag18.xml"/><Relationship Id="rId3" Type="http://schemas.openxmlformats.org/officeDocument/2006/relationships/slideMaster" Target="../slideMasters/slideMaster3.xml"/><Relationship Id="rId4" Type="http://schemas.openxmlformats.org/officeDocument/2006/relationships/oleObject" Target="../embeddings/oleObject15.bin"/><Relationship Id="rId5" Type="http://schemas.openxmlformats.org/officeDocument/2006/relationships/image" Target="../media/image7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16.bin"/><Relationship Id="rId4" Type="http://schemas.openxmlformats.org/officeDocument/2006/relationships/image" Target="../media/image5.emf"/><Relationship Id="rId5" Type="http://schemas.openxmlformats.org/officeDocument/2006/relationships/image" Target="../media/image6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17.bin"/><Relationship Id="rId4" Type="http://schemas.openxmlformats.org/officeDocument/2006/relationships/image" Target="../media/image5.emf"/><Relationship Id="rId5" Type="http://schemas.openxmlformats.org/officeDocument/2006/relationships/image" Target="../media/image6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18.bin"/><Relationship Id="rId4" Type="http://schemas.openxmlformats.org/officeDocument/2006/relationships/image" Target="../media/image5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42.xml"/><Relationship Id="rId2" Type="http://schemas.openxmlformats.org/officeDocument/2006/relationships/tags" Target="../tags/tag43.xml"/><Relationship Id="rId3" Type="http://schemas.openxmlformats.org/officeDocument/2006/relationships/tags" Target="../tags/tag44.xml"/><Relationship Id="rId4" Type="http://schemas.openxmlformats.org/officeDocument/2006/relationships/tags" Target="../tags/tag45.xml"/><Relationship Id="rId5" Type="http://schemas.openxmlformats.org/officeDocument/2006/relationships/tags" Target="../tags/tag46.xml"/><Relationship Id="rId6" Type="http://schemas.openxmlformats.org/officeDocument/2006/relationships/slideMaster" Target="../slideMasters/slideMaster4.xml"/><Relationship Id="rId7" Type="http://schemas.openxmlformats.org/officeDocument/2006/relationships/oleObject" Target="../embeddings/oleObject20.bin"/><Relationship Id="rId8" Type="http://schemas.openxmlformats.org/officeDocument/2006/relationships/image" Target="../media/image9.emf"/><Relationship Id="rId9" Type="http://schemas.openxmlformats.org/officeDocument/2006/relationships/image" Target="../media/image10.jpeg"/><Relationship Id="rId10" Type="http://schemas.openxmlformats.org/officeDocument/2006/relationships/image" Target="../media/image1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47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Relationship Id="rId6" Type="http://schemas.openxmlformats.org/officeDocument/2006/relationships/tags" Target="../tags/tag52.xml"/><Relationship Id="rId7" Type="http://schemas.openxmlformats.org/officeDocument/2006/relationships/slideMaster" Target="../slideMasters/slideMaster4.xml"/><Relationship Id="rId8" Type="http://schemas.openxmlformats.org/officeDocument/2006/relationships/oleObject" Target="../embeddings/oleObject20.bin"/><Relationship Id="rId9" Type="http://schemas.openxmlformats.org/officeDocument/2006/relationships/image" Target="../media/image8.emf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tags" Target="../tags/tag54.xml"/><Relationship Id="rId3" Type="http://schemas.openxmlformats.org/officeDocument/2006/relationships/tags" Target="../tags/tag55.xml"/><Relationship Id="rId4" Type="http://schemas.openxmlformats.org/officeDocument/2006/relationships/tags" Target="../tags/tag56.xml"/><Relationship Id="rId5" Type="http://schemas.openxmlformats.org/officeDocument/2006/relationships/tags" Target="../tags/tag57.xml"/><Relationship Id="rId6" Type="http://schemas.openxmlformats.org/officeDocument/2006/relationships/tags" Target="../tags/tag58.xml"/><Relationship Id="rId7" Type="http://schemas.openxmlformats.org/officeDocument/2006/relationships/slideMaster" Target="../slideMasters/slideMaster4.xml"/><Relationship Id="rId8" Type="http://schemas.openxmlformats.org/officeDocument/2006/relationships/oleObject" Target="../embeddings/oleObject20.bin"/><Relationship Id="rId9" Type="http://schemas.openxmlformats.org/officeDocument/2006/relationships/image" Target="../media/image8.emf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59.xml"/><Relationship Id="rId2" Type="http://schemas.openxmlformats.org/officeDocument/2006/relationships/tags" Target="../tags/tag60.xml"/><Relationship Id="rId3" Type="http://schemas.openxmlformats.org/officeDocument/2006/relationships/tags" Target="../tags/tag61.xml"/><Relationship Id="rId4" Type="http://schemas.openxmlformats.org/officeDocument/2006/relationships/tags" Target="../tags/tag62.xml"/><Relationship Id="rId5" Type="http://schemas.openxmlformats.org/officeDocument/2006/relationships/tags" Target="../tags/tag63.xml"/><Relationship Id="rId6" Type="http://schemas.openxmlformats.org/officeDocument/2006/relationships/slideMaster" Target="../slideMasters/slideMaster4.xml"/><Relationship Id="rId7" Type="http://schemas.openxmlformats.org/officeDocument/2006/relationships/oleObject" Target="../embeddings/oleObject20.bin"/><Relationship Id="rId8" Type="http://schemas.openxmlformats.org/officeDocument/2006/relationships/image" Target="../media/image9.emf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64.xml"/><Relationship Id="rId2" Type="http://schemas.openxmlformats.org/officeDocument/2006/relationships/tags" Target="../tags/tag65.xml"/><Relationship Id="rId3" Type="http://schemas.openxmlformats.org/officeDocument/2006/relationships/tags" Target="../tags/tag66.xml"/><Relationship Id="rId4" Type="http://schemas.openxmlformats.org/officeDocument/2006/relationships/tags" Target="../tags/tag67.xml"/><Relationship Id="rId5" Type="http://schemas.openxmlformats.org/officeDocument/2006/relationships/tags" Target="../tags/tag68.xml"/><Relationship Id="rId6" Type="http://schemas.openxmlformats.org/officeDocument/2006/relationships/slideMaster" Target="../slideMasters/slideMaster4.xml"/><Relationship Id="rId7" Type="http://schemas.openxmlformats.org/officeDocument/2006/relationships/oleObject" Target="../embeddings/oleObject20.bin"/><Relationship Id="rId8" Type="http://schemas.openxmlformats.org/officeDocument/2006/relationships/image" Target="../media/image9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69.xml"/><Relationship Id="rId2" Type="http://schemas.openxmlformats.org/officeDocument/2006/relationships/tags" Target="../tags/tag70.xml"/><Relationship Id="rId3" Type="http://schemas.openxmlformats.org/officeDocument/2006/relationships/tags" Target="../tags/tag71.xml"/><Relationship Id="rId4" Type="http://schemas.openxmlformats.org/officeDocument/2006/relationships/tags" Target="../tags/tag72.xml"/><Relationship Id="rId5" Type="http://schemas.openxmlformats.org/officeDocument/2006/relationships/tags" Target="../tags/tag73.xml"/><Relationship Id="rId6" Type="http://schemas.openxmlformats.org/officeDocument/2006/relationships/slideMaster" Target="../slideMasters/slideMaster4.xml"/><Relationship Id="rId7" Type="http://schemas.openxmlformats.org/officeDocument/2006/relationships/oleObject" Target="../embeddings/oleObject20.bin"/><Relationship Id="rId8" Type="http://schemas.openxmlformats.org/officeDocument/2006/relationships/image" Target="../media/image9.emf"/><Relationship Id="rId9" Type="http://schemas.openxmlformats.org/officeDocument/2006/relationships/image" Target="../media/image12.jpeg"/><Relationship Id="rId10" Type="http://schemas.openxmlformats.org/officeDocument/2006/relationships/image" Target="../media/image1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74.xml"/><Relationship Id="rId2" Type="http://schemas.openxmlformats.org/officeDocument/2006/relationships/tags" Target="../tags/tag75.xml"/><Relationship Id="rId3" Type="http://schemas.openxmlformats.org/officeDocument/2006/relationships/tags" Target="../tags/tag76.xml"/><Relationship Id="rId4" Type="http://schemas.openxmlformats.org/officeDocument/2006/relationships/tags" Target="../tags/tag77.xml"/><Relationship Id="rId5" Type="http://schemas.openxmlformats.org/officeDocument/2006/relationships/tags" Target="../tags/tag78.xml"/><Relationship Id="rId6" Type="http://schemas.openxmlformats.org/officeDocument/2006/relationships/tags" Target="../tags/tag79.xml"/><Relationship Id="rId7" Type="http://schemas.openxmlformats.org/officeDocument/2006/relationships/slideMaster" Target="../slideMasters/slideMaster4.xml"/><Relationship Id="rId8" Type="http://schemas.openxmlformats.org/officeDocument/2006/relationships/oleObject" Target="../embeddings/oleObject20.bin"/><Relationship Id="rId9" Type="http://schemas.openxmlformats.org/officeDocument/2006/relationships/image" Target="../media/image9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80.xml"/><Relationship Id="rId2" Type="http://schemas.openxmlformats.org/officeDocument/2006/relationships/tags" Target="../tags/tag81.xml"/><Relationship Id="rId3" Type="http://schemas.openxmlformats.org/officeDocument/2006/relationships/tags" Target="../tags/tag82.xml"/><Relationship Id="rId4" Type="http://schemas.openxmlformats.org/officeDocument/2006/relationships/tags" Target="../tags/tag83.xml"/><Relationship Id="rId5" Type="http://schemas.openxmlformats.org/officeDocument/2006/relationships/tags" Target="../tags/tag84.xml"/><Relationship Id="rId6" Type="http://schemas.openxmlformats.org/officeDocument/2006/relationships/tags" Target="../tags/tag85.xml"/><Relationship Id="rId7" Type="http://schemas.openxmlformats.org/officeDocument/2006/relationships/tags" Target="../tags/tag86.xml"/><Relationship Id="rId8" Type="http://schemas.openxmlformats.org/officeDocument/2006/relationships/slideMaster" Target="../slideMasters/slideMaster4.xml"/><Relationship Id="rId9" Type="http://schemas.openxmlformats.org/officeDocument/2006/relationships/oleObject" Target="../embeddings/oleObject20.bin"/><Relationship Id="rId10" Type="http://schemas.openxmlformats.org/officeDocument/2006/relationships/image" Target="../media/image8.emf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87.xml"/><Relationship Id="rId2" Type="http://schemas.openxmlformats.org/officeDocument/2006/relationships/tags" Target="../tags/tag88.xml"/><Relationship Id="rId3" Type="http://schemas.openxmlformats.org/officeDocument/2006/relationships/tags" Target="../tags/tag89.xml"/><Relationship Id="rId4" Type="http://schemas.openxmlformats.org/officeDocument/2006/relationships/tags" Target="../tags/tag90.xml"/><Relationship Id="rId5" Type="http://schemas.openxmlformats.org/officeDocument/2006/relationships/tags" Target="../tags/tag91.xml"/><Relationship Id="rId6" Type="http://schemas.openxmlformats.org/officeDocument/2006/relationships/tags" Target="../tags/tag92.xml"/><Relationship Id="rId7" Type="http://schemas.openxmlformats.org/officeDocument/2006/relationships/tags" Target="../tags/tag93.xml"/><Relationship Id="rId8" Type="http://schemas.openxmlformats.org/officeDocument/2006/relationships/slideMaster" Target="../slideMasters/slideMaster4.xml"/><Relationship Id="rId9" Type="http://schemas.openxmlformats.org/officeDocument/2006/relationships/oleObject" Target="../embeddings/oleObject20.bin"/><Relationship Id="rId10" Type="http://schemas.openxmlformats.org/officeDocument/2006/relationships/image" Target="../media/image8.emf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tags" Target="../tags/tag94.xml"/><Relationship Id="rId2" Type="http://schemas.openxmlformats.org/officeDocument/2006/relationships/tags" Target="../tags/tag95.xml"/><Relationship Id="rId3" Type="http://schemas.openxmlformats.org/officeDocument/2006/relationships/tags" Target="../tags/tag96.xml"/><Relationship Id="rId4" Type="http://schemas.openxmlformats.org/officeDocument/2006/relationships/tags" Target="../tags/tag97.xml"/><Relationship Id="rId5" Type="http://schemas.openxmlformats.org/officeDocument/2006/relationships/tags" Target="../tags/tag98.xml"/><Relationship Id="rId6" Type="http://schemas.openxmlformats.org/officeDocument/2006/relationships/tags" Target="../tags/tag99.xml"/><Relationship Id="rId7" Type="http://schemas.openxmlformats.org/officeDocument/2006/relationships/tags" Target="../tags/tag100.xml"/><Relationship Id="rId8" Type="http://schemas.openxmlformats.org/officeDocument/2006/relationships/slideMaster" Target="../slideMasters/slideMaster4.xml"/><Relationship Id="rId9" Type="http://schemas.openxmlformats.org/officeDocument/2006/relationships/oleObject" Target="../embeddings/oleObject20.bin"/><Relationship Id="rId10" Type="http://schemas.openxmlformats.org/officeDocument/2006/relationships/image" Target="../media/image8.emf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tags" Target="../tags/tag101.xml"/><Relationship Id="rId2" Type="http://schemas.openxmlformats.org/officeDocument/2006/relationships/tags" Target="../tags/tag102.xml"/><Relationship Id="rId3" Type="http://schemas.openxmlformats.org/officeDocument/2006/relationships/tags" Target="../tags/tag103.xml"/><Relationship Id="rId4" Type="http://schemas.openxmlformats.org/officeDocument/2006/relationships/tags" Target="../tags/tag104.xml"/><Relationship Id="rId5" Type="http://schemas.openxmlformats.org/officeDocument/2006/relationships/tags" Target="../tags/tag105.xml"/><Relationship Id="rId6" Type="http://schemas.openxmlformats.org/officeDocument/2006/relationships/tags" Target="../tags/tag106.xml"/><Relationship Id="rId7" Type="http://schemas.openxmlformats.org/officeDocument/2006/relationships/tags" Target="../tags/tag107.xml"/><Relationship Id="rId8" Type="http://schemas.openxmlformats.org/officeDocument/2006/relationships/slideMaster" Target="../slideMasters/slideMaster4.xml"/><Relationship Id="rId9" Type="http://schemas.openxmlformats.org/officeDocument/2006/relationships/oleObject" Target="../embeddings/oleObject20.bin"/><Relationship Id="rId10" Type="http://schemas.openxmlformats.org/officeDocument/2006/relationships/image" Target="../media/image13.emf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tags" Target="../tags/tag108.xml"/><Relationship Id="rId2" Type="http://schemas.openxmlformats.org/officeDocument/2006/relationships/tags" Target="../tags/tag109.xml"/><Relationship Id="rId3" Type="http://schemas.openxmlformats.org/officeDocument/2006/relationships/tags" Target="../tags/tag110.xml"/><Relationship Id="rId4" Type="http://schemas.openxmlformats.org/officeDocument/2006/relationships/tags" Target="../tags/tag111.xml"/><Relationship Id="rId5" Type="http://schemas.openxmlformats.org/officeDocument/2006/relationships/tags" Target="../tags/tag112.xml"/><Relationship Id="rId6" Type="http://schemas.openxmlformats.org/officeDocument/2006/relationships/tags" Target="../tags/tag113.xml"/><Relationship Id="rId7" Type="http://schemas.openxmlformats.org/officeDocument/2006/relationships/tags" Target="../tags/tag114.xml"/><Relationship Id="rId8" Type="http://schemas.openxmlformats.org/officeDocument/2006/relationships/slideMaster" Target="../slideMasters/slideMaster4.xml"/><Relationship Id="rId9" Type="http://schemas.openxmlformats.org/officeDocument/2006/relationships/oleObject" Target="../embeddings/oleObject20.bin"/><Relationship Id="rId10" Type="http://schemas.openxmlformats.org/officeDocument/2006/relationships/image" Target="../media/image8.emf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tags" Target="../tags/tag115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21.bin"/><Relationship Id="rId4" Type="http://schemas.openxmlformats.org/officeDocument/2006/relationships/image" Target="../media/image14.emf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tags" Target="../tags/tag116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22.bin"/><Relationship Id="rId4" Type="http://schemas.openxmlformats.org/officeDocument/2006/relationships/image" Target="../media/image14.emf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tags" Target="../tags/tag117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23.bin"/><Relationship Id="rId4" Type="http://schemas.openxmlformats.org/officeDocument/2006/relationships/image" Target="../media/image14.emf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tags" Target="../tags/tag118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14.emf"/><Relationship Id="rId5" Type="http://schemas.openxmlformats.org/officeDocument/2006/relationships/image" Target="../media/image3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tags" Target="../tags/tag119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20.bin"/><Relationship Id="rId4" Type="http://schemas.openxmlformats.org/officeDocument/2006/relationships/image" Target="../media/image14.emf"/><Relationship Id="rId5" Type="http://schemas.openxmlformats.org/officeDocument/2006/relationships/image" Target="../media/image3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tags" Target="../tags/tag120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25.bin"/><Relationship Id="rId4" Type="http://schemas.openxmlformats.org/officeDocument/2006/relationships/image" Target="../media/image14.emf"/><Relationship Id="rId5" Type="http://schemas.openxmlformats.org/officeDocument/2006/relationships/image" Target="../media/image3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tags" Target="../tags/tag121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26.bin"/><Relationship Id="rId4" Type="http://schemas.openxmlformats.org/officeDocument/2006/relationships/image" Target="../media/image14.emf"/><Relationship Id="rId5" Type="http://schemas.openxmlformats.org/officeDocument/2006/relationships/image" Target="../media/image3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tags" Target="../tags/tag122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27.bin"/><Relationship Id="rId4" Type="http://schemas.openxmlformats.org/officeDocument/2006/relationships/image" Target="../media/image14.emf"/><Relationship Id="rId5" Type="http://schemas.openxmlformats.org/officeDocument/2006/relationships/image" Target="../media/image3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tags" Target="../tags/tag123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28.bin"/><Relationship Id="rId4" Type="http://schemas.openxmlformats.org/officeDocument/2006/relationships/image" Target="../media/image14.emf"/><Relationship Id="rId5" Type="http://schemas.openxmlformats.org/officeDocument/2006/relationships/image" Target="../media/image15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tags" Target="../tags/tag124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14.emf"/><Relationship Id="rId5" Type="http://schemas.openxmlformats.org/officeDocument/2006/relationships/image" Target="../media/image16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tags" Target="../tags/tag125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30.bin"/><Relationship Id="rId4" Type="http://schemas.openxmlformats.org/officeDocument/2006/relationships/image" Target="../media/image17.emf"/><Relationship Id="rId5" Type="http://schemas.openxmlformats.org/officeDocument/2006/relationships/image" Target="../media/image18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tags" Target="../tags/tag126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31.bin"/><Relationship Id="rId4" Type="http://schemas.openxmlformats.org/officeDocument/2006/relationships/image" Target="../media/image14.emf"/><Relationship Id="rId5" Type="http://schemas.openxmlformats.org/officeDocument/2006/relationships/image" Target="../media/image16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tags" Target="../tags/tag127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20.bin"/><Relationship Id="rId4" Type="http://schemas.openxmlformats.org/officeDocument/2006/relationships/image" Target="../media/image14.emf"/><Relationship Id="rId5" Type="http://schemas.openxmlformats.org/officeDocument/2006/relationships/image" Target="../media/image15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tags" Target="../tags/tag128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32.bin"/><Relationship Id="rId4" Type="http://schemas.openxmlformats.org/officeDocument/2006/relationships/image" Target="../media/image14.emf"/><Relationship Id="rId5" Type="http://schemas.openxmlformats.org/officeDocument/2006/relationships/image" Target="../media/image16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tags" Target="../tags/tag129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33.bin"/><Relationship Id="rId4" Type="http://schemas.openxmlformats.org/officeDocument/2006/relationships/image" Target="../media/image14.emf"/><Relationship Id="rId5" Type="http://schemas.openxmlformats.org/officeDocument/2006/relationships/image" Target="../media/image15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tags" Target="../tags/tag130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34.bin"/><Relationship Id="rId4" Type="http://schemas.openxmlformats.org/officeDocument/2006/relationships/image" Target="../media/image14.emf"/><Relationship Id="rId5" Type="http://schemas.openxmlformats.org/officeDocument/2006/relationships/image" Target="../media/image16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tags" Target="../tags/tag131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35.bin"/><Relationship Id="rId4" Type="http://schemas.openxmlformats.org/officeDocument/2006/relationships/image" Target="../media/image14.emf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tags" Target="../tags/tag132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20.bin"/><Relationship Id="rId4" Type="http://schemas.openxmlformats.org/officeDocument/2006/relationships/image" Target="../media/image14.emf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tags" Target="../tags/tag133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36.bin"/><Relationship Id="rId4" Type="http://schemas.openxmlformats.org/officeDocument/2006/relationships/image" Target="../media/image17.emf"/><Relationship Id="rId5" Type="http://schemas.openxmlformats.org/officeDocument/2006/relationships/image" Target="../media/image19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tags" Target="../tags/tag134.xml"/><Relationship Id="rId2" Type="http://schemas.openxmlformats.org/officeDocument/2006/relationships/tags" Target="../tags/tag135.xml"/><Relationship Id="rId3" Type="http://schemas.openxmlformats.org/officeDocument/2006/relationships/tags" Target="../tags/tag136.xml"/><Relationship Id="rId4" Type="http://schemas.openxmlformats.org/officeDocument/2006/relationships/tags" Target="../tags/tag137.xml"/><Relationship Id="rId5" Type="http://schemas.openxmlformats.org/officeDocument/2006/relationships/tags" Target="../tags/tag138.xml"/><Relationship Id="rId6" Type="http://schemas.openxmlformats.org/officeDocument/2006/relationships/slideMaster" Target="../slideMasters/slideMaster4.xml"/><Relationship Id="rId7" Type="http://schemas.openxmlformats.org/officeDocument/2006/relationships/oleObject" Target="../embeddings/oleObject20.bin"/><Relationship Id="rId8" Type="http://schemas.openxmlformats.org/officeDocument/2006/relationships/image" Target="../media/image9.emf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tags" Target="../tags/tag139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37.bin"/><Relationship Id="rId4" Type="http://schemas.openxmlformats.org/officeDocument/2006/relationships/image" Target="../media/image14.emf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tags" Target="../tags/tag140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38.bin"/><Relationship Id="rId4" Type="http://schemas.openxmlformats.org/officeDocument/2006/relationships/image" Target="../media/image14.emf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tags" Target="../tags/tag141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39.bin"/><Relationship Id="rId4" Type="http://schemas.openxmlformats.org/officeDocument/2006/relationships/image" Target="../media/image14.emf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tags" Target="../tags/tag142.xml"/><Relationship Id="rId2" Type="http://schemas.openxmlformats.org/officeDocument/2006/relationships/tags" Target="../tags/tag143.xml"/><Relationship Id="rId3" Type="http://schemas.openxmlformats.org/officeDocument/2006/relationships/tags" Target="../tags/tag144.xml"/><Relationship Id="rId4" Type="http://schemas.openxmlformats.org/officeDocument/2006/relationships/slideMaster" Target="../slideMasters/slideMaster4.xml"/><Relationship Id="rId5" Type="http://schemas.openxmlformats.org/officeDocument/2006/relationships/oleObject" Target="../embeddings/oleObject40.bin"/><Relationship Id="rId6" Type="http://schemas.openxmlformats.org/officeDocument/2006/relationships/image" Target="../media/image9.emf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tags" Target="../tags/tag145.xml"/><Relationship Id="rId2" Type="http://schemas.openxmlformats.org/officeDocument/2006/relationships/tags" Target="../tags/tag146.xml"/><Relationship Id="rId3" Type="http://schemas.openxmlformats.org/officeDocument/2006/relationships/slideMaster" Target="../slideMasters/slideMaster4.xml"/><Relationship Id="rId4" Type="http://schemas.openxmlformats.org/officeDocument/2006/relationships/oleObject" Target="../embeddings/oleObject41.bin"/><Relationship Id="rId5" Type="http://schemas.openxmlformats.org/officeDocument/2006/relationships/image" Target="../media/image9.emf"/><Relationship Id="rId6" Type="http://schemas.openxmlformats.org/officeDocument/2006/relationships/image" Target="../media/image10.jpeg"/><Relationship Id="rId7" Type="http://schemas.openxmlformats.org/officeDocument/2006/relationships/image" Target="../media/image11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tags" Target="../tags/tag149.xml"/><Relationship Id="rId2" Type="http://schemas.openxmlformats.org/officeDocument/2006/relationships/slideMaster" Target="../slideMasters/slideMaster6.xml"/><Relationship Id="rId3" Type="http://schemas.openxmlformats.org/officeDocument/2006/relationships/oleObject" Target="../embeddings/oleObject43.bin"/><Relationship Id="rId4" Type="http://schemas.openxmlformats.org/officeDocument/2006/relationships/image" Target="../media/image5.emf"/><Relationship Id="rId5" Type="http://schemas.openxmlformats.org/officeDocument/2006/relationships/image" Target="../media/image6.sv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tags" Target="../tags/tag150.xml"/><Relationship Id="rId2" Type="http://schemas.openxmlformats.org/officeDocument/2006/relationships/slideMaster" Target="../slideMasters/slideMaster6.xml"/><Relationship Id="rId3" Type="http://schemas.openxmlformats.org/officeDocument/2006/relationships/oleObject" Target="../embeddings/oleObject44.bin"/><Relationship Id="rId4" Type="http://schemas.openxmlformats.org/officeDocument/2006/relationships/image" Target="../media/image5.emf"/><Relationship Id="rId5" Type="http://schemas.openxmlformats.org/officeDocument/2006/relationships/image" Target="../media/image6.sv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6.sv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tags" Target="../tags/tag151.xml"/><Relationship Id="rId2" Type="http://schemas.openxmlformats.org/officeDocument/2006/relationships/tags" Target="../tags/tag152.xml"/><Relationship Id="rId3" Type="http://schemas.openxmlformats.org/officeDocument/2006/relationships/slideMaster" Target="../slideMasters/slideMaster6.xml"/><Relationship Id="rId4" Type="http://schemas.openxmlformats.org/officeDocument/2006/relationships/oleObject" Target="../embeddings/oleObject45.bin"/><Relationship Id="rId5" Type="http://schemas.openxmlformats.org/officeDocument/2006/relationships/image" Target="../media/image7.emf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tags" Target="../tags/tag153.xml"/><Relationship Id="rId2" Type="http://schemas.openxmlformats.org/officeDocument/2006/relationships/slideMaster" Target="../slideMasters/slideMaster6.xml"/><Relationship Id="rId3" Type="http://schemas.openxmlformats.org/officeDocument/2006/relationships/oleObject" Target="../embeddings/oleObject46.bin"/><Relationship Id="rId4" Type="http://schemas.openxmlformats.org/officeDocument/2006/relationships/image" Target="../media/image5.emf"/><Relationship Id="rId5" Type="http://schemas.openxmlformats.org/officeDocument/2006/relationships/image" Target="../media/image6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tags" Target="../tags/tag154.xml"/><Relationship Id="rId2" Type="http://schemas.openxmlformats.org/officeDocument/2006/relationships/slideMaster" Target="../slideMasters/slideMaster6.xml"/><Relationship Id="rId3" Type="http://schemas.openxmlformats.org/officeDocument/2006/relationships/oleObject" Target="../embeddings/oleObject47.bin"/><Relationship Id="rId4" Type="http://schemas.openxmlformats.org/officeDocument/2006/relationships/image" Target="../media/image5.emf"/><Relationship Id="rId5" Type="http://schemas.openxmlformats.org/officeDocument/2006/relationships/image" Target="../media/image6.sv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tags" Target="../tags/tag155.xml"/><Relationship Id="rId2" Type="http://schemas.openxmlformats.org/officeDocument/2006/relationships/slideMaster" Target="../slideMasters/slideMaster6.xml"/><Relationship Id="rId3" Type="http://schemas.openxmlformats.org/officeDocument/2006/relationships/oleObject" Target="../embeddings/oleObject48.bin"/><Relationship Id="rId4" Type="http://schemas.openxmlformats.org/officeDocument/2006/relationships/image" Target="../media/image5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68473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 rtl="0">
              <a:defRPr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30000" y="290196"/>
            <a:ext cx="10933200" cy="569387"/>
          </a:xfrm>
          <a:prstGeom prst="rect">
            <a:avLst/>
          </a:prstGeom>
        </p:spPr>
        <p:txBody>
          <a:bodyPr vert="horz" wrap="square" lIns="0" tIns="0" rIns="0" bIns="0" anchor="t" anchorCtr="0">
            <a:noAutofit/>
          </a:bodyPr>
          <a:lstStyle>
            <a:lvl1pPr marL="0" indent="0" algn="l" rtl="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200" b="1" i="0" u="none" kern="1200" spc="0">
                <a:solidFill>
                  <a:schemeClr val="tx2">
                    <a:lumMod val="100000"/>
                  </a:schemeClr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977635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. Blank green">
    <p:bg>
      <p:bgPr>
        <a:gradFill>
          <a:gsLst>
            <a:gs pos="0">
              <a:srgbClr val="07493D"/>
            </a:gs>
            <a:gs pos="100000">
              <a:srgbClr val="04362C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517279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</p:spPr>
        <p:txBody>
          <a:bodyPr/>
          <a:lstStyle>
            <a:lvl1pPr rtl="0"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15CF4A-6AA1-9A3A-0735-BA5BF703267C}"/>
              </a:ext>
            </a:extLst>
          </p:cNvPr>
          <p:cNvSpPr txBox="1"/>
          <p:nvPr userDrawn="1"/>
        </p:nvSpPr>
        <p:spPr>
          <a:xfrm>
            <a:off x="840259" y="2866768"/>
            <a:ext cx="0" cy="0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8563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. Green one third">
    <p:bg>
      <p:bgPr>
        <a:gradFill>
          <a:gsLst>
            <a:gs pos="0">
              <a:schemeClr val="tx2"/>
            </a:gs>
            <a:gs pos="10000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623257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AB67AA52-B8D2-F1D6-D923-C87F3AB906AB}"/>
              </a:ext>
            </a:extLst>
          </p:cNvPr>
          <p:cNvSpPr/>
          <p:nvPr userDrawn="1"/>
        </p:nvSpPr>
        <p:spPr bwMode="white">
          <a:xfrm>
            <a:off x="4080763" y="-1309"/>
            <a:ext cx="8111237" cy="685930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rt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pic>
        <p:nvPicPr>
          <p:cNvPr id="23" name="Picture 22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3671068" y="0"/>
            <a:ext cx="416951" cy="6858000"/>
          </a:xfrm>
          <a:prstGeom prst="rect">
            <a:avLst/>
          </a:prstGeom>
        </p:spPr>
      </p:pic>
      <p:sp>
        <p:nvSpPr>
          <p:cNvPr id="24" name="Title 4"/>
          <p:cNvSpPr>
            <a:spLocks noGrp="1"/>
          </p:cNvSpPr>
          <p:nvPr>
            <p:ph type="title" hasCustomPrompt="1"/>
          </p:nvPr>
        </p:nvSpPr>
        <p:spPr>
          <a:xfrm>
            <a:off x="630000" y="2681103"/>
            <a:ext cx="3127881" cy="1495794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rtl="0">
              <a:defRPr sz="4000"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5" name="Date Placeholder 1"/>
          <p:cNvSpPr>
            <a:spLocks noGrp="1"/>
          </p:cNvSpPr>
          <p:nvPr>
            <p:ph type="dt" sz="half" idx="29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28" name="TextBox 27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pic>
        <p:nvPicPr>
          <p:cNvPr id="2" name="Google Shape;16;p2" descr="Picture 7">
            <a:extLst>
              <a:ext uri="{FF2B5EF4-FFF2-40B4-BE49-F238E27FC236}">
                <a16:creationId xmlns:a16="http://schemas.microsoft.com/office/drawing/2014/main" id="{B1447AA5-0BA5-A8B7-373E-A28FCFE393DD}"/>
              </a:ext>
            </a:extLst>
          </p:cNvPr>
          <p:cNvPicPr preferRelativeResize="0"/>
          <p:nvPr userDrawn="1"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88019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41374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x" preserve="1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2565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6C5336C-6185-AF94-8964-929A600EE24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063473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6C5336C-6185-AF94-8964-929A600EE24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2B30F13-C60D-4C27-DB47-E90FBE903794}"/>
              </a:ext>
            </a:extLst>
          </p:cNvPr>
          <p:cNvSpPr txBox="1"/>
          <p:nvPr/>
        </p:nvSpPr>
        <p:spPr>
          <a:xfrm>
            <a:off x="624840" y="2808550"/>
            <a:ext cx="3718560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rtl="0"/>
            <a:r>
              <a:rPr lang="en-US" sz="54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Appendix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26D828-D834-822C-F0D7-8FDE186F9CE1}"/>
              </a:ext>
            </a:extLst>
          </p:cNvPr>
          <p:cNvCxnSpPr/>
          <p:nvPr userDrawn="1"/>
        </p:nvCxnSpPr>
        <p:spPr>
          <a:xfrm flipH="1">
            <a:off x="624840" y="3866824"/>
            <a:ext cx="910791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D8828A28-006A-17EA-1CD6-2E3209EA8FFE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24840" y="4021443"/>
            <a:ext cx="3718560" cy="431057"/>
          </a:xfrm>
          <a:prstGeom prst="rect">
            <a:avLst/>
          </a:prstGeom>
          <a:noFill/>
        </p:spPr>
        <p:txBody>
          <a:bodyPr wrap="square" lIns="0" tIns="108000" rIns="108000" bIns="72000" anchor="ctr" anchorCtr="0">
            <a:spAutoFit/>
          </a:bodyPr>
          <a:lstStyle>
            <a:lvl1pPr marL="0" indent="0" rtl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rgbClr val="16654B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rgbClr val="16654B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rgbClr val="16654B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rgbClr val="16654B"/>
                </a:solidFill>
              </a:defRPr>
            </a:lvl5pPr>
          </a:lstStyle>
          <a:p>
            <a:pPr lvl="0"/>
            <a:r>
              <a:rPr lang="en-US"/>
              <a:t>XXXX</a:t>
            </a:r>
          </a:p>
        </p:txBody>
      </p:sp>
      <p:pic>
        <p:nvPicPr>
          <p:cNvPr id="44" name="Graphic 43">
            <a:extLst>
              <a:ext uri="{FF2B5EF4-FFF2-40B4-BE49-F238E27FC236}">
                <a16:creationId xmlns:a16="http://schemas.microsoft.com/office/drawing/2014/main" id="{ED646078-E25F-613B-489E-AC0254B0497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-655" r="57062" b="34280"/>
          <a:stretch/>
        </p:blipFill>
        <p:spPr>
          <a:xfrm>
            <a:off x="9980930" y="3886200"/>
            <a:ext cx="2134870" cy="2895600"/>
          </a:xfrm>
          <a:prstGeom prst="rect">
            <a:avLst/>
          </a:prstGeom>
        </p:spPr>
      </p:pic>
      <p:sp>
        <p:nvSpPr>
          <p:cNvPr id="4" name="Rectangle 3"/>
          <p:cNvSpPr/>
          <p:nvPr userDrawn="1"/>
        </p:nvSpPr>
        <p:spPr>
          <a:xfrm>
            <a:off x="-15240" y="-15240"/>
            <a:ext cx="12222480" cy="6888480"/>
          </a:xfrm>
          <a:prstGeom prst="rect">
            <a:avLst/>
          </a:prstGeom>
          <a:gradFill flip="none" rotWithShape="1">
            <a:gsLst>
              <a:gs pos="30000">
                <a:schemeClr val="accent1">
                  <a:alpha val="27000"/>
                </a:schemeClr>
              </a:gs>
              <a:gs pos="96000">
                <a:schemeClr val="tx2">
                  <a:lumMod val="66000"/>
                  <a:alpha val="84000"/>
                </a:schemeClr>
              </a:gs>
              <a:gs pos="7000">
                <a:schemeClr val="tx2"/>
              </a:gs>
              <a:gs pos="65000">
                <a:schemeClr val="tx2">
                  <a:alpha val="83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en-US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68116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B6A332B-DCB9-742B-D35B-C2FD7C6C437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409114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B6A332B-DCB9-742B-D35B-C2FD7C6C43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77182F0-7DD0-DA70-5475-B424D78FE996}"/>
              </a:ext>
            </a:extLst>
          </p:cNvPr>
          <p:cNvCxnSpPr/>
          <p:nvPr userDrawn="1"/>
        </p:nvCxnSpPr>
        <p:spPr>
          <a:xfrm flipH="1">
            <a:off x="624840" y="4171624"/>
            <a:ext cx="910791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23331E65-2A9E-3B1B-228C-BC3BA813F1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4840" y="4992993"/>
            <a:ext cx="3718560" cy="431057"/>
          </a:xfrm>
          <a:prstGeom prst="rect">
            <a:avLst/>
          </a:prstGeom>
          <a:noFill/>
        </p:spPr>
        <p:txBody>
          <a:bodyPr wrap="square" lIns="0" tIns="108000" rIns="108000" bIns="72000" anchor="ctr" anchorCtr="0">
            <a:spAutoFit/>
          </a:bodyPr>
          <a:lstStyle>
            <a:lvl1pPr marL="0" indent="0" rtl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rgbClr val="16654B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rgbClr val="16654B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rgbClr val="16654B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rgbClr val="16654B"/>
                </a:solidFill>
              </a:defRPr>
            </a:lvl5pPr>
          </a:lstStyle>
          <a:p>
            <a:pPr lvl="0"/>
            <a:r>
              <a:rPr lang="en-US"/>
              <a:t>XXXX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6AFFEC4E-D7C4-5C94-F624-97B807D261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4840" y="4385051"/>
            <a:ext cx="3947160" cy="276999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rgbClr val="16654B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rgbClr val="16654B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rgbClr val="16654B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rgbClr val="16654B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BC14B0F6-67D6-8CCD-A36E-724BDEF56D4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4840" y="3131403"/>
            <a:ext cx="3718560" cy="830997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marL="0" indent="0" rtl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6000"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rgbClr val="16654B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rgbClr val="16654B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rgbClr val="16654B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rgbClr val="16654B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10026C64-4E25-7F11-ACD6-665FC130A18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27969" b="37118"/>
          <a:stretch/>
        </p:blipFill>
        <p:spPr>
          <a:xfrm>
            <a:off x="8534400" y="3429000"/>
            <a:ext cx="3581400" cy="27432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0241E8C-3F22-80C7-59F1-A84010798887}"/>
              </a:ext>
            </a:extLst>
          </p:cNvPr>
          <p:cNvSpPr/>
          <p:nvPr userDrawn="1"/>
        </p:nvSpPr>
        <p:spPr>
          <a:xfrm>
            <a:off x="-15240" y="-15240"/>
            <a:ext cx="12222480" cy="6888480"/>
          </a:xfrm>
          <a:prstGeom prst="rect">
            <a:avLst/>
          </a:prstGeom>
          <a:gradFill flip="none" rotWithShape="1">
            <a:gsLst>
              <a:gs pos="30000">
                <a:schemeClr val="accent1">
                  <a:alpha val="27000"/>
                </a:schemeClr>
              </a:gs>
              <a:gs pos="96000">
                <a:schemeClr val="tx2">
                  <a:lumMod val="66000"/>
                  <a:alpha val="84000"/>
                </a:schemeClr>
              </a:gs>
              <a:gs pos="7000">
                <a:schemeClr val="tx2"/>
              </a:gs>
              <a:gs pos="65000">
                <a:schemeClr val="tx2">
                  <a:alpha val="83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en-US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82463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phic 30">
            <a:extLst>
              <a:ext uri="{FF2B5EF4-FFF2-40B4-BE49-F238E27FC236}">
                <a16:creationId xmlns:a16="http://schemas.microsoft.com/office/drawing/2014/main" id="{10026C64-4E25-7F11-ACD6-665FC130A18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27969" b="37118"/>
          <a:stretch/>
        </p:blipFill>
        <p:spPr>
          <a:xfrm>
            <a:off x="8534400" y="3429000"/>
            <a:ext cx="35814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1565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729611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9" imgH="355" progId="TCLayout.ActiveDocument.1">
                  <p:embed/>
                </p:oleObj>
              </mc:Choice>
              <mc:Fallback>
                <p:oleObj name="think-cell Slide" r:id="rId4" imgW="359" imgH="355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0B556A00-D60B-42ED-AE9C-B3EB831768D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/>
            <a:endParaRPr kumimoji="0" lang="en-US" sz="6000" b="1" i="0" u="none" cap="none" baseline="0">
              <a:solidFill>
                <a:schemeClr val="bg1"/>
              </a:solidFill>
              <a:latin typeface="Century Gothic" panose="020B0502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2668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3B8573BB-82A2-467A-83EB-58BDDE0A7E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150913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B8573BB-82A2-467A-83EB-58BDDE0A7E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0" name="Graphic 49">
            <a:extLst>
              <a:ext uri="{FF2B5EF4-FFF2-40B4-BE49-F238E27FC236}">
                <a16:creationId xmlns:a16="http://schemas.microsoft.com/office/drawing/2014/main" id="{0EA4E886-9362-E4A2-BCC8-BD0E78E3E3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66731" b="50463"/>
          <a:stretch/>
        </p:blipFill>
        <p:spPr>
          <a:xfrm>
            <a:off x="10080625" y="4696968"/>
            <a:ext cx="1654175" cy="21610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050792" y="2180483"/>
            <a:ext cx="4090416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/>
            <a:r>
              <a:rPr lang="en-US" sz="6000" b="1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Appendix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7183BB5-530D-2092-7481-2B571AD3C05D}"/>
              </a:ext>
            </a:extLst>
          </p:cNvPr>
          <p:cNvCxnSpPr/>
          <p:nvPr userDrawn="1"/>
        </p:nvCxnSpPr>
        <p:spPr>
          <a:xfrm flipH="1">
            <a:off x="5289239" y="3208650"/>
            <a:ext cx="1613522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B0241E8C-3F22-80C7-59F1-A84010798887}"/>
              </a:ext>
            </a:extLst>
          </p:cNvPr>
          <p:cNvSpPr/>
          <p:nvPr userDrawn="1"/>
        </p:nvSpPr>
        <p:spPr>
          <a:xfrm>
            <a:off x="-15240" y="-15240"/>
            <a:ext cx="12222480" cy="6888480"/>
          </a:xfrm>
          <a:prstGeom prst="rect">
            <a:avLst/>
          </a:prstGeom>
          <a:solidFill>
            <a:srgbClr val="015C63">
              <a:alpha val="5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en-US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39382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318C6EE-9D61-CBCB-9F21-B6D9CE3417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612161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318C6EE-9D61-CBCB-9F21-B6D9CE3417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0" name="Graphic 49">
            <a:extLst>
              <a:ext uri="{FF2B5EF4-FFF2-40B4-BE49-F238E27FC236}">
                <a16:creationId xmlns:a16="http://schemas.microsoft.com/office/drawing/2014/main" id="{0EA4E886-9362-E4A2-BCC8-BD0E78E3E3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66731" b="50463"/>
          <a:stretch/>
        </p:blipFill>
        <p:spPr>
          <a:xfrm>
            <a:off x="10080625" y="4696968"/>
            <a:ext cx="1654175" cy="21610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050792" y="2180483"/>
            <a:ext cx="4090416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/>
            <a:r>
              <a:rPr lang="en-US" sz="6000" b="1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Thank You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7183BB5-530D-2092-7481-2B571AD3C05D}"/>
              </a:ext>
            </a:extLst>
          </p:cNvPr>
          <p:cNvCxnSpPr/>
          <p:nvPr userDrawn="1"/>
        </p:nvCxnSpPr>
        <p:spPr>
          <a:xfrm flipH="1">
            <a:off x="5289239" y="3208650"/>
            <a:ext cx="1613522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B0241E8C-3F22-80C7-59F1-A84010798887}"/>
              </a:ext>
            </a:extLst>
          </p:cNvPr>
          <p:cNvSpPr/>
          <p:nvPr userDrawn="1"/>
        </p:nvSpPr>
        <p:spPr>
          <a:xfrm>
            <a:off x="-15240" y="-15240"/>
            <a:ext cx="12222480" cy="6888480"/>
          </a:xfrm>
          <a:prstGeom prst="rect">
            <a:avLst/>
          </a:prstGeom>
          <a:solidFill>
            <a:srgbClr val="015C63">
              <a:alpha val="5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en-US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28917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AF0FF441-0FF9-8752-932E-D95E8CFC3D0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25548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F0FF441-0FF9-8752-932E-D95E8CFC3D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950ED24-877E-B1B9-0962-78149A8BD5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349980"/>
            <a:ext cx="10673046" cy="304699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 b="1">
                <a:solidFill>
                  <a:srgbClr val="16654B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rgbClr val="16654B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rgbClr val="16654B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rgbClr val="16654B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rgbClr val="16654B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8F92808-AB57-5B4E-7A67-77A9C789ED0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6446832"/>
            <a:ext cx="9588500" cy="357185"/>
          </a:xfrm>
          <a:prstGeom prst="rect">
            <a:avLst/>
          </a:prstGeom>
        </p:spPr>
        <p:txBody>
          <a:bodyPr lIns="0" tIns="0" rIns="0" bIns="0" anchor="ctr"/>
          <a:lstStyle>
            <a:lvl1pPr marL="447675" indent="-447675" rtl="0">
              <a:buNone/>
              <a:defRPr sz="800">
                <a:solidFill>
                  <a:schemeClr val="tx2"/>
                </a:solidFill>
                <a:latin typeface="+mn-lt"/>
                <a:cs typeface="Open Sans" panose="020B0606030504020204" pitchFamily="34" charset="0"/>
                <a:sym typeface="Open Sans" panose="020B0606030504020204" pitchFamily="34" charset="0"/>
              </a:defRPr>
            </a:lvl1pPr>
            <a:lvl2pPr>
              <a:defRPr sz="700"/>
            </a:lvl2pPr>
            <a:lvl3pPr>
              <a:defRPr sz="700"/>
            </a:lvl3pPr>
            <a:lvl4pPr>
              <a:defRPr sz="700"/>
            </a:lvl4pPr>
            <a:lvl5pPr>
              <a:defRPr sz="700"/>
            </a:lvl5pPr>
          </a:lstStyle>
          <a:p>
            <a:pPr lvl="0"/>
            <a:r>
              <a:rPr lang="en-US"/>
              <a:t>Source: Portas analysis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2425E41-F3F9-609A-9066-F76C24F76312}"/>
              </a:ext>
            </a:extLst>
          </p:cNvPr>
          <p:cNvCxnSpPr>
            <a:cxnSpLocks/>
          </p:cNvCxnSpPr>
          <p:nvPr userDrawn="1"/>
        </p:nvCxnSpPr>
        <p:spPr>
          <a:xfrm>
            <a:off x="0" y="980175"/>
            <a:ext cx="12192000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5">
                    <a:lumMod val="20000"/>
                    <a:lumOff val="80000"/>
                    <a:alpha val="10000"/>
                  </a:schemeClr>
                </a:gs>
                <a:gs pos="23760">
                  <a:srgbClr val="C3DDC6"/>
                </a:gs>
                <a:gs pos="67000">
                  <a:schemeClr val="accent5"/>
                </a:gs>
                <a:gs pos="100000">
                  <a:srgbClr val="00602B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5971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FBAE40"/>
          </p15:clr>
        </p15:guide>
        <p15:guide id="2" pos="7680">
          <p15:clr>
            <a:srgbClr val="FBAE40"/>
          </p15:clr>
        </p15:guide>
        <p15:guide id="5" orient="horz">
          <p15:clr>
            <a:srgbClr val="FBAE40"/>
          </p15:clr>
        </p15:guide>
        <p15:guide id="6" orient="horz" pos="432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C69FB32-40E2-BD0C-EF0D-B7C868938C7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560720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C69FB32-40E2-BD0C-EF0D-B7C868938C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2B30F13-C60D-4C27-DB47-E90FBE903794}"/>
              </a:ext>
            </a:extLst>
          </p:cNvPr>
          <p:cNvSpPr txBox="1"/>
          <p:nvPr/>
        </p:nvSpPr>
        <p:spPr>
          <a:xfrm>
            <a:off x="624840" y="2808550"/>
            <a:ext cx="3718560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rtl="0"/>
            <a:r>
              <a:rPr lang="en-US" sz="54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Appendix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26D828-D834-822C-F0D7-8FDE186F9CE1}"/>
              </a:ext>
            </a:extLst>
          </p:cNvPr>
          <p:cNvCxnSpPr/>
          <p:nvPr userDrawn="1"/>
        </p:nvCxnSpPr>
        <p:spPr>
          <a:xfrm flipH="1">
            <a:off x="624840" y="3866824"/>
            <a:ext cx="910791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D8828A28-006A-17EA-1CD6-2E3209EA8FFE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24840" y="4021443"/>
            <a:ext cx="3718560" cy="431057"/>
          </a:xfrm>
          <a:prstGeom prst="rect">
            <a:avLst/>
          </a:prstGeom>
          <a:noFill/>
        </p:spPr>
        <p:txBody>
          <a:bodyPr wrap="square" lIns="0" tIns="108000" rIns="108000" bIns="72000" anchor="ctr" anchorCtr="0">
            <a:spAutoFit/>
          </a:bodyPr>
          <a:lstStyle>
            <a:lvl1pPr marL="0" indent="0" rtl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rgbClr val="16654B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rgbClr val="16654B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rgbClr val="16654B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rgbClr val="16654B"/>
                </a:solidFill>
              </a:defRPr>
            </a:lvl5pPr>
          </a:lstStyle>
          <a:p>
            <a:pPr lvl="0"/>
            <a:r>
              <a:rPr lang="en-US"/>
              <a:t>XXXX</a:t>
            </a:r>
          </a:p>
        </p:txBody>
      </p:sp>
      <p:pic>
        <p:nvPicPr>
          <p:cNvPr id="44" name="Graphic 43">
            <a:extLst>
              <a:ext uri="{FF2B5EF4-FFF2-40B4-BE49-F238E27FC236}">
                <a16:creationId xmlns:a16="http://schemas.microsoft.com/office/drawing/2014/main" id="{ED646078-E25F-613B-489E-AC0254B0497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-655" r="57062" b="34280"/>
          <a:stretch/>
        </p:blipFill>
        <p:spPr>
          <a:xfrm>
            <a:off x="9980930" y="3886200"/>
            <a:ext cx="2134870" cy="2895600"/>
          </a:xfrm>
          <a:prstGeom prst="rect">
            <a:avLst/>
          </a:prstGeom>
        </p:spPr>
      </p:pic>
      <p:sp>
        <p:nvSpPr>
          <p:cNvPr id="4" name="Rectangle 3"/>
          <p:cNvSpPr/>
          <p:nvPr userDrawn="1"/>
        </p:nvSpPr>
        <p:spPr>
          <a:xfrm>
            <a:off x="-15240" y="-15240"/>
            <a:ext cx="12222480" cy="6888480"/>
          </a:xfrm>
          <a:prstGeom prst="rect">
            <a:avLst/>
          </a:prstGeom>
          <a:gradFill flip="none" rotWithShape="1">
            <a:gsLst>
              <a:gs pos="30000">
                <a:schemeClr val="accent1">
                  <a:alpha val="27000"/>
                </a:schemeClr>
              </a:gs>
              <a:gs pos="96000">
                <a:schemeClr val="tx2">
                  <a:lumMod val="66000"/>
                  <a:alpha val="84000"/>
                </a:schemeClr>
              </a:gs>
              <a:gs pos="7000">
                <a:schemeClr val="tx2"/>
              </a:gs>
              <a:gs pos="65000">
                <a:schemeClr val="tx2">
                  <a:alpha val="83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en-US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35325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72D9C12-2E2D-C102-1096-35A0DA9FB31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84245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72D9C12-2E2D-C102-1096-35A0DA9FB3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77182F0-7DD0-DA70-5475-B424D78FE996}"/>
              </a:ext>
            </a:extLst>
          </p:cNvPr>
          <p:cNvCxnSpPr/>
          <p:nvPr userDrawn="1"/>
        </p:nvCxnSpPr>
        <p:spPr>
          <a:xfrm flipH="1">
            <a:off x="624840" y="4171624"/>
            <a:ext cx="910791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23331E65-2A9E-3B1B-228C-BC3BA813F1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4840" y="4992993"/>
            <a:ext cx="3718560" cy="431057"/>
          </a:xfrm>
          <a:prstGeom prst="rect">
            <a:avLst/>
          </a:prstGeom>
          <a:noFill/>
        </p:spPr>
        <p:txBody>
          <a:bodyPr wrap="square" lIns="0" tIns="108000" rIns="108000" bIns="72000" anchor="ctr" anchorCtr="0">
            <a:spAutoFit/>
          </a:bodyPr>
          <a:lstStyle>
            <a:lvl1pPr marL="0" indent="0" rtl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rgbClr val="16654B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rgbClr val="16654B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rgbClr val="16654B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rgbClr val="16654B"/>
                </a:solidFill>
              </a:defRPr>
            </a:lvl5pPr>
          </a:lstStyle>
          <a:p>
            <a:pPr lvl="0"/>
            <a:r>
              <a:rPr lang="en-US"/>
              <a:t>XXXX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6AFFEC4E-D7C4-5C94-F624-97B807D261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4840" y="4385051"/>
            <a:ext cx="3947160" cy="276999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rgbClr val="16654B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rgbClr val="16654B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rgbClr val="16654B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rgbClr val="16654B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BC14B0F6-67D6-8CCD-A36E-724BDEF56D4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4840" y="3131403"/>
            <a:ext cx="3718560" cy="830997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marL="0" indent="0" rtl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6000"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rgbClr val="16654B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rgbClr val="16654B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rgbClr val="16654B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rgbClr val="16654B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10026C64-4E25-7F11-ACD6-665FC130A18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27969" b="37118"/>
          <a:stretch/>
        </p:blipFill>
        <p:spPr>
          <a:xfrm>
            <a:off x="8534400" y="3429000"/>
            <a:ext cx="3581400" cy="27432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0241E8C-3F22-80C7-59F1-A84010798887}"/>
              </a:ext>
            </a:extLst>
          </p:cNvPr>
          <p:cNvSpPr/>
          <p:nvPr userDrawn="1"/>
        </p:nvSpPr>
        <p:spPr>
          <a:xfrm>
            <a:off x="-15240" y="-15240"/>
            <a:ext cx="12222480" cy="6888480"/>
          </a:xfrm>
          <a:prstGeom prst="rect">
            <a:avLst/>
          </a:prstGeom>
          <a:gradFill flip="none" rotWithShape="1">
            <a:gsLst>
              <a:gs pos="30000">
                <a:schemeClr val="accent1">
                  <a:alpha val="27000"/>
                </a:schemeClr>
              </a:gs>
              <a:gs pos="96000">
                <a:schemeClr val="tx2">
                  <a:lumMod val="66000"/>
                  <a:alpha val="84000"/>
                </a:schemeClr>
              </a:gs>
              <a:gs pos="7000">
                <a:schemeClr val="tx2"/>
              </a:gs>
              <a:gs pos="65000">
                <a:schemeClr val="tx2">
                  <a:alpha val="83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en-US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542906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phic 30">
            <a:extLst>
              <a:ext uri="{FF2B5EF4-FFF2-40B4-BE49-F238E27FC236}">
                <a16:creationId xmlns:a16="http://schemas.microsoft.com/office/drawing/2014/main" id="{10026C64-4E25-7F11-ACD6-665FC130A18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27969" b="37118"/>
          <a:stretch/>
        </p:blipFill>
        <p:spPr>
          <a:xfrm>
            <a:off x="8534400" y="3429000"/>
            <a:ext cx="35814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387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59601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9" imgH="355" progId="TCLayout.ActiveDocument.1">
                  <p:embed/>
                </p:oleObj>
              </mc:Choice>
              <mc:Fallback>
                <p:oleObj name="think-cell Slide" r:id="rId4" imgW="359" imgH="355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0B556A00-D60B-42ED-AE9C-B3EB831768D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/>
            <a:endParaRPr kumimoji="0" lang="en-US" sz="6000" b="1" i="0" u="none" cap="none" baseline="0">
              <a:solidFill>
                <a:schemeClr val="bg1"/>
              </a:solidFill>
              <a:latin typeface="Century Gothic" panose="020B0502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97234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DF71D58-CE2F-E9F4-0820-20DF2BCB136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438750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DF71D58-CE2F-E9F4-0820-20DF2BCB13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0" name="Graphic 49">
            <a:extLst>
              <a:ext uri="{FF2B5EF4-FFF2-40B4-BE49-F238E27FC236}">
                <a16:creationId xmlns:a16="http://schemas.microsoft.com/office/drawing/2014/main" id="{0EA4E886-9362-E4A2-BCC8-BD0E78E3E3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66731" b="50463"/>
          <a:stretch/>
        </p:blipFill>
        <p:spPr>
          <a:xfrm>
            <a:off x="10080625" y="4696968"/>
            <a:ext cx="1654175" cy="21610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050792" y="2180483"/>
            <a:ext cx="4090416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/>
            <a:r>
              <a:rPr lang="en-US" sz="6000" b="1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Appendix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7183BB5-530D-2092-7481-2B571AD3C05D}"/>
              </a:ext>
            </a:extLst>
          </p:cNvPr>
          <p:cNvCxnSpPr/>
          <p:nvPr userDrawn="1"/>
        </p:nvCxnSpPr>
        <p:spPr>
          <a:xfrm flipH="1">
            <a:off x="5289239" y="3208650"/>
            <a:ext cx="1613522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B0241E8C-3F22-80C7-59F1-A84010798887}"/>
              </a:ext>
            </a:extLst>
          </p:cNvPr>
          <p:cNvSpPr/>
          <p:nvPr userDrawn="1"/>
        </p:nvSpPr>
        <p:spPr>
          <a:xfrm>
            <a:off x="-15240" y="-15240"/>
            <a:ext cx="12222480" cy="6888480"/>
          </a:xfrm>
          <a:prstGeom prst="rect">
            <a:avLst/>
          </a:prstGeom>
          <a:solidFill>
            <a:srgbClr val="015C63">
              <a:alpha val="5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en-US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514872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43547F7-96F6-4C62-7B07-D9AFA3D25E8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521471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3547F7-96F6-4C62-7B07-D9AFA3D25E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0" name="Graphic 49">
            <a:extLst>
              <a:ext uri="{FF2B5EF4-FFF2-40B4-BE49-F238E27FC236}">
                <a16:creationId xmlns:a16="http://schemas.microsoft.com/office/drawing/2014/main" id="{0EA4E886-9362-E4A2-BCC8-BD0E78E3E3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66731" b="50463"/>
          <a:stretch/>
        </p:blipFill>
        <p:spPr>
          <a:xfrm>
            <a:off x="10080625" y="4696968"/>
            <a:ext cx="1654175" cy="21610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050792" y="2180483"/>
            <a:ext cx="4090416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/>
            <a:r>
              <a:rPr lang="en-US" sz="6000" b="1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Thank You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7183BB5-530D-2092-7481-2B571AD3C05D}"/>
              </a:ext>
            </a:extLst>
          </p:cNvPr>
          <p:cNvCxnSpPr/>
          <p:nvPr userDrawn="1"/>
        </p:nvCxnSpPr>
        <p:spPr>
          <a:xfrm flipH="1">
            <a:off x="5289239" y="3208650"/>
            <a:ext cx="1613522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B0241E8C-3F22-80C7-59F1-A84010798887}"/>
              </a:ext>
            </a:extLst>
          </p:cNvPr>
          <p:cNvSpPr/>
          <p:nvPr userDrawn="1"/>
        </p:nvSpPr>
        <p:spPr>
          <a:xfrm>
            <a:off x="-15240" y="-15240"/>
            <a:ext cx="12222480" cy="6888480"/>
          </a:xfrm>
          <a:prstGeom prst="rect">
            <a:avLst/>
          </a:prstGeom>
          <a:solidFill>
            <a:srgbClr val="015C63">
              <a:alpha val="5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en-US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449333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77E22B7F-6342-5605-9954-7B8A9084167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851524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7E22B7F-6342-5605-9954-7B8A908416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950ED24-877E-B1B9-0962-78149A8BD5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349980"/>
            <a:ext cx="10673046" cy="304699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 b="1">
                <a:solidFill>
                  <a:srgbClr val="16654B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rgbClr val="16654B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rgbClr val="16654B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rgbClr val="16654B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rgbClr val="16654B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8F92808-AB57-5B4E-7A67-77A9C789ED0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6446832"/>
            <a:ext cx="9588500" cy="357185"/>
          </a:xfrm>
          <a:prstGeom prst="rect">
            <a:avLst/>
          </a:prstGeom>
        </p:spPr>
        <p:txBody>
          <a:bodyPr lIns="0" tIns="0" rIns="0" bIns="0" anchor="ctr"/>
          <a:lstStyle>
            <a:lvl1pPr marL="447675" indent="-447675" rtl="0">
              <a:buNone/>
              <a:defRPr sz="800">
                <a:solidFill>
                  <a:schemeClr val="tx2"/>
                </a:solidFill>
                <a:latin typeface="+mn-lt"/>
                <a:cs typeface="Open Sans" panose="020B0606030504020204" pitchFamily="34" charset="0"/>
                <a:sym typeface="Open Sans" panose="020B0606030504020204" pitchFamily="34" charset="0"/>
              </a:defRPr>
            </a:lvl1pPr>
            <a:lvl2pPr>
              <a:defRPr sz="700"/>
            </a:lvl2pPr>
            <a:lvl3pPr>
              <a:defRPr sz="700"/>
            </a:lvl3pPr>
            <a:lvl4pPr>
              <a:defRPr sz="700"/>
            </a:lvl4pPr>
            <a:lvl5pPr>
              <a:defRPr sz="700"/>
            </a:lvl5pPr>
          </a:lstStyle>
          <a:p>
            <a:pPr lvl="0"/>
            <a:r>
              <a:rPr lang="en-US"/>
              <a:t>Source: Portas analysis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2425E41-F3F9-609A-9066-F76C24F76312}"/>
              </a:ext>
            </a:extLst>
          </p:cNvPr>
          <p:cNvCxnSpPr>
            <a:cxnSpLocks/>
          </p:cNvCxnSpPr>
          <p:nvPr userDrawn="1"/>
        </p:nvCxnSpPr>
        <p:spPr>
          <a:xfrm>
            <a:off x="0" y="980175"/>
            <a:ext cx="12192000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5">
                    <a:lumMod val="20000"/>
                    <a:lumOff val="80000"/>
                    <a:alpha val="10000"/>
                  </a:schemeClr>
                </a:gs>
                <a:gs pos="23760">
                  <a:srgbClr val="C3DDC6"/>
                </a:gs>
                <a:gs pos="67000">
                  <a:schemeClr val="accent5"/>
                </a:gs>
                <a:gs pos="100000">
                  <a:srgbClr val="00602B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04502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FBAE40"/>
          </p15:clr>
        </p15:guide>
        <p15:guide id="2" pos="7680">
          <p15:clr>
            <a:srgbClr val="FBAE40"/>
          </p15:clr>
        </p15:guide>
        <p15:guide id="5" orient="horz">
          <p15:clr>
            <a:srgbClr val="FBAE40"/>
          </p15:clr>
        </p15:guide>
        <p15:guide id="6" orient="horz" pos="432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641265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" name="Picture 21">
            <a:extLst>
              <a:ext uri="{FF2B5EF4-FFF2-40B4-BE49-F238E27FC236}">
                <a16:creationId xmlns:a16="http://schemas.microsoft.com/office/drawing/2014/main" id="{B212ECE2-BAE0-44B1-9718-14924A4AB1C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" y="0"/>
            <a:ext cx="12192000" cy="685800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FB8C177D-EE5F-4186-8BD2-86EB4D1B8ABF}"/>
              </a:ext>
            </a:extLst>
          </p:cNvPr>
          <p:cNvSpPr/>
          <p:nvPr userDrawn="1"/>
        </p:nvSpPr>
        <p:spPr>
          <a:xfrm>
            <a:off x="774" y="0"/>
            <a:ext cx="12192000" cy="6858000"/>
          </a:xfrm>
          <a:prstGeom prst="rect">
            <a:avLst/>
          </a:prstGeom>
          <a:solidFill>
            <a:schemeClr val="bg2">
              <a:lumMod val="10000"/>
              <a:alpha val="49000"/>
            </a:scheme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4" name="Google Shape;18;p2">
            <a:extLst>
              <a:ext uri="{FF2B5EF4-FFF2-40B4-BE49-F238E27FC236}">
                <a16:creationId xmlns:a16="http://schemas.microsoft.com/office/drawing/2014/main" id="{18854959-0660-4E30-A8A0-CA15CB3C243A}"/>
              </a:ext>
            </a:extLst>
          </p:cNvPr>
          <p:cNvSpPr/>
          <p:nvPr userDrawn="1"/>
        </p:nvSpPr>
        <p:spPr>
          <a:xfrm rot="10800000">
            <a:off x="1222533" y="912471"/>
            <a:ext cx="5759738" cy="4393325"/>
          </a:xfrm>
          <a:custGeom>
            <a:avLst/>
            <a:gdLst/>
            <a:ahLst/>
            <a:cxnLst/>
            <a:rect l="l" t="t" r="r" b="b"/>
            <a:pathLst>
              <a:path w="4783232" h="3657600" extrusionOk="0">
                <a:moveTo>
                  <a:pt x="760360" y="0"/>
                </a:moveTo>
                <a:lnTo>
                  <a:pt x="4783232" y="0"/>
                </a:lnTo>
                <a:lnTo>
                  <a:pt x="4783232" y="3657600"/>
                </a:lnTo>
                <a:lnTo>
                  <a:pt x="0" y="3657600"/>
                </a:lnTo>
                <a:lnTo>
                  <a:pt x="0" y="724468"/>
                </a:lnTo>
                <a:lnTo>
                  <a:pt x="760360" y="724468"/>
                </a:lnTo>
                <a:lnTo>
                  <a:pt x="760360" y="0"/>
                </a:lnTo>
                <a:close/>
              </a:path>
            </a:pathLst>
          </a:custGeom>
          <a:solidFill>
            <a:srgbClr val="031D0B">
              <a:alpha val="6980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25" name="Google Shape;20;p2">
            <a:extLst>
              <a:ext uri="{FF2B5EF4-FFF2-40B4-BE49-F238E27FC236}">
                <a16:creationId xmlns:a16="http://schemas.microsoft.com/office/drawing/2014/main" id="{A846C2AA-8E2A-402E-B4D1-B1936B3DC1C3}"/>
              </a:ext>
            </a:extLst>
          </p:cNvPr>
          <p:cNvSpPr/>
          <p:nvPr userDrawn="1"/>
        </p:nvSpPr>
        <p:spPr>
          <a:xfrm>
            <a:off x="1730708" y="605061"/>
            <a:ext cx="4662341" cy="5029200"/>
          </a:xfrm>
          <a:custGeom>
            <a:avLst/>
            <a:gdLst/>
            <a:ahLst/>
            <a:cxnLst/>
            <a:rect l="l" t="t" r="r" b="b"/>
            <a:pathLst>
              <a:path w="5175422" h="5420050" extrusionOk="0">
                <a:moveTo>
                  <a:pt x="0" y="0"/>
                </a:moveTo>
                <a:lnTo>
                  <a:pt x="1204082" y="0"/>
                </a:lnTo>
                <a:lnTo>
                  <a:pt x="1204082" y="225036"/>
                </a:lnTo>
                <a:lnTo>
                  <a:pt x="225036" y="225036"/>
                </a:lnTo>
                <a:lnTo>
                  <a:pt x="225036" y="5175386"/>
                </a:lnTo>
                <a:lnTo>
                  <a:pt x="5175386" y="5175386"/>
                </a:lnTo>
                <a:cubicBezTo>
                  <a:pt x="5175978" y="5257758"/>
                  <a:pt x="5169211" y="5337678"/>
                  <a:pt x="5169803" y="5420050"/>
                </a:cubicBezTo>
                <a:lnTo>
                  <a:pt x="0" y="5400422"/>
                </a:lnTo>
                <a:lnTo>
                  <a:pt x="0" y="0"/>
                </a:lnTo>
                <a:close/>
              </a:path>
            </a:pathLst>
          </a:custGeom>
          <a:solidFill>
            <a:schemeClr val="lt1">
              <a:alpha val="6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575757"/>
              </a:solidFill>
              <a:effectLst/>
              <a:uLnTx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7A1FDD8-8EC5-4634-B9AB-756C3F57F3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/>
          <a:srcRect l="10663" t="29916" r="16754" b="21802"/>
          <a:stretch/>
        </p:blipFill>
        <p:spPr>
          <a:xfrm>
            <a:off x="9836600" y="6050184"/>
            <a:ext cx="2227578" cy="731520"/>
          </a:xfrm>
          <a:prstGeom prst="rect">
            <a:avLst/>
          </a:prstGeom>
        </p:spPr>
      </p:pic>
      <p:sp>
        <p:nvSpPr>
          <p:cNvPr id="27" name="Google Shape;19;p2">
            <a:extLst>
              <a:ext uri="{FF2B5EF4-FFF2-40B4-BE49-F238E27FC236}">
                <a16:creationId xmlns:a16="http://schemas.microsoft.com/office/drawing/2014/main" id="{A6BA9158-B9A9-4F41-A3AE-330753ED1B9A}"/>
              </a:ext>
            </a:extLst>
          </p:cNvPr>
          <p:cNvSpPr/>
          <p:nvPr userDrawn="1"/>
        </p:nvSpPr>
        <p:spPr>
          <a:xfrm>
            <a:off x="2379261" y="1407662"/>
            <a:ext cx="4327212" cy="379288"/>
          </a:xfrm>
          <a:custGeom>
            <a:avLst/>
            <a:gdLst/>
            <a:ahLst/>
            <a:cxnLst/>
            <a:rect l="l" t="t" r="r" b="b"/>
            <a:pathLst>
              <a:path w="5029200" h="213359" extrusionOk="0">
                <a:moveTo>
                  <a:pt x="0" y="213360"/>
                </a:moveTo>
                <a:lnTo>
                  <a:pt x="0" y="0"/>
                </a:lnTo>
                <a:lnTo>
                  <a:pt x="5029200" y="0"/>
                </a:lnTo>
              </a:path>
            </a:pathLst>
          </a:cu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  <a:tabLst/>
              <a:defRPr/>
            </a:pPr>
            <a:endParaRPr kumimoji="0" sz="1425" b="0" i="0" u="none" strike="noStrike" kern="1200" cap="none" spc="0" normalizeH="0" baseline="0" noProof="0">
              <a:ln>
                <a:noFill/>
              </a:ln>
              <a:solidFill>
                <a:srgbClr val="575757"/>
              </a:solidFill>
              <a:effectLst/>
              <a:uLnTx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grpSp>
        <p:nvGrpSpPr>
          <p:cNvPr id="28" name="Google Shape;21;p2">
            <a:extLst>
              <a:ext uri="{FF2B5EF4-FFF2-40B4-BE49-F238E27FC236}">
                <a16:creationId xmlns:a16="http://schemas.microsoft.com/office/drawing/2014/main" id="{927787D6-125A-49BE-BFEB-118123CB29D4}"/>
              </a:ext>
            </a:extLst>
          </p:cNvPr>
          <p:cNvGrpSpPr/>
          <p:nvPr userDrawn="1"/>
        </p:nvGrpSpPr>
        <p:grpSpPr>
          <a:xfrm>
            <a:off x="6068229" y="4435155"/>
            <a:ext cx="914243" cy="870801"/>
            <a:chOff x="4234180" y="3657600"/>
            <a:chExt cx="795008" cy="760807"/>
          </a:xfrm>
        </p:grpSpPr>
        <p:sp>
          <p:nvSpPr>
            <p:cNvPr id="29" name="Google Shape;22;p2">
              <a:extLst>
                <a:ext uri="{FF2B5EF4-FFF2-40B4-BE49-F238E27FC236}">
                  <a16:creationId xmlns:a16="http://schemas.microsoft.com/office/drawing/2014/main" id="{17754AAF-341A-4DA1-ABDD-45D5B6AD8FE7}"/>
                </a:ext>
              </a:extLst>
            </p:cNvPr>
            <p:cNvSpPr/>
            <p:nvPr/>
          </p:nvSpPr>
          <p:spPr>
            <a:xfrm>
              <a:off x="4631688" y="3657600"/>
              <a:ext cx="397500" cy="380400"/>
            </a:xfrm>
            <a:prstGeom prst="rect">
              <a:avLst/>
            </a:prstGeom>
            <a:solidFill>
              <a:srgbClr val="FFFFFF">
                <a:alpha val="360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endParaRPr>
            </a:p>
          </p:txBody>
        </p:sp>
        <p:sp>
          <p:nvSpPr>
            <p:cNvPr id="30" name="Google Shape;23;p2">
              <a:extLst>
                <a:ext uri="{FF2B5EF4-FFF2-40B4-BE49-F238E27FC236}">
                  <a16:creationId xmlns:a16="http://schemas.microsoft.com/office/drawing/2014/main" id="{1116041E-9CAA-4846-8E0B-610CF61CD397}"/>
                </a:ext>
              </a:extLst>
            </p:cNvPr>
            <p:cNvSpPr/>
            <p:nvPr/>
          </p:nvSpPr>
          <p:spPr>
            <a:xfrm>
              <a:off x="4234180" y="4038007"/>
              <a:ext cx="397500" cy="380400"/>
            </a:xfrm>
            <a:prstGeom prst="rect">
              <a:avLst/>
            </a:prstGeom>
            <a:solidFill>
              <a:schemeClr val="lt1">
                <a:alpha val="8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222742F9-8C59-407A-9787-3B731569BF11}"/>
              </a:ext>
            </a:extLst>
          </p:cNvPr>
          <p:cNvSpPr txBox="1"/>
          <p:nvPr userDrawn="1"/>
        </p:nvSpPr>
        <p:spPr>
          <a:xfrm>
            <a:off x="756745" y="0"/>
            <a:ext cx="2107949" cy="203133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lvl="0" indent="0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1pPr>
            <a:lvl2pPr marL="284400" lvl="1" indent="-17280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2pPr>
            <a:lvl3pPr marL="511200" lvl="2" indent="-16560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3pPr>
            <a:lvl4pPr marL="0" lvl="3" indent="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2000">
                <a:solidFill>
                  <a:schemeClr val="tx2"/>
                </a:solidFill>
                <a:sym typeface="Trebuchet MS" panose="020B0603020202020204" pitchFamily="34" charset="0"/>
              </a:defRPr>
            </a:lvl4pPr>
            <a:lvl5pPr marL="0" lvl="4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2000" b="1" smtClean="0">
                <a:solidFill>
                  <a:schemeClr val="tx1"/>
                </a:solidFill>
                <a:sym typeface="Trebuchet MS" panose="020B0603020202020204" pitchFamily="34" charset="0"/>
              </a:defRPr>
            </a:lvl5pPr>
            <a:lvl6pPr marL="269875" lvl="5" indent="-152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2000" smtClean="0">
                <a:solidFill>
                  <a:schemeClr val="tx1"/>
                </a:solidFill>
                <a:sym typeface="Trebuchet MS" panose="020B0603020202020204" pitchFamily="34" charset="0"/>
              </a:defRPr>
            </a:lvl6pPr>
            <a:lvl7pPr marL="0" lvl="6" indent="0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5400" baseline="0" smtClean="0">
                <a:solidFill>
                  <a:schemeClr val="tx1"/>
                </a:solidFill>
                <a:sym typeface="Trebuchet MS" panose="020B0603020202020204" pitchFamily="34" charset="0"/>
              </a:defRPr>
            </a:lvl7pPr>
            <a:lvl8pPr marL="0" lvl="7" indent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6600" baseline="0" smtClean="0">
                <a:solidFill>
                  <a:schemeClr val="tx2"/>
                </a:solidFill>
                <a:sym typeface="Trebuchet MS" panose="020B0603020202020204" pitchFamily="34" charset="0"/>
              </a:defRPr>
            </a:lvl8pPr>
            <a:lvl9pPr marL="0" lvl="8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3200" baseline="0" dirty="0">
                <a:solidFill>
                  <a:schemeClr val="tx2"/>
                </a:solidFill>
                <a:sym typeface="Trebuchet MS" panose="020B0603020202020204" pitchFamily="34" charset="0"/>
              </a:defRPr>
            </a:lvl9pPr>
          </a:lstStyle>
          <a:p>
            <a:pPr>
              <a:buNone/>
            </a:pPr>
            <a:r>
              <a:rPr lang="en-US" sz="1200" b="1">
                <a:solidFill>
                  <a:schemeClr val="bg1"/>
                </a:solidFill>
              </a:rPr>
              <a:t>CONFIDENTIAL – NOT TO BE DISTRIBUTED </a:t>
            </a:r>
          </a:p>
        </p:txBody>
      </p:sp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C42428D-965F-410A-AAB0-2F4E028AF07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44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 bwMode="ltGray">
          <a:xfrm>
            <a:off x="2415127" y="4750177"/>
            <a:ext cx="3409184" cy="43088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rPr lang="en-US"/>
              <a:t>Edit date </a:t>
            </a:r>
            <a:br>
              <a:rPr lang="en-US"/>
            </a:br>
            <a:r>
              <a:rPr lang="en-US"/>
              <a:t>or title/role</a:t>
            </a:r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 bwMode="ltGray">
          <a:xfrm>
            <a:off x="2415127" y="4058110"/>
            <a:ext cx="3409184" cy="61555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sz="2000" dirty="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rPr lang="en-US"/>
              <a:t>Click to edit </a:t>
            </a:r>
            <a:br>
              <a:rPr lang="en-US"/>
            </a:br>
            <a:r>
              <a:rPr lang="en-US"/>
              <a:t>Master subtitle style</a:t>
            </a:r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 bwMode="ltGray">
          <a:xfrm>
            <a:off x="2415128" y="1488607"/>
            <a:ext cx="4291346" cy="249299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5400" baseline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</a:t>
            </a:r>
            <a:br>
              <a:rPr lang="en-US"/>
            </a:br>
            <a:r>
              <a:rPr lang="en-US"/>
              <a:t>edit Master </a:t>
            </a:r>
            <a:br>
              <a:rPr lang="en-US"/>
            </a:br>
            <a:r>
              <a:rPr lang="en-US"/>
              <a:t>title style</a:t>
            </a:r>
          </a:p>
        </p:txBody>
      </p:sp>
    </p:spTree>
    <p:extLst>
      <p:ext uri="{BB962C8B-B14F-4D97-AF65-F5344CB8AC3E}">
        <p14:creationId xmlns:p14="http://schemas.microsoft.com/office/powerpoint/2010/main" val="26465326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69603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13" imgH="416" progId="TCLayout.ActiveDocument.1">
                  <p:embed/>
                </p:oleObj>
              </mc:Choice>
              <mc:Fallback>
                <p:oleObj name="think-cell Slide" r:id="rId8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756745" y="945582"/>
            <a:ext cx="9186759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b="0" baseline="0" dirty="0"/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756745" y="6501669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/>
              <a:t>Source: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5"/>
            </p:custDataLst>
          </p:nvPr>
        </p:nvSpPr>
        <p:spPr>
          <a:xfrm>
            <a:off x="756745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0" name="2. Slide Title">
            <a:extLst>
              <a:ext uri="{FF2B5EF4-FFF2-40B4-BE49-F238E27FC236}">
                <a16:creationId xmlns:a16="http://schemas.microsoft.com/office/drawing/2014/main" id="{8326FFD0-8389-4032-AAB8-00C262CAF746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756745" y="317139"/>
            <a:ext cx="9186759" cy="61555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4000" baseline="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24CD5FF2-01A5-4C21-BC3A-A060F56D2A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0178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lin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828902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13" imgH="416" progId="TCLayout.ActiveDocument.1">
                  <p:embed/>
                </p:oleObj>
              </mc:Choice>
              <mc:Fallback>
                <p:oleObj name="think-cell Slide" r:id="rId8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gray"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99" name="Sticker" hidden="1">
            <a:extLst>
              <a:ext uri="{FF2B5EF4-FFF2-40B4-BE49-F238E27FC236}">
                <a16:creationId xmlns:a16="http://schemas.microsoft.com/office/drawing/2014/main" id="{64F3132B-1605-45D5-B06F-B703D774997D}"/>
              </a:ext>
            </a:extLst>
          </p:cNvPr>
          <p:cNvSpPr txBox="1"/>
          <p:nvPr userDrawn="1"/>
        </p:nvSpPr>
        <p:spPr bwMode="gray">
          <a:xfrm>
            <a:off x="756745" y="1882493"/>
            <a:ext cx="450444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/>
          <a:p>
            <a:pPr algn="l" rt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b="1" cap="all" baseline="0"/>
              <a:t>STICKER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D946AE2-379A-4734-9B7E-87F125A7A1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3" name="5. Source" hidden="1">
            <a:extLst>
              <a:ext uri="{FF2B5EF4-FFF2-40B4-BE49-F238E27FC236}">
                <a16:creationId xmlns:a16="http://schemas.microsoft.com/office/drawing/2014/main" id="{11D6F573-A812-4BB0-BD07-04B308138CB4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756745" y="6501669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/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87594482-17BE-4989-B9BE-9F62DC8A27FB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4"/>
            </p:custDataLst>
          </p:nvPr>
        </p:nvSpPr>
        <p:spPr>
          <a:xfrm>
            <a:off x="756745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6" name="3. Subtitle">
            <a:extLst>
              <a:ext uri="{FF2B5EF4-FFF2-40B4-BE49-F238E27FC236}">
                <a16:creationId xmlns:a16="http://schemas.microsoft.com/office/drawing/2014/main" id="{BD9FD28E-E0C0-498B-BA4C-5A240E195AEB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756745" y="1555185"/>
            <a:ext cx="9186759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b="0" baseline="0" dirty="0"/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</a:p>
        </p:txBody>
      </p:sp>
      <p:sp>
        <p:nvSpPr>
          <p:cNvPr id="17" name="2. Slide Title">
            <a:extLst>
              <a:ext uri="{FF2B5EF4-FFF2-40B4-BE49-F238E27FC236}">
                <a16:creationId xmlns:a16="http://schemas.microsoft.com/office/drawing/2014/main" id="{CF1D09B4-34AA-4F87-9CBF-690170C07E19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756745" y="317139"/>
            <a:ext cx="9186759" cy="123110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4000" baseline="0" dirty="0"/>
            </a:lvl1pPr>
          </a:lstStyle>
          <a:p>
            <a:pPr lvl="0"/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7307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9BA84E71-6FE7-4585-B82E-BE560331194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554552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9BA84E71-6FE7-4585-B82E-BE56033119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 hidden="1">
            <a:extLst>
              <a:ext uri="{FF2B5EF4-FFF2-40B4-BE49-F238E27FC236}">
                <a16:creationId xmlns:a16="http://schemas.microsoft.com/office/drawing/2014/main" id="{D62A08AB-557D-4245-84FA-9DB6B6C6845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756745" y="1408557"/>
            <a:ext cx="3813048" cy="1231106"/>
          </a:xfrm>
          <a:prstGeom prst="rect">
            <a:avLst/>
          </a:prstGeom>
        </p:spPr>
        <p:txBody>
          <a:bodyPr vert="horz" anchor="t">
            <a:spAutoFit/>
          </a:bodyPr>
          <a:lstStyle>
            <a:lvl1pPr rtl="0">
              <a:lnSpc>
                <a:spcPct val="100000"/>
              </a:lnSpc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907FC45-432E-4B12-8120-AF40E03E81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C6B3BD8-2D4F-4FB0-858D-FF0EEE91176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756745" y="6501669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/>
              <a:t>Source: …</a:t>
            </a:r>
          </a:p>
        </p:txBody>
      </p:sp>
      <p:sp>
        <p:nvSpPr>
          <p:cNvPr id="13" name="1. On-page tracker">
            <a:extLst>
              <a:ext uri="{FF2B5EF4-FFF2-40B4-BE49-F238E27FC236}">
                <a16:creationId xmlns:a16="http://schemas.microsoft.com/office/drawing/2014/main" id="{4085CF31-E6F0-408F-A2B2-D1084ACEA5C4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5"/>
            </p:custDataLst>
          </p:nvPr>
        </p:nvSpPr>
        <p:spPr>
          <a:xfrm>
            <a:off x="756745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18405684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C4F5195-E8F7-4A2F-B02E-643BB3D8838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778557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C4F5195-E8F7-4A2F-B02E-643BB3D883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515EFC92-5E3D-4BDC-A378-85D30212A9E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756745" y="3121224"/>
            <a:ext cx="5065776" cy="615553"/>
          </a:xfrm>
          <a:prstGeom prst="rect">
            <a:avLst/>
          </a:prstGeom>
        </p:spPr>
        <p:txBody>
          <a:bodyPr vert="horz" rIns="365760" anchor="ctr">
            <a:spAutoFit/>
          </a:bodyPr>
          <a:lstStyle>
            <a:lvl1pPr rtl="0"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8C0D0849-92FA-470B-B1CB-39B41C3FFA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F3A45F60-783D-4E35-8F82-36D95C76EF89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756745" y="6501669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/>
              <a:t>Source: …</a:t>
            </a:r>
          </a:p>
        </p:txBody>
      </p:sp>
      <p:sp>
        <p:nvSpPr>
          <p:cNvPr id="13" name="1. On-page tracker">
            <a:extLst>
              <a:ext uri="{FF2B5EF4-FFF2-40B4-BE49-F238E27FC236}">
                <a16:creationId xmlns:a16="http://schemas.microsoft.com/office/drawing/2014/main" id="{A7981EF2-4489-4214-92F9-625C4FFF9A87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5"/>
            </p:custDataLst>
          </p:nvPr>
        </p:nvSpPr>
        <p:spPr>
          <a:xfrm>
            <a:off x="756745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49459870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05B6D76-6B4B-4ED5-B8F1-5D1D098312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326616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05B6D76-6B4B-4ED5-B8F1-5D1D098312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ltGray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7A29DD9-BE86-4093-BC4D-7EE2776AB2BA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lt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CD59BFD-9ED9-42ED-B8D9-B6F4519952A5}"/>
              </a:ext>
            </a:extLst>
          </p:cNvPr>
          <p:cNvSpPr/>
          <p:nvPr userDrawn="1"/>
        </p:nvSpPr>
        <p:spPr bwMode="ltGray">
          <a:xfrm>
            <a:off x="774" y="0"/>
            <a:ext cx="12192000" cy="6858000"/>
          </a:xfrm>
          <a:prstGeom prst="rect">
            <a:avLst/>
          </a:prstGeom>
          <a:solidFill>
            <a:schemeClr val="bg2">
              <a:lumMod val="10000"/>
              <a:alpha val="49000"/>
            </a:scheme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86E3BC9-E906-4831-A00B-A87E8B17A7B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/>
          <a:srcRect l="10663" t="29916" r="16754" b="21802"/>
          <a:stretch/>
        </p:blipFill>
        <p:spPr bwMode="ltGray">
          <a:xfrm>
            <a:off x="9836600" y="6050184"/>
            <a:ext cx="2227578" cy="731520"/>
          </a:xfrm>
          <a:prstGeom prst="rect">
            <a:avLst/>
          </a:prstGeom>
        </p:spPr>
      </p:pic>
      <p:sp>
        <p:nvSpPr>
          <p:cNvPr id="13" name="Google Shape;1863;p148">
            <a:extLst>
              <a:ext uri="{FF2B5EF4-FFF2-40B4-BE49-F238E27FC236}">
                <a16:creationId xmlns:a16="http://schemas.microsoft.com/office/drawing/2014/main" id="{C43A0364-4312-452F-8F70-A1E4A7FFD492}"/>
              </a:ext>
            </a:extLst>
          </p:cNvPr>
          <p:cNvSpPr/>
          <p:nvPr userDrawn="1"/>
        </p:nvSpPr>
        <p:spPr bwMode="ltGray">
          <a:xfrm>
            <a:off x="1326041" y="965191"/>
            <a:ext cx="2479800" cy="3421200"/>
          </a:xfrm>
          <a:prstGeom prst="rect">
            <a:avLst/>
          </a:prstGeom>
          <a:solidFill>
            <a:srgbClr val="04260E">
              <a:alpha val="7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cxnSp>
        <p:nvCxnSpPr>
          <p:cNvPr id="14" name="Google Shape;1864;p148">
            <a:extLst>
              <a:ext uri="{FF2B5EF4-FFF2-40B4-BE49-F238E27FC236}">
                <a16:creationId xmlns:a16="http://schemas.microsoft.com/office/drawing/2014/main" id="{17F3B303-F2AE-4359-BE48-01D8CE86914D}"/>
              </a:ext>
            </a:extLst>
          </p:cNvPr>
          <p:cNvCxnSpPr/>
          <p:nvPr userDrawn="1"/>
        </p:nvCxnSpPr>
        <p:spPr bwMode="ltGray">
          <a:xfrm>
            <a:off x="9306719" y="1260477"/>
            <a:ext cx="0" cy="40449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65882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" name="Google Shape;1865;p148">
            <a:extLst>
              <a:ext uri="{FF2B5EF4-FFF2-40B4-BE49-F238E27FC236}">
                <a16:creationId xmlns:a16="http://schemas.microsoft.com/office/drawing/2014/main" id="{6812F012-9220-42BC-A886-AE5E1CEAB506}"/>
              </a:ext>
            </a:extLst>
          </p:cNvPr>
          <p:cNvCxnSpPr/>
          <p:nvPr userDrawn="1"/>
        </p:nvCxnSpPr>
        <p:spPr bwMode="ltGray">
          <a:xfrm rot="10800000">
            <a:off x="119" y="5305425"/>
            <a:ext cx="9306600" cy="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65882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6" name="Google Shape;1866;p148">
            <a:extLst>
              <a:ext uri="{FF2B5EF4-FFF2-40B4-BE49-F238E27FC236}">
                <a16:creationId xmlns:a16="http://schemas.microsoft.com/office/drawing/2014/main" id="{4DE4D99E-678E-413B-8E39-65C35EDECDDF}"/>
              </a:ext>
            </a:extLst>
          </p:cNvPr>
          <p:cNvCxnSpPr/>
          <p:nvPr userDrawn="1"/>
        </p:nvCxnSpPr>
        <p:spPr bwMode="ltGray">
          <a:xfrm rot="10800000">
            <a:off x="3805619" y="1260474"/>
            <a:ext cx="5501100" cy="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65882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7" name="Google Shape;1867;p148">
            <a:extLst>
              <a:ext uri="{FF2B5EF4-FFF2-40B4-BE49-F238E27FC236}">
                <a16:creationId xmlns:a16="http://schemas.microsoft.com/office/drawing/2014/main" id="{5D8D6D65-DE4F-4F49-9869-BF61D45722E0}"/>
              </a:ext>
            </a:extLst>
          </p:cNvPr>
          <p:cNvGrpSpPr/>
          <p:nvPr userDrawn="1"/>
        </p:nvGrpSpPr>
        <p:grpSpPr bwMode="ltGray">
          <a:xfrm>
            <a:off x="1874956" y="965190"/>
            <a:ext cx="1917737" cy="1172369"/>
            <a:chOff x="7006838" y="-1"/>
            <a:chExt cx="2901266" cy="1725848"/>
          </a:xfrm>
        </p:grpSpPr>
        <p:sp>
          <p:nvSpPr>
            <p:cNvPr id="18" name="Google Shape;1868;p148">
              <a:extLst>
                <a:ext uri="{FF2B5EF4-FFF2-40B4-BE49-F238E27FC236}">
                  <a16:creationId xmlns:a16="http://schemas.microsoft.com/office/drawing/2014/main" id="{AEBFE0C5-55E1-4E48-8EB5-132933DF1729}"/>
                </a:ext>
              </a:extLst>
            </p:cNvPr>
            <p:cNvSpPr/>
            <p:nvPr/>
          </p:nvSpPr>
          <p:spPr bwMode="ltGray">
            <a:xfrm>
              <a:off x="8307648" y="-1"/>
              <a:ext cx="1226286" cy="416928"/>
            </a:xfrm>
            <a:custGeom>
              <a:avLst/>
              <a:gdLst/>
              <a:ahLst/>
              <a:cxnLst/>
              <a:rect l="l" t="t" r="r" b="b"/>
              <a:pathLst>
                <a:path w="1351279" h="472440" extrusionOk="0">
                  <a:moveTo>
                    <a:pt x="0" y="1904"/>
                  </a:moveTo>
                  <a:lnTo>
                    <a:pt x="675640" y="472440"/>
                  </a:lnTo>
                  <a:lnTo>
                    <a:pt x="1351279" y="1904"/>
                  </a:lnTo>
                  <a:lnTo>
                    <a:pt x="1348623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9" name="Google Shape;1869;p148">
              <a:extLst>
                <a:ext uri="{FF2B5EF4-FFF2-40B4-BE49-F238E27FC236}">
                  <a16:creationId xmlns:a16="http://schemas.microsoft.com/office/drawing/2014/main" id="{8ACC2816-1B36-470D-9C35-3AAB16D88185}"/>
                </a:ext>
              </a:extLst>
            </p:cNvPr>
            <p:cNvSpPr/>
            <p:nvPr/>
          </p:nvSpPr>
          <p:spPr bwMode="ltGray">
            <a:xfrm>
              <a:off x="8307648" y="4482"/>
              <a:ext cx="608532" cy="824890"/>
            </a:xfrm>
            <a:custGeom>
              <a:avLst/>
              <a:gdLst/>
              <a:ahLst/>
              <a:cxnLst/>
              <a:rect l="l" t="t" r="r" b="b"/>
              <a:pathLst>
                <a:path w="670559" h="934719" extrusionOk="0">
                  <a:moveTo>
                    <a:pt x="0" y="0"/>
                  </a:moveTo>
                  <a:lnTo>
                    <a:pt x="0" y="473710"/>
                  </a:lnTo>
                  <a:lnTo>
                    <a:pt x="670560" y="934720"/>
                  </a:lnTo>
                  <a:lnTo>
                    <a:pt x="670560" y="4737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0" name="Google Shape;1870;p148">
              <a:extLst>
                <a:ext uri="{FF2B5EF4-FFF2-40B4-BE49-F238E27FC236}">
                  <a16:creationId xmlns:a16="http://schemas.microsoft.com/office/drawing/2014/main" id="{CFABB13F-B6E2-4A99-A21A-36D2E68DF6CC}"/>
                </a:ext>
              </a:extLst>
            </p:cNvPr>
            <p:cNvSpPr/>
            <p:nvPr/>
          </p:nvSpPr>
          <p:spPr bwMode="ltGray">
            <a:xfrm>
              <a:off x="8916537" y="4482"/>
              <a:ext cx="617753" cy="824890"/>
            </a:xfrm>
            <a:custGeom>
              <a:avLst/>
              <a:gdLst/>
              <a:ahLst/>
              <a:cxnLst/>
              <a:rect l="l" t="t" r="r" b="b"/>
              <a:pathLst>
                <a:path w="680720" h="934719" extrusionOk="0">
                  <a:moveTo>
                    <a:pt x="680719" y="0"/>
                  </a:moveTo>
                  <a:lnTo>
                    <a:pt x="0" y="473710"/>
                  </a:lnTo>
                  <a:lnTo>
                    <a:pt x="0" y="934720"/>
                  </a:lnTo>
                  <a:lnTo>
                    <a:pt x="680719" y="473710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1" name="Google Shape;1871;p148">
              <a:extLst>
                <a:ext uri="{FF2B5EF4-FFF2-40B4-BE49-F238E27FC236}">
                  <a16:creationId xmlns:a16="http://schemas.microsoft.com/office/drawing/2014/main" id="{C97F0ED1-4815-4CBB-B14D-777EBF9B86E2}"/>
                </a:ext>
              </a:extLst>
            </p:cNvPr>
            <p:cNvSpPr/>
            <p:nvPr/>
          </p:nvSpPr>
          <p:spPr bwMode="ltGray">
            <a:xfrm>
              <a:off x="7009231" y="-1"/>
              <a:ext cx="1240117" cy="407962"/>
            </a:xfrm>
            <a:custGeom>
              <a:avLst/>
              <a:gdLst/>
              <a:ahLst/>
              <a:cxnLst/>
              <a:rect l="l" t="t" r="r" b="b"/>
              <a:pathLst>
                <a:path w="1366520" h="462280" extrusionOk="0">
                  <a:moveTo>
                    <a:pt x="0" y="0"/>
                  </a:moveTo>
                  <a:lnTo>
                    <a:pt x="685070" y="462279"/>
                  </a:lnTo>
                  <a:lnTo>
                    <a:pt x="1366344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2" name="Google Shape;1872;p148">
              <a:extLst>
                <a:ext uri="{FF2B5EF4-FFF2-40B4-BE49-F238E27FC236}">
                  <a16:creationId xmlns:a16="http://schemas.microsoft.com/office/drawing/2014/main" id="{A8C38A80-CC62-48D0-9B2C-F6634A2A2E94}"/>
                </a:ext>
              </a:extLst>
            </p:cNvPr>
            <p:cNvSpPr/>
            <p:nvPr/>
          </p:nvSpPr>
          <p:spPr bwMode="ltGray">
            <a:xfrm>
              <a:off x="7006838" y="0"/>
              <a:ext cx="626973" cy="802474"/>
            </a:xfrm>
            <a:custGeom>
              <a:avLst/>
              <a:gdLst/>
              <a:ahLst/>
              <a:cxnLst/>
              <a:rect l="l" t="t" r="r" b="b"/>
              <a:pathLst>
                <a:path w="690879" h="909319" extrusionOk="0">
                  <a:moveTo>
                    <a:pt x="0" y="0"/>
                  </a:moveTo>
                  <a:lnTo>
                    <a:pt x="0" y="456565"/>
                  </a:lnTo>
                  <a:lnTo>
                    <a:pt x="690879" y="909320"/>
                  </a:lnTo>
                  <a:lnTo>
                    <a:pt x="690879" y="456565"/>
                  </a:lnTo>
                  <a:lnTo>
                    <a:pt x="7602" y="0"/>
                  </a:lnTo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3" name="Google Shape;1873;p148">
              <a:extLst>
                <a:ext uri="{FF2B5EF4-FFF2-40B4-BE49-F238E27FC236}">
                  <a16:creationId xmlns:a16="http://schemas.microsoft.com/office/drawing/2014/main" id="{C2F2991A-D162-4D19-A3D8-1E7FCEED5D4F}"/>
                </a:ext>
              </a:extLst>
            </p:cNvPr>
            <p:cNvSpPr/>
            <p:nvPr/>
          </p:nvSpPr>
          <p:spPr bwMode="ltGray">
            <a:xfrm>
              <a:off x="7634180" y="0"/>
              <a:ext cx="617753" cy="802474"/>
            </a:xfrm>
            <a:custGeom>
              <a:avLst/>
              <a:gdLst/>
              <a:ahLst/>
              <a:cxnLst/>
              <a:rect l="l" t="t" r="r" b="b"/>
              <a:pathLst>
                <a:path w="680720" h="909319" extrusionOk="0">
                  <a:moveTo>
                    <a:pt x="673229" y="0"/>
                  </a:moveTo>
                  <a:lnTo>
                    <a:pt x="0" y="456565"/>
                  </a:lnTo>
                  <a:lnTo>
                    <a:pt x="0" y="909320"/>
                  </a:lnTo>
                  <a:lnTo>
                    <a:pt x="680720" y="456565"/>
                  </a:lnTo>
                  <a:lnTo>
                    <a:pt x="680720" y="0"/>
                  </a:lnTo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4" name="Google Shape;1874;p148">
              <a:extLst>
                <a:ext uri="{FF2B5EF4-FFF2-40B4-BE49-F238E27FC236}">
                  <a16:creationId xmlns:a16="http://schemas.microsoft.com/office/drawing/2014/main" id="{B9F83AE8-815F-4F0A-99AF-7496FAB8F0E9}"/>
                </a:ext>
              </a:extLst>
            </p:cNvPr>
            <p:cNvSpPr/>
            <p:nvPr/>
          </p:nvSpPr>
          <p:spPr bwMode="ltGray">
            <a:xfrm>
              <a:off x="8270747" y="865092"/>
              <a:ext cx="617753" cy="860755"/>
            </a:xfrm>
            <a:custGeom>
              <a:avLst/>
              <a:gdLst/>
              <a:ahLst/>
              <a:cxnLst/>
              <a:rect l="l" t="t" r="r" b="b"/>
              <a:pathLst>
                <a:path w="680720" h="975360" extrusionOk="0">
                  <a:moveTo>
                    <a:pt x="680719" y="0"/>
                  </a:moveTo>
                  <a:lnTo>
                    <a:pt x="0" y="474852"/>
                  </a:lnTo>
                  <a:lnTo>
                    <a:pt x="0" y="975359"/>
                  </a:lnTo>
                  <a:lnTo>
                    <a:pt x="680719" y="474852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5" name="Google Shape;1875;p148">
              <a:extLst>
                <a:ext uri="{FF2B5EF4-FFF2-40B4-BE49-F238E27FC236}">
                  <a16:creationId xmlns:a16="http://schemas.microsoft.com/office/drawing/2014/main" id="{1AD2C35D-CFA1-435E-A46F-A72AD9C9065D}"/>
                </a:ext>
              </a:extLst>
            </p:cNvPr>
            <p:cNvSpPr/>
            <p:nvPr/>
          </p:nvSpPr>
          <p:spPr bwMode="ltGray">
            <a:xfrm>
              <a:off x="7643403" y="434786"/>
              <a:ext cx="1244727" cy="851789"/>
            </a:xfrm>
            <a:custGeom>
              <a:avLst/>
              <a:gdLst/>
              <a:ahLst/>
              <a:cxnLst/>
              <a:rect l="l" t="t" r="r" b="b"/>
              <a:pathLst>
                <a:path w="1371600" h="965200" extrusionOk="0">
                  <a:moveTo>
                    <a:pt x="0" y="471678"/>
                  </a:moveTo>
                  <a:lnTo>
                    <a:pt x="694690" y="965200"/>
                  </a:lnTo>
                  <a:lnTo>
                    <a:pt x="1371600" y="490982"/>
                  </a:lnTo>
                  <a:lnTo>
                    <a:pt x="694690" y="0"/>
                  </a:lnTo>
                  <a:lnTo>
                    <a:pt x="0" y="471678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6" name="Google Shape;1876;p148">
              <a:extLst>
                <a:ext uri="{FF2B5EF4-FFF2-40B4-BE49-F238E27FC236}">
                  <a16:creationId xmlns:a16="http://schemas.microsoft.com/office/drawing/2014/main" id="{8ADFEE56-CC4F-4705-91D5-92EA7BCC3152}"/>
                </a:ext>
              </a:extLst>
            </p:cNvPr>
            <p:cNvSpPr/>
            <p:nvPr/>
          </p:nvSpPr>
          <p:spPr bwMode="ltGray">
            <a:xfrm>
              <a:off x="7643405" y="847164"/>
              <a:ext cx="626973" cy="869721"/>
            </a:xfrm>
            <a:custGeom>
              <a:avLst/>
              <a:gdLst/>
              <a:ahLst/>
              <a:cxnLst/>
              <a:rect l="l" t="t" r="r" b="b"/>
              <a:pathLst>
                <a:path w="690879" h="985519" extrusionOk="0">
                  <a:moveTo>
                    <a:pt x="2540" y="0"/>
                  </a:moveTo>
                  <a:lnTo>
                    <a:pt x="0" y="492759"/>
                  </a:lnTo>
                  <a:lnTo>
                    <a:pt x="690880" y="985519"/>
                  </a:lnTo>
                  <a:lnTo>
                    <a:pt x="690880" y="492759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7" name="Google Shape;1877;p148">
              <a:extLst>
                <a:ext uri="{FF2B5EF4-FFF2-40B4-BE49-F238E27FC236}">
                  <a16:creationId xmlns:a16="http://schemas.microsoft.com/office/drawing/2014/main" id="{3BCBF295-8192-46BD-876A-2CEDB62B2EF8}"/>
                </a:ext>
              </a:extLst>
            </p:cNvPr>
            <p:cNvSpPr/>
            <p:nvPr/>
          </p:nvSpPr>
          <p:spPr bwMode="ltGray">
            <a:xfrm>
              <a:off x="8953441" y="875740"/>
              <a:ext cx="954290" cy="419730"/>
            </a:xfrm>
            <a:custGeom>
              <a:avLst/>
              <a:gdLst/>
              <a:ahLst/>
              <a:cxnLst/>
              <a:rect l="l" t="t" r="r" b="b"/>
              <a:pathLst>
                <a:path w="1051559" h="475615" extrusionOk="0">
                  <a:moveTo>
                    <a:pt x="0" y="0"/>
                  </a:moveTo>
                  <a:lnTo>
                    <a:pt x="671829" y="475615"/>
                  </a:lnTo>
                  <a:lnTo>
                    <a:pt x="1051560" y="216191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8" name="Google Shape;1878;p148">
              <a:extLst>
                <a:ext uri="{FF2B5EF4-FFF2-40B4-BE49-F238E27FC236}">
                  <a16:creationId xmlns:a16="http://schemas.microsoft.com/office/drawing/2014/main" id="{A76BD1C2-DEAE-4BDB-8338-14972B33C847}"/>
                </a:ext>
              </a:extLst>
            </p:cNvPr>
            <p:cNvSpPr/>
            <p:nvPr/>
          </p:nvSpPr>
          <p:spPr bwMode="ltGray">
            <a:xfrm>
              <a:off x="8953441" y="452717"/>
              <a:ext cx="954290" cy="423093"/>
            </a:xfrm>
            <a:custGeom>
              <a:avLst/>
              <a:gdLst/>
              <a:ahLst/>
              <a:cxnLst/>
              <a:rect l="l" t="t" r="r" b="b"/>
              <a:pathLst>
                <a:path w="1051559" h="479425" extrusionOk="0">
                  <a:moveTo>
                    <a:pt x="1051560" y="272285"/>
                  </a:moveTo>
                  <a:lnTo>
                    <a:pt x="678179" y="0"/>
                  </a:lnTo>
                  <a:lnTo>
                    <a:pt x="0" y="479425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9" name="Google Shape;1879;p148">
              <a:extLst>
                <a:ext uri="{FF2B5EF4-FFF2-40B4-BE49-F238E27FC236}">
                  <a16:creationId xmlns:a16="http://schemas.microsoft.com/office/drawing/2014/main" id="{FCE02DAF-D1DC-4A9E-8611-AD90EA6638D1}"/>
                </a:ext>
              </a:extLst>
            </p:cNvPr>
            <p:cNvSpPr/>
            <p:nvPr/>
          </p:nvSpPr>
          <p:spPr bwMode="ltGray">
            <a:xfrm>
              <a:off x="8944218" y="874059"/>
              <a:ext cx="617753" cy="833857"/>
            </a:xfrm>
            <a:custGeom>
              <a:avLst/>
              <a:gdLst/>
              <a:ahLst/>
              <a:cxnLst/>
              <a:rect l="l" t="t" r="r" b="b"/>
              <a:pathLst>
                <a:path w="680720" h="944880" extrusionOk="0">
                  <a:moveTo>
                    <a:pt x="2539" y="0"/>
                  </a:moveTo>
                  <a:lnTo>
                    <a:pt x="0" y="473710"/>
                  </a:lnTo>
                  <a:lnTo>
                    <a:pt x="675639" y="944879"/>
                  </a:lnTo>
                  <a:lnTo>
                    <a:pt x="680720" y="480187"/>
                  </a:lnTo>
                  <a:lnTo>
                    <a:pt x="253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30" name="Google Shape;1880;p148">
              <a:extLst>
                <a:ext uri="{FF2B5EF4-FFF2-40B4-BE49-F238E27FC236}">
                  <a16:creationId xmlns:a16="http://schemas.microsoft.com/office/drawing/2014/main" id="{9D191A7F-0CCA-42DF-94DF-4B02DB5A34C0}"/>
                </a:ext>
              </a:extLst>
            </p:cNvPr>
            <p:cNvSpPr/>
            <p:nvPr/>
          </p:nvSpPr>
          <p:spPr bwMode="ltGray">
            <a:xfrm>
              <a:off x="9562347" y="1066703"/>
              <a:ext cx="345757" cy="641644"/>
            </a:xfrm>
            <a:custGeom>
              <a:avLst/>
              <a:gdLst/>
              <a:ahLst/>
              <a:cxnLst/>
              <a:rect l="l" t="t" r="r" b="b"/>
              <a:pathLst>
                <a:path w="381000" h="727075" extrusionOk="0">
                  <a:moveTo>
                    <a:pt x="381000" y="0"/>
                  </a:moveTo>
                  <a:lnTo>
                    <a:pt x="5079" y="261094"/>
                  </a:lnTo>
                  <a:lnTo>
                    <a:pt x="0" y="726549"/>
                  </a:lnTo>
                  <a:lnTo>
                    <a:pt x="381000" y="468213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</p:grp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57E83E90-170B-4CE2-A66E-0F195B567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ltGray">
          <a:xfrm>
            <a:off x="1675186" y="2167443"/>
            <a:ext cx="1916400" cy="1826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>
              <a:defRPr kumimoji="0" lang="en-US" sz="9600" b="1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z="1800" smtClean="0">
                <a:solidFill>
                  <a:schemeClr val="tx1"/>
                </a:solidFill>
              </a:defRPr>
            </a:lvl4pPr>
            <a:lvl5pPr>
              <a:defRPr lang="en-US" sz="1800"/>
            </a:lvl5pPr>
          </a:lstStyle>
          <a:p>
            <a:pPr marR="0" lvl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  <a:tabLst/>
            </a:pPr>
            <a:r>
              <a:rPr lang="en-US"/>
              <a:t>1</a:t>
            </a:r>
          </a:p>
        </p:txBody>
      </p:sp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DCF374B-2477-45CD-A00B-B8676A45ACDF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44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 bwMode="ltGray">
          <a:xfrm>
            <a:off x="3913786" y="2257869"/>
            <a:ext cx="5171846" cy="1846659"/>
          </a:xfrm>
        </p:spPr>
        <p:txBody>
          <a:bodyPr vert="horz" anchor="ctr" anchorCtr="0">
            <a:spAutoFit/>
          </a:bodyPr>
          <a:lstStyle>
            <a:lvl1pPr rtl="0">
              <a:lnSpc>
                <a:spcPct val="100000"/>
              </a:lnSpc>
              <a:defRPr sz="6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/>
              <a:t>Source: …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E96127C-01BD-44C5-A45E-4A17231E4935}"/>
              </a:ext>
            </a:extLst>
          </p:cNvPr>
          <p:cNvSpPr txBox="1"/>
          <p:nvPr userDrawn="1"/>
        </p:nvSpPr>
        <p:spPr>
          <a:xfrm>
            <a:off x="756745" y="0"/>
            <a:ext cx="4064000" cy="203133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lvl="0" indent="0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1pPr>
            <a:lvl2pPr marL="284400" lvl="1" indent="-17280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2pPr>
            <a:lvl3pPr marL="511200" lvl="2" indent="-16560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3pPr>
            <a:lvl4pPr marL="0" lvl="3" indent="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2000">
                <a:solidFill>
                  <a:schemeClr val="tx2"/>
                </a:solidFill>
                <a:sym typeface="Trebuchet MS" panose="020B0603020202020204" pitchFamily="34" charset="0"/>
              </a:defRPr>
            </a:lvl4pPr>
            <a:lvl5pPr marL="0" lvl="4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2000" b="1" smtClean="0">
                <a:solidFill>
                  <a:schemeClr val="tx1"/>
                </a:solidFill>
                <a:sym typeface="Trebuchet MS" panose="020B0603020202020204" pitchFamily="34" charset="0"/>
              </a:defRPr>
            </a:lvl5pPr>
            <a:lvl6pPr marL="269875" lvl="5" indent="-152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2000" smtClean="0">
                <a:solidFill>
                  <a:schemeClr val="tx1"/>
                </a:solidFill>
                <a:sym typeface="Trebuchet MS" panose="020B0603020202020204" pitchFamily="34" charset="0"/>
              </a:defRPr>
            </a:lvl6pPr>
            <a:lvl7pPr marL="0" lvl="6" indent="0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5400" baseline="0" smtClean="0">
                <a:solidFill>
                  <a:schemeClr val="tx1"/>
                </a:solidFill>
                <a:sym typeface="Trebuchet MS" panose="020B0603020202020204" pitchFamily="34" charset="0"/>
              </a:defRPr>
            </a:lvl7pPr>
            <a:lvl8pPr marL="0" lvl="7" indent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6600" baseline="0" smtClean="0">
                <a:solidFill>
                  <a:schemeClr val="tx2"/>
                </a:solidFill>
                <a:sym typeface="Trebuchet MS" panose="020B0603020202020204" pitchFamily="34" charset="0"/>
              </a:defRPr>
            </a:lvl8pPr>
            <a:lvl9pPr marL="0" lvl="8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3200" baseline="0" dirty="0">
                <a:solidFill>
                  <a:schemeClr val="tx2"/>
                </a:solidFill>
                <a:sym typeface="Trebuchet MS" panose="020B0603020202020204" pitchFamily="34" charset="0"/>
              </a:defRPr>
            </a:lvl9pPr>
          </a:lstStyle>
          <a:p>
            <a:pPr>
              <a:buNone/>
            </a:pPr>
            <a:r>
              <a:rPr lang="en-US" sz="1200" b="1">
                <a:solidFill>
                  <a:schemeClr val="bg1"/>
                </a:solidFill>
              </a:rPr>
              <a:t>CONFIDENTIAL – NOT TO BE DISTRIBUTED </a:t>
            </a:r>
          </a:p>
        </p:txBody>
      </p:sp>
    </p:spTree>
    <p:extLst>
      <p:ext uri="{BB962C8B-B14F-4D97-AF65-F5344CB8AC3E}">
        <p14:creationId xmlns:p14="http://schemas.microsoft.com/office/powerpoint/2010/main" val="293258793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EC6EE29E-F64A-419F-BFB0-EEDEB71953F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906740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EC6EE29E-F64A-419F-BFB0-EEDEB71953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69526043-F22A-4ED3-B0A1-DD7C4F83AF9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34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8" name="2. Slide Title">
            <a:extLst>
              <a:ext uri="{FF2B5EF4-FFF2-40B4-BE49-F238E27FC236}">
                <a16:creationId xmlns:a16="http://schemas.microsoft.com/office/drawing/2014/main" id="{EA735538-C733-4892-93A4-7B433D8B829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433118"/>
            <a:ext cx="9180576" cy="646331"/>
          </a:xfrm>
          <a:prstGeom prst="rect">
            <a:avLst/>
          </a:prstGeom>
        </p:spPr>
        <p:txBody>
          <a:bodyPr vert="horz" anchor="b">
            <a:spAutoFit/>
          </a:bodyPr>
          <a:lstStyle>
            <a:lvl1pPr rtl="0">
              <a:lnSpc>
                <a:spcPct val="105000"/>
              </a:lnSpc>
              <a:defRPr sz="4000" baseline="0"/>
            </a:lvl1pPr>
          </a:lstStyle>
          <a:p>
            <a:r>
              <a:rPr lang="en-US"/>
              <a:t>“Click to add quote</a:t>
            </a:r>
          </a:p>
        </p:txBody>
      </p:sp>
      <p:sp>
        <p:nvSpPr>
          <p:cNvPr id="6" name="3. Subtitle">
            <a:extLst>
              <a:ext uri="{FF2B5EF4-FFF2-40B4-BE49-F238E27FC236}">
                <a16:creationId xmlns:a16="http://schemas.microsoft.com/office/drawing/2014/main" id="{8DB5022C-F66C-4018-82F3-195571DDD52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284630"/>
            <a:ext cx="9180576" cy="36933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b="0" baseline="0" dirty="0"/>
            </a:lvl1pPr>
          </a:lstStyle>
          <a:p>
            <a:pPr lvl="0">
              <a:buNone/>
            </a:pPr>
            <a:r>
              <a:rPr lang="en-US"/>
              <a:t>Click to add quote source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1038286-ADDF-467A-9533-2FF243AA1B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97C26B2D-768A-480F-A720-BB4BB22F450C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756745" y="6501669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/>
              <a:t>Source: …</a:t>
            </a:r>
          </a:p>
        </p:txBody>
      </p:sp>
      <p:sp>
        <p:nvSpPr>
          <p:cNvPr id="13" name="1. On-page tracker">
            <a:extLst>
              <a:ext uri="{FF2B5EF4-FFF2-40B4-BE49-F238E27FC236}">
                <a16:creationId xmlns:a16="http://schemas.microsoft.com/office/drawing/2014/main" id="{661FCBD5-E2D3-4829-BFA1-249E272E7B0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756745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205715569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763747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67C50C85-5FB9-4798-A8A4-1DA5B9F3ACC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D7F9E0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756745" y="3659644"/>
            <a:ext cx="2514600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sz="2000" b="0" baseline="0" dirty="0"/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</a:p>
        </p:txBody>
      </p:sp>
      <p:sp>
        <p:nvSpPr>
          <p:cNvPr id="11" name="2. Slide Title">
            <a:extLst>
              <a:ext uri="{FF2B5EF4-FFF2-40B4-BE49-F238E27FC236}">
                <a16:creationId xmlns:a16="http://schemas.microsoft.com/office/drawing/2014/main" id="{BD1E8CEA-59CA-420E-955C-4C9FBA24773C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756745" y="1667151"/>
            <a:ext cx="2514600" cy="1846659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grpSp>
        <p:nvGrpSpPr>
          <p:cNvPr id="12" name="Deco">
            <a:extLst>
              <a:ext uri="{FF2B5EF4-FFF2-40B4-BE49-F238E27FC236}">
                <a16:creationId xmlns:a16="http://schemas.microsoft.com/office/drawing/2014/main" id="{7FFB42BA-27FB-43FE-A02C-8DDFE08820B1}"/>
              </a:ext>
            </a:extLst>
          </p:cNvPr>
          <p:cNvGrpSpPr/>
          <p:nvPr userDrawn="1"/>
        </p:nvGrpSpPr>
        <p:grpSpPr bwMode="ltGray">
          <a:xfrm>
            <a:off x="10019832" y="-28841"/>
            <a:ext cx="2172168" cy="1289899"/>
            <a:chOff x="7006851" y="0"/>
            <a:chExt cx="2901252" cy="1725848"/>
          </a:xfrm>
        </p:grpSpPr>
        <p:sp>
          <p:nvSpPr>
            <p:cNvPr id="13" name="Google Shape;1893;p149">
              <a:extLst>
                <a:ext uri="{FF2B5EF4-FFF2-40B4-BE49-F238E27FC236}">
                  <a16:creationId xmlns:a16="http://schemas.microsoft.com/office/drawing/2014/main" id="{49E04973-83DB-4A95-BA07-0BD3F79D2920}"/>
                </a:ext>
              </a:extLst>
            </p:cNvPr>
            <p:cNvSpPr/>
            <p:nvPr/>
          </p:nvSpPr>
          <p:spPr bwMode="ltGray">
            <a:xfrm>
              <a:off x="8307663" y="0"/>
              <a:ext cx="1226286" cy="416928"/>
            </a:xfrm>
            <a:custGeom>
              <a:avLst/>
              <a:gdLst/>
              <a:ahLst/>
              <a:cxnLst/>
              <a:rect l="l" t="t" r="r" b="b"/>
              <a:pathLst>
                <a:path w="1351279" h="472440" extrusionOk="0">
                  <a:moveTo>
                    <a:pt x="0" y="1904"/>
                  </a:moveTo>
                  <a:lnTo>
                    <a:pt x="675640" y="472440"/>
                  </a:lnTo>
                  <a:lnTo>
                    <a:pt x="1351279" y="1904"/>
                  </a:lnTo>
                  <a:lnTo>
                    <a:pt x="1348623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4" name="Google Shape;1894;p149">
              <a:extLst>
                <a:ext uri="{FF2B5EF4-FFF2-40B4-BE49-F238E27FC236}">
                  <a16:creationId xmlns:a16="http://schemas.microsoft.com/office/drawing/2014/main" id="{0D2C0E21-1230-4A3D-9329-E84FC05DD91B}"/>
                </a:ext>
              </a:extLst>
            </p:cNvPr>
            <p:cNvSpPr/>
            <p:nvPr/>
          </p:nvSpPr>
          <p:spPr bwMode="ltGray">
            <a:xfrm>
              <a:off x="8307663" y="4483"/>
              <a:ext cx="608532" cy="824890"/>
            </a:xfrm>
            <a:custGeom>
              <a:avLst/>
              <a:gdLst/>
              <a:ahLst/>
              <a:cxnLst/>
              <a:rect l="l" t="t" r="r" b="b"/>
              <a:pathLst>
                <a:path w="670559" h="934719" extrusionOk="0">
                  <a:moveTo>
                    <a:pt x="0" y="0"/>
                  </a:moveTo>
                  <a:lnTo>
                    <a:pt x="0" y="473710"/>
                  </a:lnTo>
                  <a:lnTo>
                    <a:pt x="670560" y="934720"/>
                  </a:lnTo>
                  <a:lnTo>
                    <a:pt x="670560" y="4737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5" name="Google Shape;1895;p149">
              <a:extLst>
                <a:ext uri="{FF2B5EF4-FFF2-40B4-BE49-F238E27FC236}">
                  <a16:creationId xmlns:a16="http://schemas.microsoft.com/office/drawing/2014/main" id="{A1B71ECE-C135-42AE-835F-9B1C201E13E1}"/>
                </a:ext>
              </a:extLst>
            </p:cNvPr>
            <p:cNvSpPr/>
            <p:nvPr/>
          </p:nvSpPr>
          <p:spPr bwMode="ltGray">
            <a:xfrm>
              <a:off x="8916554" y="4483"/>
              <a:ext cx="617753" cy="824890"/>
            </a:xfrm>
            <a:custGeom>
              <a:avLst/>
              <a:gdLst/>
              <a:ahLst/>
              <a:cxnLst/>
              <a:rect l="l" t="t" r="r" b="b"/>
              <a:pathLst>
                <a:path w="680720" h="934719" extrusionOk="0">
                  <a:moveTo>
                    <a:pt x="680719" y="0"/>
                  </a:moveTo>
                  <a:lnTo>
                    <a:pt x="0" y="473710"/>
                  </a:lnTo>
                  <a:lnTo>
                    <a:pt x="0" y="934720"/>
                  </a:lnTo>
                  <a:lnTo>
                    <a:pt x="680719" y="473710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6" name="Google Shape;1896;p149">
              <a:extLst>
                <a:ext uri="{FF2B5EF4-FFF2-40B4-BE49-F238E27FC236}">
                  <a16:creationId xmlns:a16="http://schemas.microsoft.com/office/drawing/2014/main" id="{7542EF05-F2E6-4FA4-932C-CF7AA2C5CEA6}"/>
                </a:ext>
              </a:extLst>
            </p:cNvPr>
            <p:cNvSpPr/>
            <p:nvPr/>
          </p:nvSpPr>
          <p:spPr bwMode="ltGray">
            <a:xfrm>
              <a:off x="7009244" y="0"/>
              <a:ext cx="1240117" cy="407962"/>
            </a:xfrm>
            <a:custGeom>
              <a:avLst/>
              <a:gdLst/>
              <a:ahLst/>
              <a:cxnLst/>
              <a:rect l="l" t="t" r="r" b="b"/>
              <a:pathLst>
                <a:path w="1366520" h="462280" extrusionOk="0">
                  <a:moveTo>
                    <a:pt x="0" y="0"/>
                  </a:moveTo>
                  <a:lnTo>
                    <a:pt x="685070" y="462279"/>
                  </a:lnTo>
                  <a:lnTo>
                    <a:pt x="1366344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8" name="Google Shape;1897;p149">
              <a:extLst>
                <a:ext uri="{FF2B5EF4-FFF2-40B4-BE49-F238E27FC236}">
                  <a16:creationId xmlns:a16="http://schemas.microsoft.com/office/drawing/2014/main" id="{AD935974-2A85-4BCC-9EF1-D3890B7E9780}"/>
                </a:ext>
              </a:extLst>
            </p:cNvPr>
            <p:cNvSpPr/>
            <p:nvPr/>
          </p:nvSpPr>
          <p:spPr bwMode="ltGray">
            <a:xfrm>
              <a:off x="7006851" y="1"/>
              <a:ext cx="626973" cy="802474"/>
            </a:xfrm>
            <a:custGeom>
              <a:avLst/>
              <a:gdLst/>
              <a:ahLst/>
              <a:cxnLst/>
              <a:rect l="l" t="t" r="r" b="b"/>
              <a:pathLst>
                <a:path w="690879" h="909319" extrusionOk="0">
                  <a:moveTo>
                    <a:pt x="0" y="0"/>
                  </a:moveTo>
                  <a:lnTo>
                    <a:pt x="0" y="456565"/>
                  </a:lnTo>
                  <a:lnTo>
                    <a:pt x="690879" y="909320"/>
                  </a:lnTo>
                  <a:lnTo>
                    <a:pt x="690879" y="456565"/>
                  </a:lnTo>
                  <a:lnTo>
                    <a:pt x="7602" y="0"/>
                  </a:lnTo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9" name="Google Shape;1898;p149">
              <a:extLst>
                <a:ext uri="{FF2B5EF4-FFF2-40B4-BE49-F238E27FC236}">
                  <a16:creationId xmlns:a16="http://schemas.microsoft.com/office/drawing/2014/main" id="{8DEC5F31-A68B-49B2-B903-4B0103B55027}"/>
                </a:ext>
              </a:extLst>
            </p:cNvPr>
            <p:cNvSpPr/>
            <p:nvPr/>
          </p:nvSpPr>
          <p:spPr bwMode="ltGray">
            <a:xfrm>
              <a:off x="7634193" y="1"/>
              <a:ext cx="617753" cy="802474"/>
            </a:xfrm>
            <a:custGeom>
              <a:avLst/>
              <a:gdLst/>
              <a:ahLst/>
              <a:cxnLst/>
              <a:rect l="l" t="t" r="r" b="b"/>
              <a:pathLst>
                <a:path w="680720" h="909319" extrusionOk="0">
                  <a:moveTo>
                    <a:pt x="673229" y="0"/>
                  </a:moveTo>
                  <a:lnTo>
                    <a:pt x="0" y="456565"/>
                  </a:lnTo>
                  <a:lnTo>
                    <a:pt x="0" y="909320"/>
                  </a:lnTo>
                  <a:lnTo>
                    <a:pt x="680720" y="456565"/>
                  </a:lnTo>
                  <a:lnTo>
                    <a:pt x="680720" y="0"/>
                  </a:lnTo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2" name="Google Shape;1899;p149">
              <a:extLst>
                <a:ext uri="{FF2B5EF4-FFF2-40B4-BE49-F238E27FC236}">
                  <a16:creationId xmlns:a16="http://schemas.microsoft.com/office/drawing/2014/main" id="{94806E67-3E0F-4D3B-A862-C30BF91BA71C}"/>
                </a:ext>
              </a:extLst>
            </p:cNvPr>
            <p:cNvSpPr/>
            <p:nvPr/>
          </p:nvSpPr>
          <p:spPr bwMode="ltGray">
            <a:xfrm>
              <a:off x="8270760" y="865093"/>
              <a:ext cx="617753" cy="860755"/>
            </a:xfrm>
            <a:custGeom>
              <a:avLst/>
              <a:gdLst/>
              <a:ahLst/>
              <a:cxnLst/>
              <a:rect l="l" t="t" r="r" b="b"/>
              <a:pathLst>
                <a:path w="680720" h="975360" extrusionOk="0">
                  <a:moveTo>
                    <a:pt x="680719" y="0"/>
                  </a:moveTo>
                  <a:lnTo>
                    <a:pt x="0" y="474852"/>
                  </a:lnTo>
                  <a:lnTo>
                    <a:pt x="0" y="975359"/>
                  </a:lnTo>
                  <a:lnTo>
                    <a:pt x="680719" y="474852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3" name="Google Shape;1900;p149">
              <a:extLst>
                <a:ext uri="{FF2B5EF4-FFF2-40B4-BE49-F238E27FC236}">
                  <a16:creationId xmlns:a16="http://schemas.microsoft.com/office/drawing/2014/main" id="{435CBEEB-943D-4EA5-85FB-D9EC0CB80CA2}"/>
                </a:ext>
              </a:extLst>
            </p:cNvPr>
            <p:cNvSpPr/>
            <p:nvPr/>
          </p:nvSpPr>
          <p:spPr bwMode="ltGray">
            <a:xfrm>
              <a:off x="7643418" y="434787"/>
              <a:ext cx="1244727" cy="851789"/>
            </a:xfrm>
            <a:custGeom>
              <a:avLst/>
              <a:gdLst/>
              <a:ahLst/>
              <a:cxnLst/>
              <a:rect l="l" t="t" r="r" b="b"/>
              <a:pathLst>
                <a:path w="1371600" h="965200" extrusionOk="0">
                  <a:moveTo>
                    <a:pt x="0" y="471678"/>
                  </a:moveTo>
                  <a:lnTo>
                    <a:pt x="694690" y="965200"/>
                  </a:lnTo>
                  <a:lnTo>
                    <a:pt x="1371600" y="490982"/>
                  </a:lnTo>
                  <a:lnTo>
                    <a:pt x="694690" y="0"/>
                  </a:lnTo>
                  <a:lnTo>
                    <a:pt x="0" y="471678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4" name="Google Shape;1901;p149">
              <a:extLst>
                <a:ext uri="{FF2B5EF4-FFF2-40B4-BE49-F238E27FC236}">
                  <a16:creationId xmlns:a16="http://schemas.microsoft.com/office/drawing/2014/main" id="{C528ED7F-C4FB-4E2C-8D8A-B6E476EE7ABD}"/>
                </a:ext>
              </a:extLst>
            </p:cNvPr>
            <p:cNvSpPr/>
            <p:nvPr/>
          </p:nvSpPr>
          <p:spPr bwMode="ltGray">
            <a:xfrm>
              <a:off x="7643418" y="847164"/>
              <a:ext cx="626973" cy="869721"/>
            </a:xfrm>
            <a:custGeom>
              <a:avLst/>
              <a:gdLst/>
              <a:ahLst/>
              <a:cxnLst/>
              <a:rect l="l" t="t" r="r" b="b"/>
              <a:pathLst>
                <a:path w="690879" h="985519" extrusionOk="0">
                  <a:moveTo>
                    <a:pt x="2540" y="0"/>
                  </a:moveTo>
                  <a:lnTo>
                    <a:pt x="0" y="492759"/>
                  </a:lnTo>
                  <a:lnTo>
                    <a:pt x="690880" y="985519"/>
                  </a:lnTo>
                  <a:lnTo>
                    <a:pt x="690880" y="492759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5" name="Google Shape;1902;p149">
              <a:extLst>
                <a:ext uri="{FF2B5EF4-FFF2-40B4-BE49-F238E27FC236}">
                  <a16:creationId xmlns:a16="http://schemas.microsoft.com/office/drawing/2014/main" id="{3D60E009-B3C2-47E0-A2E8-5A124D5C72B7}"/>
                </a:ext>
              </a:extLst>
            </p:cNvPr>
            <p:cNvSpPr/>
            <p:nvPr/>
          </p:nvSpPr>
          <p:spPr bwMode="ltGray">
            <a:xfrm>
              <a:off x="8953456" y="875740"/>
              <a:ext cx="954290" cy="419730"/>
            </a:xfrm>
            <a:custGeom>
              <a:avLst/>
              <a:gdLst/>
              <a:ahLst/>
              <a:cxnLst/>
              <a:rect l="l" t="t" r="r" b="b"/>
              <a:pathLst>
                <a:path w="1051559" h="475615" extrusionOk="0">
                  <a:moveTo>
                    <a:pt x="0" y="0"/>
                  </a:moveTo>
                  <a:lnTo>
                    <a:pt x="671829" y="475615"/>
                  </a:lnTo>
                  <a:lnTo>
                    <a:pt x="1051560" y="216191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6" name="Google Shape;1903;p149">
              <a:extLst>
                <a:ext uri="{FF2B5EF4-FFF2-40B4-BE49-F238E27FC236}">
                  <a16:creationId xmlns:a16="http://schemas.microsoft.com/office/drawing/2014/main" id="{0F2E11CE-28C4-4A0D-9F19-BD25A22FC1A1}"/>
                </a:ext>
              </a:extLst>
            </p:cNvPr>
            <p:cNvSpPr/>
            <p:nvPr/>
          </p:nvSpPr>
          <p:spPr bwMode="ltGray">
            <a:xfrm>
              <a:off x="8953456" y="452718"/>
              <a:ext cx="954290" cy="423093"/>
            </a:xfrm>
            <a:custGeom>
              <a:avLst/>
              <a:gdLst/>
              <a:ahLst/>
              <a:cxnLst/>
              <a:rect l="l" t="t" r="r" b="b"/>
              <a:pathLst>
                <a:path w="1051559" h="479425" extrusionOk="0">
                  <a:moveTo>
                    <a:pt x="1051560" y="272285"/>
                  </a:moveTo>
                  <a:lnTo>
                    <a:pt x="678179" y="0"/>
                  </a:lnTo>
                  <a:lnTo>
                    <a:pt x="0" y="479425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7" name="Google Shape;1904;p149">
              <a:extLst>
                <a:ext uri="{FF2B5EF4-FFF2-40B4-BE49-F238E27FC236}">
                  <a16:creationId xmlns:a16="http://schemas.microsoft.com/office/drawing/2014/main" id="{A5518E8F-FC1C-4AC4-ABF7-337587256AE6}"/>
                </a:ext>
              </a:extLst>
            </p:cNvPr>
            <p:cNvSpPr/>
            <p:nvPr/>
          </p:nvSpPr>
          <p:spPr bwMode="ltGray">
            <a:xfrm>
              <a:off x="8944229" y="874059"/>
              <a:ext cx="617753" cy="833857"/>
            </a:xfrm>
            <a:custGeom>
              <a:avLst/>
              <a:gdLst/>
              <a:ahLst/>
              <a:cxnLst/>
              <a:rect l="l" t="t" r="r" b="b"/>
              <a:pathLst>
                <a:path w="680720" h="944880" extrusionOk="0">
                  <a:moveTo>
                    <a:pt x="2539" y="0"/>
                  </a:moveTo>
                  <a:lnTo>
                    <a:pt x="0" y="473710"/>
                  </a:lnTo>
                  <a:lnTo>
                    <a:pt x="675639" y="944879"/>
                  </a:lnTo>
                  <a:lnTo>
                    <a:pt x="680720" y="480187"/>
                  </a:lnTo>
                  <a:lnTo>
                    <a:pt x="253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8" name="Google Shape;1905;p149">
              <a:extLst>
                <a:ext uri="{FF2B5EF4-FFF2-40B4-BE49-F238E27FC236}">
                  <a16:creationId xmlns:a16="http://schemas.microsoft.com/office/drawing/2014/main" id="{021F8895-A07A-460B-A3C3-9C6601EB3DB0}"/>
                </a:ext>
              </a:extLst>
            </p:cNvPr>
            <p:cNvSpPr/>
            <p:nvPr/>
          </p:nvSpPr>
          <p:spPr bwMode="ltGray">
            <a:xfrm>
              <a:off x="9562346" y="1066703"/>
              <a:ext cx="345757" cy="641644"/>
            </a:xfrm>
            <a:custGeom>
              <a:avLst/>
              <a:gdLst/>
              <a:ahLst/>
              <a:cxnLst/>
              <a:rect l="l" t="t" r="r" b="b"/>
              <a:pathLst>
                <a:path w="381000" h="727075" extrusionOk="0">
                  <a:moveTo>
                    <a:pt x="381000" y="0"/>
                  </a:moveTo>
                  <a:lnTo>
                    <a:pt x="5079" y="261094"/>
                  </a:lnTo>
                  <a:lnTo>
                    <a:pt x="0" y="726549"/>
                  </a:lnTo>
                  <a:lnTo>
                    <a:pt x="381000" y="468213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</p:grp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86D5B906-0CEA-4C99-AA50-7CB759F203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07F1C27-EB5E-459E-B732-4230AED1C477}"/>
              </a:ext>
            </a:extLst>
          </p:cNvPr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8668AE3-7E5E-48DB-8883-B96B7334B5F9}"/>
              </a:ext>
            </a:extLst>
          </p:cNvPr>
          <p:cNvSpPr txBox="1"/>
          <p:nvPr userDrawn="1"/>
        </p:nvSpPr>
        <p:spPr>
          <a:xfrm>
            <a:off x="7501003" y="6594281"/>
            <a:ext cx="4064000" cy="203133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lvl="0" indent="0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1pPr>
            <a:lvl2pPr marL="284400" lvl="1" indent="-17280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2pPr>
            <a:lvl3pPr marL="511200" lvl="2" indent="-16560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3pPr>
            <a:lvl4pPr marL="0" lvl="3" indent="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2000">
                <a:solidFill>
                  <a:schemeClr val="tx2"/>
                </a:solidFill>
                <a:sym typeface="Trebuchet MS" panose="020B0603020202020204" pitchFamily="34" charset="0"/>
              </a:defRPr>
            </a:lvl4pPr>
            <a:lvl5pPr marL="0" lvl="4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2000" b="1" smtClean="0">
                <a:solidFill>
                  <a:schemeClr val="tx1"/>
                </a:solidFill>
                <a:sym typeface="Trebuchet MS" panose="020B0603020202020204" pitchFamily="34" charset="0"/>
              </a:defRPr>
            </a:lvl5pPr>
            <a:lvl6pPr marL="269875" lvl="5" indent="-152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2000" smtClean="0">
                <a:solidFill>
                  <a:schemeClr val="tx1"/>
                </a:solidFill>
                <a:sym typeface="Trebuchet MS" panose="020B0603020202020204" pitchFamily="34" charset="0"/>
              </a:defRPr>
            </a:lvl6pPr>
            <a:lvl7pPr marL="0" lvl="6" indent="0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5400" baseline="0" smtClean="0">
                <a:solidFill>
                  <a:schemeClr val="tx1"/>
                </a:solidFill>
                <a:sym typeface="Trebuchet MS" panose="020B0603020202020204" pitchFamily="34" charset="0"/>
              </a:defRPr>
            </a:lvl7pPr>
            <a:lvl8pPr marL="0" lvl="7" indent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6600" baseline="0" smtClean="0">
                <a:solidFill>
                  <a:schemeClr val="tx2"/>
                </a:solidFill>
                <a:sym typeface="Trebuchet MS" panose="020B0603020202020204" pitchFamily="34" charset="0"/>
              </a:defRPr>
            </a:lvl8pPr>
            <a:lvl9pPr marL="0" lvl="8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3200" baseline="0" dirty="0">
                <a:solidFill>
                  <a:schemeClr val="tx2"/>
                </a:solidFill>
                <a:sym typeface="Trebuchet MS" panose="020B0603020202020204" pitchFamily="34" charset="0"/>
              </a:defRPr>
            </a:lvl9pPr>
          </a:lstStyle>
          <a:p>
            <a:pPr algn="r">
              <a:buNone/>
            </a:pPr>
            <a:r>
              <a:rPr lang="en-US" sz="1200" b="1">
                <a:solidFill>
                  <a:schemeClr val="tx1"/>
                </a:solidFill>
              </a:rPr>
              <a:t>CONFIDENTIAL – NOT TO BE DISTRIBUTED </a:t>
            </a:r>
          </a:p>
        </p:txBody>
      </p:sp>
      <p:sp>
        <p:nvSpPr>
          <p:cNvPr id="33" name="5. Source" hidden="1">
            <a:extLst>
              <a:ext uri="{FF2B5EF4-FFF2-40B4-BE49-F238E27FC236}">
                <a16:creationId xmlns:a16="http://schemas.microsoft.com/office/drawing/2014/main" id="{FA8B767E-6E88-40AB-B6BD-9AAD90C04EFC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756745" y="6501669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/>
              <a:t>Source: …</a:t>
            </a:r>
          </a:p>
        </p:txBody>
      </p:sp>
      <p:sp>
        <p:nvSpPr>
          <p:cNvPr id="34" name="1. On-page tracker">
            <a:extLst>
              <a:ext uri="{FF2B5EF4-FFF2-40B4-BE49-F238E27FC236}">
                <a16:creationId xmlns:a16="http://schemas.microsoft.com/office/drawing/2014/main" id="{34C65C8D-FCDC-4177-A38B-85790752F66C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756745" y="41597"/>
            <a:ext cx="2514600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37536602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055128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29D2CA90-0144-4292-9526-98A508F5317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D7F9E0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756745" y="3659644"/>
            <a:ext cx="3465575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b="0" baseline="0" dirty="0"/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</a:p>
        </p:txBody>
      </p:sp>
      <p:sp>
        <p:nvSpPr>
          <p:cNvPr id="11" name="2. Slide Title">
            <a:extLst>
              <a:ext uri="{FF2B5EF4-FFF2-40B4-BE49-F238E27FC236}">
                <a16:creationId xmlns:a16="http://schemas.microsoft.com/office/drawing/2014/main" id="{B064DA18-FA54-43C0-B981-F306F40179F4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756745" y="2282704"/>
            <a:ext cx="3465575" cy="123110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grpSp>
        <p:nvGrpSpPr>
          <p:cNvPr id="12" name="Deco">
            <a:extLst>
              <a:ext uri="{FF2B5EF4-FFF2-40B4-BE49-F238E27FC236}">
                <a16:creationId xmlns:a16="http://schemas.microsoft.com/office/drawing/2014/main" id="{C568AD8D-B664-4C84-B01D-DEE851712944}"/>
              </a:ext>
            </a:extLst>
          </p:cNvPr>
          <p:cNvGrpSpPr/>
          <p:nvPr userDrawn="1"/>
        </p:nvGrpSpPr>
        <p:grpSpPr bwMode="ltGray">
          <a:xfrm>
            <a:off x="10019832" y="-28841"/>
            <a:ext cx="2172168" cy="1289899"/>
            <a:chOff x="7006851" y="0"/>
            <a:chExt cx="2901252" cy="1725848"/>
          </a:xfrm>
        </p:grpSpPr>
        <p:sp>
          <p:nvSpPr>
            <p:cNvPr id="13" name="Google Shape;1893;p149">
              <a:extLst>
                <a:ext uri="{FF2B5EF4-FFF2-40B4-BE49-F238E27FC236}">
                  <a16:creationId xmlns:a16="http://schemas.microsoft.com/office/drawing/2014/main" id="{A63878F5-E39D-4C50-BFED-27B9C0618908}"/>
                </a:ext>
              </a:extLst>
            </p:cNvPr>
            <p:cNvSpPr/>
            <p:nvPr/>
          </p:nvSpPr>
          <p:spPr bwMode="ltGray">
            <a:xfrm>
              <a:off x="8307663" y="0"/>
              <a:ext cx="1226286" cy="416928"/>
            </a:xfrm>
            <a:custGeom>
              <a:avLst/>
              <a:gdLst/>
              <a:ahLst/>
              <a:cxnLst/>
              <a:rect l="l" t="t" r="r" b="b"/>
              <a:pathLst>
                <a:path w="1351279" h="472440" extrusionOk="0">
                  <a:moveTo>
                    <a:pt x="0" y="1904"/>
                  </a:moveTo>
                  <a:lnTo>
                    <a:pt x="675640" y="472440"/>
                  </a:lnTo>
                  <a:lnTo>
                    <a:pt x="1351279" y="1904"/>
                  </a:lnTo>
                  <a:lnTo>
                    <a:pt x="1348623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4" name="Google Shape;1894;p149">
              <a:extLst>
                <a:ext uri="{FF2B5EF4-FFF2-40B4-BE49-F238E27FC236}">
                  <a16:creationId xmlns:a16="http://schemas.microsoft.com/office/drawing/2014/main" id="{BB1B06A2-058B-467F-AA68-16543314D23D}"/>
                </a:ext>
              </a:extLst>
            </p:cNvPr>
            <p:cNvSpPr/>
            <p:nvPr/>
          </p:nvSpPr>
          <p:spPr bwMode="ltGray">
            <a:xfrm>
              <a:off x="8307663" y="4483"/>
              <a:ext cx="608532" cy="824890"/>
            </a:xfrm>
            <a:custGeom>
              <a:avLst/>
              <a:gdLst/>
              <a:ahLst/>
              <a:cxnLst/>
              <a:rect l="l" t="t" r="r" b="b"/>
              <a:pathLst>
                <a:path w="670559" h="934719" extrusionOk="0">
                  <a:moveTo>
                    <a:pt x="0" y="0"/>
                  </a:moveTo>
                  <a:lnTo>
                    <a:pt x="0" y="473710"/>
                  </a:lnTo>
                  <a:lnTo>
                    <a:pt x="670560" y="934720"/>
                  </a:lnTo>
                  <a:lnTo>
                    <a:pt x="670560" y="4737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5" name="Google Shape;1895;p149">
              <a:extLst>
                <a:ext uri="{FF2B5EF4-FFF2-40B4-BE49-F238E27FC236}">
                  <a16:creationId xmlns:a16="http://schemas.microsoft.com/office/drawing/2014/main" id="{C4458B5E-4C65-4707-965E-45E71FDA3DDA}"/>
                </a:ext>
              </a:extLst>
            </p:cNvPr>
            <p:cNvSpPr/>
            <p:nvPr/>
          </p:nvSpPr>
          <p:spPr bwMode="ltGray">
            <a:xfrm>
              <a:off x="8916554" y="4483"/>
              <a:ext cx="617753" cy="824890"/>
            </a:xfrm>
            <a:custGeom>
              <a:avLst/>
              <a:gdLst/>
              <a:ahLst/>
              <a:cxnLst/>
              <a:rect l="l" t="t" r="r" b="b"/>
              <a:pathLst>
                <a:path w="680720" h="934719" extrusionOk="0">
                  <a:moveTo>
                    <a:pt x="680719" y="0"/>
                  </a:moveTo>
                  <a:lnTo>
                    <a:pt x="0" y="473710"/>
                  </a:lnTo>
                  <a:lnTo>
                    <a:pt x="0" y="934720"/>
                  </a:lnTo>
                  <a:lnTo>
                    <a:pt x="680719" y="473710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6" name="Google Shape;1896;p149">
              <a:extLst>
                <a:ext uri="{FF2B5EF4-FFF2-40B4-BE49-F238E27FC236}">
                  <a16:creationId xmlns:a16="http://schemas.microsoft.com/office/drawing/2014/main" id="{903FEA39-6894-4C15-BD1E-81DF129C00AC}"/>
                </a:ext>
              </a:extLst>
            </p:cNvPr>
            <p:cNvSpPr/>
            <p:nvPr/>
          </p:nvSpPr>
          <p:spPr bwMode="ltGray">
            <a:xfrm>
              <a:off x="7009244" y="0"/>
              <a:ext cx="1240117" cy="407962"/>
            </a:xfrm>
            <a:custGeom>
              <a:avLst/>
              <a:gdLst/>
              <a:ahLst/>
              <a:cxnLst/>
              <a:rect l="l" t="t" r="r" b="b"/>
              <a:pathLst>
                <a:path w="1366520" h="462280" extrusionOk="0">
                  <a:moveTo>
                    <a:pt x="0" y="0"/>
                  </a:moveTo>
                  <a:lnTo>
                    <a:pt x="685070" y="462279"/>
                  </a:lnTo>
                  <a:lnTo>
                    <a:pt x="1366344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8" name="Google Shape;1897;p149">
              <a:extLst>
                <a:ext uri="{FF2B5EF4-FFF2-40B4-BE49-F238E27FC236}">
                  <a16:creationId xmlns:a16="http://schemas.microsoft.com/office/drawing/2014/main" id="{949D0644-436F-4801-9266-3C04393D7322}"/>
                </a:ext>
              </a:extLst>
            </p:cNvPr>
            <p:cNvSpPr/>
            <p:nvPr/>
          </p:nvSpPr>
          <p:spPr bwMode="ltGray">
            <a:xfrm>
              <a:off x="7006851" y="1"/>
              <a:ext cx="626973" cy="802474"/>
            </a:xfrm>
            <a:custGeom>
              <a:avLst/>
              <a:gdLst/>
              <a:ahLst/>
              <a:cxnLst/>
              <a:rect l="l" t="t" r="r" b="b"/>
              <a:pathLst>
                <a:path w="690879" h="909319" extrusionOk="0">
                  <a:moveTo>
                    <a:pt x="0" y="0"/>
                  </a:moveTo>
                  <a:lnTo>
                    <a:pt x="0" y="456565"/>
                  </a:lnTo>
                  <a:lnTo>
                    <a:pt x="690879" y="909320"/>
                  </a:lnTo>
                  <a:lnTo>
                    <a:pt x="690879" y="456565"/>
                  </a:lnTo>
                  <a:lnTo>
                    <a:pt x="7602" y="0"/>
                  </a:lnTo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9" name="Google Shape;1898;p149">
              <a:extLst>
                <a:ext uri="{FF2B5EF4-FFF2-40B4-BE49-F238E27FC236}">
                  <a16:creationId xmlns:a16="http://schemas.microsoft.com/office/drawing/2014/main" id="{0C1BED4A-5AA4-44BF-9C5B-22AE9DC6BF98}"/>
                </a:ext>
              </a:extLst>
            </p:cNvPr>
            <p:cNvSpPr/>
            <p:nvPr/>
          </p:nvSpPr>
          <p:spPr bwMode="ltGray">
            <a:xfrm>
              <a:off x="7634193" y="1"/>
              <a:ext cx="617753" cy="802474"/>
            </a:xfrm>
            <a:custGeom>
              <a:avLst/>
              <a:gdLst/>
              <a:ahLst/>
              <a:cxnLst/>
              <a:rect l="l" t="t" r="r" b="b"/>
              <a:pathLst>
                <a:path w="680720" h="909319" extrusionOk="0">
                  <a:moveTo>
                    <a:pt x="673229" y="0"/>
                  </a:moveTo>
                  <a:lnTo>
                    <a:pt x="0" y="456565"/>
                  </a:lnTo>
                  <a:lnTo>
                    <a:pt x="0" y="909320"/>
                  </a:lnTo>
                  <a:lnTo>
                    <a:pt x="680720" y="456565"/>
                  </a:lnTo>
                  <a:lnTo>
                    <a:pt x="680720" y="0"/>
                  </a:lnTo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2" name="Google Shape;1899;p149">
              <a:extLst>
                <a:ext uri="{FF2B5EF4-FFF2-40B4-BE49-F238E27FC236}">
                  <a16:creationId xmlns:a16="http://schemas.microsoft.com/office/drawing/2014/main" id="{41718ABE-5707-42CF-AABA-0E8DABF2A53B}"/>
                </a:ext>
              </a:extLst>
            </p:cNvPr>
            <p:cNvSpPr/>
            <p:nvPr/>
          </p:nvSpPr>
          <p:spPr bwMode="ltGray">
            <a:xfrm>
              <a:off x="8270760" y="865093"/>
              <a:ext cx="617753" cy="860755"/>
            </a:xfrm>
            <a:custGeom>
              <a:avLst/>
              <a:gdLst/>
              <a:ahLst/>
              <a:cxnLst/>
              <a:rect l="l" t="t" r="r" b="b"/>
              <a:pathLst>
                <a:path w="680720" h="975360" extrusionOk="0">
                  <a:moveTo>
                    <a:pt x="680719" y="0"/>
                  </a:moveTo>
                  <a:lnTo>
                    <a:pt x="0" y="474852"/>
                  </a:lnTo>
                  <a:lnTo>
                    <a:pt x="0" y="975359"/>
                  </a:lnTo>
                  <a:lnTo>
                    <a:pt x="680719" y="474852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3" name="Google Shape;1900;p149">
              <a:extLst>
                <a:ext uri="{FF2B5EF4-FFF2-40B4-BE49-F238E27FC236}">
                  <a16:creationId xmlns:a16="http://schemas.microsoft.com/office/drawing/2014/main" id="{2CF3A46D-8D7E-4722-BB3A-6FF43B86237B}"/>
                </a:ext>
              </a:extLst>
            </p:cNvPr>
            <p:cNvSpPr/>
            <p:nvPr/>
          </p:nvSpPr>
          <p:spPr bwMode="ltGray">
            <a:xfrm>
              <a:off x="7643418" y="434787"/>
              <a:ext cx="1244727" cy="851789"/>
            </a:xfrm>
            <a:custGeom>
              <a:avLst/>
              <a:gdLst/>
              <a:ahLst/>
              <a:cxnLst/>
              <a:rect l="l" t="t" r="r" b="b"/>
              <a:pathLst>
                <a:path w="1371600" h="965200" extrusionOk="0">
                  <a:moveTo>
                    <a:pt x="0" y="471678"/>
                  </a:moveTo>
                  <a:lnTo>
                    <a:pt x="694690" y="965200"/>
                  </a:lnTo>
                  <a:lnTo>
                    <a:pt x="1371600" y="490982"/>
                  </a:lnTo>
                  <a:lnTo>
                    <a:pt x="694690" y="0"/>
                  </a:lnTo>
                  <a:lnTo>
                    <a:pt x="0" y="471678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4" name="Google Shape;1901;p149">
              <a:extLst>
                <a:ext uri="{FF2B5EF4-FFF2-40B4-BE49-F238E27FC236}">
                  <a16:creationId xmlns:a16="http://schemas.microsoft.com/office/drawing/2014/main" id="{8131D651-B3C3-4A6E-B540-7E6CFE3A7DD7}"/>
                </a:ext>
              </a:extLst>
            </p:cNvPr>
            <p:cNvSpPr/>
            <p:nvPr/>
          </p:nvSpPr>
          <p:spPr bwMode="ltGray">
            <a:xfrm>
              <a:off x="7643418" y="847164"/>
              <a:ext cx="626973" cy="869721"/>
            </a:xfrm>
            <a:custGeom>
              <a:avLst/>
              <a:gdLst/>
              <a:ahLst/>
              <a:cxnLst/>
              <a:rect l="l" t="t" r="r" b="b"/>
              <a:pathLst>
                <a:path w="690879" h="985519" extrusionOk="0">
                  <a:moveTo>
                    <a:pt x="2540" y="0"/>
                  </a:moveTo>
                  <a:lnTo>
                    <a:pt x="0" y="492759"/>
                  </a:lnTo>
                  <a:lnTo>
                    <a:pt x="690880" y="985519"/>
                  </a:lnTo>
                  <a:lnTo>
                    <a:pt x="690880" y="492759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5" name="Google Shape;1902;p149">
              <a:extLst>
                <a:ext uri="{FF2B5EF4-FFF2-40B4-BE49-F238E27FC236}">
                  <a16:creationId xmlns:a16="http://schemas.microsoft.com/office/drawing/2014/main" id="{413F4604-62BB-47BE-AF85-DD1CDDF68696}"/>
                </a:ext>
              </a:extLst>
            </p:cNvPr>
            <p:cNvSpPr/>
            <p:nvPr/>
          </p:nvSpPr>
          <p:spPr bwMode="ltGray">
            <a:xfrm>
              <a:off x="8953456" y="875740"/>
              <a:ext cx="954290" cy="419730"/>
            </a:xfrm>
            <a:custGeom>
              <a:avLst/>
              <a:gdLst/>
              <a:ahLst/>
              <a:cxnLst/>
              <a:rect l="l" t="t" r="r" b="b"/>
              <a:pathLst>
                <a:path w="1051559" h="475615" extrusionOk="0">
                  <a:moveTo>
                    <a:pt x="0" y="0"/>
                  </a:moveTo>
                  <a:lnTo>
                    <a:pt x="671829" y="475615"/>
                  </a:lnTo>
                  <a:lnTo>
                    <a:pt x="1051560" y="216191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6" name="Google Shape;1903;p149">
              <a:extLst>
                <a:ext uri="{FF2B5EF4-FFF2-40B4-BE49-F238E27FC236}">
                  <a16:creationId xmlns:a16="http://schemas.microsoft.com/office/drawing/2014/main" id="{0C93DEE7-4AF3-4D84-9724-77EC6535171E}"/>
                </a:ext>
              </a:extLst>
            </p:cNvPr>
            <p:cNvSpPr/>
            <p:nvPr/>
          </p:nvSpPr>
          <p:spPr bwMode="ltGray">
            <a:xfrm>
              <a:off x="8953456" y="452718"/>
              <a:ext cx="954290" cy="423093"/>
            </a:xfrm>
            <a:custGeom>
              <a:avLst/>
              <a:gdLst/>
              <a:ahLst/>
              <a:cxnLst/>
              <a:rect l="l" t="t" r="r" b="b"/>
              <a:pathLst>
                <a:path w="1051559" h="479425" extrusionOk="0">
                  <a:moveTo>
                    <a:pt x="1051560" y="272285"/>
                  </a:moveTo>
                  <a:lnTo>
                    <a:pt x="678179" y="0"/>
                  </a:lnTo>
                  <a:lnTo>
                    <a:pt x="0" y="479425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7" name="Google Shape;1904;p149">
              <a:extLst>
                <a:ext uri="{FF2B5EF4-FFF2-40B4-BE49-F238E27FC236}">
                  <a16:creationId xmlns:a16="http://schemas.microsoft.com/office/drawing/2014/main" id="{5B99D4E4-D50F-4798-AAC0-DD5CD1EBBC1E}"/>
                </a:ext>
              </a:extLst>
            </p:cNvPr>
            <p:cNvSpPr/>
            <p:nvPr/>
          </p:nvSpPr>
          <p:spPr bwMode="ltGray">
            <a:xfrm>
              <a:off x="8944229" y="874059"/>
              <a:ext cx="617753" cy="833857"/>
            </a:xfrm>
            <a:custGeom>
              <a:avLst/>
              <a:gdLst/>
              <a:ahLst/>
              <a:cxnLst/>
              <a:rect l="l" t="t" r="r" b="b"/>
              <a:pathLst>
                <a:path w="680720" h="944880" extrusionOk="0">
                  <a:moveTo>
                    <a:pt x="2539" y="0"/>
                  </a:moveTo>
                  <a:lnTo>
                    <a:pt x="0" y="473710"/>
                  </a:lnTo>
                  <a:lnTo>
                    <a:pt x="675639" y="944879"/>
                  </a:lnTo>
                  <a:lnTo>
                    <a:pt x="680720" y="480187"/>
                  </a:lnTo>
                  <a:lnTo>
                    <a:pt x="253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8" name="Google Shape;1905;p149">
              <a:extLst>
                <a:ext uri="{FF2B5EF4-FFF2-40B4-BE49-F238E27FC236}">
                  <a16:creationId xmlns:a16="http://schemas.microsoft.com/office/drawing/2014/main" id="{36864722-3DA9-4556-B617-14126A021379}"/>
                </a:ext>
              </a:extLst>
            </p:cNvPr>
            <p:cNvSpPr/>
            <p:nvPr/>
          </p:nvSpPr>
          <p:spPr bwMode="ltGray">
            <a:xfrm>
              <a:off x="9562346" y="1066703"/>
              <a:ext cx="345757" cy="641644"/>
            </a:xfrm>
            <a:custGeom>
              <a:avLst/>
              <a:gdLst/>
              <a:ahLst/>
              <a:cxnLst/>
              <a:rect l="l" t="t" r="r" b="b"/>
              <a:pathLst>
                <a:path w="381000" h="727075" extrusionOk="0">
                  <a:moveTo>
                    <a:pt x="381000" y="0"/>
                  </a:moveTo>
                  <a:lnTo>
                    <a:pt x="5079" y="261094"/>
                  </a:lnTo>
                  <a:lnTo>
                    <a:pt x="0" y="726549"/>
                  </a:lnTo>
                  <a:lnTo>
                    <a:pt x="381000" y="468213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</p:grp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93CF6D49-8EA7-47BF-825E-DA55C9DFF7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98E9963-765B-4D90-8DA4-3DE45481B43D}"/>
              </a:ext>
            </a:extLst>
          </p:cNvPr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7DC9D15-3574-4F7A-AEAE-CFFE08C35F3D}"/>
              </a:ext>
            </a:extLst>
          </p:cNvPr>
          <p:cNvSpPr txBox="1"/>
          <p:nvPr userDrawn="1"/>
        </p:nvSpPr>
        <p:spPr>
          <a:xfrm>
            <a:off x="7501003" y="6594281"/>
            <a:ext cx="4064000" cy="203133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lvl="0" indent="0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1pPr>
            <a:lvl2pPr marL="284400" lvl="1" indent="-17280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2pPr>
            <a:lvl3pPr marL="511200" lvl="2" indent="-16560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3pPr>
            <a:lvl4pPr marL="0" lvl="3" indent="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2000">
                <a:solidFill>
                  <a:schemeClr val="tx2"/>
                </a:solidFill>
                <a:sym typeface="Trebuchet MS" panose="020B0603020202020204" pitchFamily="34" charset="0"/>
              </a:defRPr>
            </a:lvl4pPr>
            <a:lvl5pPr marL="0" lvl="4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2000" b="1" smtClean="0">
                <a:solidFill>
                  <a:schemeClr val="tx1"/>
                </a:solidFill>
                <a:sym typeface="Trebuchet MS" panose="020B0603020202020204" pitchFamily="34" charset="0"/>
              </a:defRPr>
            </a:lvl5pPr>
            <a:lvl6pPr marL="269875" lvl="5" indent="-152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2000" smtClean="0">
                <a:solidFill>
                  <a:schemeClr val="tx1"/>
                </a:solidFill>
                <a:sym typeface="Trebuchet MS" panose="020B0603020202020204" pitchFamily="34" charset="0"/>
              </a:defRPr>
            </a:lvl6pPr>
            <a:lvl7pPr marL="0" lvl="6" indent="0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5400" baseline="0" smtClean="0">
                <a:solidFill>
                  <a:schemeClr val="tx1"/>
                </a:solidFill>
                <a:sym typeface="Trebuchet MS" panose="020B0603020202020204" pitchFamily="34" charset="0"/>
              </a:defRPr>
            </a:lvl7pPr>
            <a:lvl8pPr marL="0" lvl="7" indent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6600" baseline="0" smtClean="0">
                <a:solidFill>
                  <a:schemeClr val="tx2"/>
                </a:solidFill>
                <a:sym typeface="Trebuchet MS" panose="020B0603020202020204" pitchFamily="34" charset="0"/>
              </a:defRPr>
            </a:lvl8pPr>
            <a:lvl9pPr marL="0" lvl="8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3200" baseline="0" dirty="0">
                <a:solidFill>
                  <a:schemeClr val="tx2"/>
                </a:solidFill>
                <a:sym typeface="Trebuchet MS" panose="020B0603020202020204" pitchFamily="34" charset="0"/>
              </a:defRPr>
            </a:lvl9pPr>
          </a:lstStyle>
          <a:p>
            <a:pPr algn="r">
              <a:buNone/>
            </a:pPr>
            <a:r>
              <a:rPr lang="en-US" sz="1200" b="1">
                <a:solidFill>
                  <a:schemeClr val="tx1"/>
                </a:solidFill>
              </a:rPr>
              <a:t>CONFIDENTIAL – NOT TO BE DISTRIBUTED </a:t>
            </a:r>
          </a:p>
        </p:txBody>
      </p:sp>
      <p:sp>
        <p:nvSpPr>
          <p:cNvPr id="33" name="5. Source" hidden="1">
            <a:extLst>
              <a:ext uri="{FF2B5EF4-FFF2-40B4-BE49-F238E27FC236}">
                <a16:creationId xmlns:a16="http://schemas.microsoft.com/office/drawing/2014/main" id="{F0B9267C-5F7E-459B-8B03-1BD68D8E47AD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756745" y="6501669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/>
              <a:t>Source: …</a:t>
            </a:r>
          </a:p>
        </p:txBody>
      </p:sp>
      <p:sp>
        <p:nvSpPr>
          <p:cNvPr id="34" name="1. On-page tracker">
            <a:extLst>
              <a:ext uri="{FF2B5EF4-FFF2-40B4-BE49-F238E27FC236}">
                <a16:creationId xmlns:a16="http://schemas.microsoft.com/office/drawing/2014/main" id="{6FC35656-9B8E-49E3-86D6-012B205466EE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756746" y="41597"/>
            <a:ext cx="3465575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303003162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245357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1725BD87-3C3D-45F6-BBCF-F06FD867659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D7F9E0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grpSp>
        <p:nvGrpSpPr>
          <p:cNvPr id="11" name="Deco">
            <a:extLst>
              <a:ext uri="{FF2B5EF4-FFF2-40B4-BE49-F238E27FC236}">
                <a16:creationId xmlns:a16="http://schemas.microsoft.com/office/drawing/2014/main" id="{906655F1-8523-417C-A638-BC8F81C34229}"/>
              </a:ext>
            </a:extLst>
          </p:cNvPr>
          <p:cNvGrpSpPr/>
          <p:nvPr userDrawn="1"/>
        </p:nvGrpSpPr>
        <p:grpSpPr bwMode="ltGray">
          <a:xfrm>
            <a:off x="10019832" y="-28841"/>
            <a:ext cx="2172168" cy="1289899"/>
            <a:chOff x="7006851" y="0"/>
            <a:chExt cx="2901252" cy="1725848"/>
          </a:xfrm>
        </p:grpSpPr>
        <p:sp>
          <p:nvSpPr>
            <p:cNvPr id="12" name="Google Shape;1893;p149">
              <a:extLst>
                <a:ext uri="{FF2B5EF4-FFF2-40B4-BE49-F238E27FC236}">
                  <a16:creationId xmlns:a16="http://schemas.microsoft.com/office/drawing/2014/main" id="{5A35BFB2-315B-44F0-8032-91026DE05288}"/>
                </a:ext>
              </a:extLst>
            </p:cNvPr>
            <p:cNvSpPr/>
            <p:nvPr/>
          </p:nvSpPr>
          <p:spPr bwMode="ltGray">
            <a:xfrm>
              <a:off x="8307663" y="0"/>
              <a:ext cx="1226286" cy="416928"/>
            </a:xfrm>
            <a:custGeom>
              <a:avLst/>
              <a:gdLst/>
              <a:ahLst/>
              <a:cxnLst/>
              <a:rect l="l" t="t" r="r" b="b"/>
              <a:pathLst>
                <a:path w="1351279" h="472440" extrusionOk="0">
                  <a:moveTo>
                    <a:pt x="0" y="1904"/>
                  </a:moveTo>
                  <a:lnTo>
                    <a:pt x="675640" y="472440"/>
                  </a:lnTo>
                  <a:lnTo>
                    <a:pt x="1351279" y="1904"/>
                  </a:lnTo>
                  <a:lnTo>
                    <a:pt x="1348623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3" name="Google Shape;1894;p149">
              <a:extLst>
                <a:ext uri="{FF2B5EF4-FFF2-40B4-BE49-F238E27FC236}">
                  <a16:creationId xmlns:a16="http://schemas.microsoft.com/office/drawing/2014/main" id="{47D3D8B1-477C-461A-BAAA-7CFAF1A2D5AB}"/>
                </a:ext>
              </a:extLst>
            </p:cNvPr>
            <p:cNvSpPr/>
            <p:nvPr/>
          </p:nvSpPr>
          <p:spPr bwMode="ltGray">
            <a:xfrm>
              <a:off x="8307663" y="4483"/>
              <a:ext cx="608532" cy="824890"/>
            </a:xfrm>
            <a:custGeom>
              <a:avLst/>
              <a:gdLst/>
              <a:ahLst/>
              <a:cxnLst/>
              <a:rect l="l" t="t" r="r" b="b"/>
              <a:pathLst>
                <a:path w="670559" h="934719" extrusionOk="0">
                  <a:moveTo>
                    <a:pt x="0" y="0"/>
                  </a:moveTo>
                  <a:lnTo>
                    <a:pt x="0" y="473710"/>
                  </a:lnTo>
                  <a:lnTo>
                    <a:pt x="670560" y="934720"/>
                  </a:lnTo>
                  <a:lnTo>
                    <a:pt x="670560" y="4737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4" name="Google Shape;1895;p149">
              <a:extLst>
                <a:ext uri="{FF2B5EF4-FFF2-40B4-BE49-F238E27FC236}">
                  <a16:creationId xmlns:a16="http://schemas.microsoft.com/office/drawing/2014/main" id="{CE48A993-5B49-4982-9846-DAB2BE30E409}"/>
                </a:ext>
              </a:extLst>
            </p:cNvPr>
            <p:cNvSpPr/>
            <p:nvPr/>
          </p:nvSpPr>
          <p:spPr bwMode="ltGray">
            <a:xfrm>
              <a:off x="8916554" y="4483"/>
              <a:ext cx="617753" cy="824890"/>
            </a:xfrm>
            <a:custGeom>
              <a:avLst/>
              <a:gdLst/>
              <a:ahLst/>
              <a:cxnLst/>
              <a:rect l="l" t="t" r="r" b="b"/>
              <a:pathLst>
                <a:path w="680720" h="934719" extrusionOk="0">
                  <a:moveTo>
                    <a:pt x="680719" y="0"/>
                  </a:moveTo>
                  <a:lnTo>
                    <a:pt x="0" y="473710"/>
                  </a:lnTo>
                  <a:lnTo>
                    <a:pt x="0" y="934720"/>
                  </a:lnTo>
                  <a:lnTo>
                    <a:pt x="680719" y="473710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5" name="Google Shape;1896;p149">
              <a:extLst>
                <a:ext uri="{FF2B5EF4-FFF2-40B4-BE49-F238E27FC236}">
                  <a16:creationId xmlns:a16="http://schemas.microsoft.com/office/drawing/2014/main" id="{C3AB44D1-DB0C-4902-925F-5625808B20C4}"/>
                </a:ext>
              </a:extLst>
            </p:cNvPr>
            <p:cNvSpPr/>
            <p:nvPr/>
          </p:nvSpPr>
          <p:spPr bwMode="ltGray">
            <a:xfrm>
              <a:off x="7009244" y="0"/>
              <a:ext cx="1240117" cy="407962"/>
            </a:xfrm>
            <a:custGeom>
              <a:avLst/>
              <a:gdLst/>
              <a:ahLst/>
              <a:cxnLst/>
              <a:rect l="l" t="t" r="r" b="b"/>
              <a:pathLst>
                <a:path w="1366520" h="462280" extrusionOk="0">
                  <a:moveTo>
                    <a:pt x="0" y="0"/>
                  </a:moveTo>
                  <a:lnTo>
                    <a:pt x="685070" y="462279"/>
                  </a:lnTo>
                  <a:lnTo>
                    <a:pt x="1366344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6" name="Google Shape;1897;p149">
              <a:extLst>
                <a:ext uri="{FF2B5EF4-FFF2-40B4-BE49-F238E27FC236}">
                  <a16:creationId xmlns:a16="http://schemas.microsoft.com/office/drawing/2014/main" id="{B9162F4E-D33E-402F-B780-3584D6B3DF5D}"/>
                </a:ext>
              </a:extLst>
            </p:cNvPr>
            <p:cNvSpPr/>
            <p:nvPr/>
          </p:nvSpPr>
          <p:spPr bwMode="ltGray">
            <a:xfrm>
              <a:off x="7006851" y="1"/>
              <a:ext cx="626973" cy="802474"/>
            </a:xfrm>
            <a:custGeom>
              <a:avLst/>
              <a:gdLst/>
              <a:ahLst/>
              <a:cxnLst/>
              <a:rect l="l" t="t" r="r" b="b"/>
              <a:pathLst>
                <a:path w="690879" h="909319" extrusionOk="0">
                  <a:moveTo>
                    <a:pt x="0" y="0"/>
                  </a:moveTo>
                  <a:lnTo>
                    <a:pt x="0" y="456565"/>
                  </a:lnTo>
                  <a:lnTo>
                    <a:pt x="690879" y="909320"/>
                  </a:lnTo>
                  <a:lnTo>
                    <a:pt x="690879" y="456565"/>
                  </a:lnTo>
                  <a:lnTo>
                    <a:pt x="7602" y="0"/>
                  </a:lnTo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7" name="Google Shape;1898;p149">
              <a:extLst>
                <a:ext uri="{FF2B5EF4-FFF2-40B4-BE49-F238E27FC236}">
                  <a16:creationId xmlns:a16="http://schemas.microsoft.com/office/drawing/2014/main" id="{9F4EE8D0-91B3-4295-83A6-2EA3A598C533}"/>
                </a:ext>
              </a:extLst>
            </p:cNvPr>
            <p:cNvSpPr/>
            <p:nvPr/>
          </p:nvSpPr>
          <p:spPr bwMode="ltGray">
            <a:xfrm>
              <a:off x="7634193" y="1"/>
              <a:ext cx="617753" cy="802474"/>
            </a:xfrm>
            <a:custGeom>
              <a:avLst/>
              <a:gdLst/>
              <a:ahLst/>
              <a:cxnLst/>
              <a:rect l="l" t="t" r="r" b="b"/>
              <a:pathLst>
                <a:path w="680720" h="909319" extrusionOk="0">
                  <a:moveTo>
                    <a:pt x="673229" y="0"/>
                  </a:moveTo>
                  <a:lnTo>
                    <a:pt x="0" y="456565"/>
                  </a:lnTo>
                  <a:lnTo>
                    <a:pt x="0" y="909320"/>
                  </a:lnTo>
                  <a:lnTo>
                    <a:pt x="680720" y="456565"/>
                  </a:lnTo>
                  <a:lnTo>
                    <a:pt x="680720" y="0"/>
                  </a:lnTo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1" name="Google Shape;1899;p149">
              <a:extLst>
                <a:ext uri="{FF2B5EF4-FFF2-40B4-BE49-F238E27FC236}">
                  <a16:creationId xmlns:a16="http://schemas.microsoft.com/office/drawing/2014/main" id="{E7794EC0-9B68-43DF-BB95-0B3DF37D035F}"/>
                </a:ext>
              </a:extLst>
            </p:cNvPr>
            <p:cNvSpPr/>
            <p:nvPr/>
          </p:nvSpPr>
          <p:spPr bwMode="ltGray">
            <a:xfrm>
              <a:off x="8270760" y="865093"/>
              <a:ext cx="617753" cy="860755"/>
            </a:xfrm>
            <a:custGeom>
              <a:avLst/>
              <a:gdLst/>
              <a:ahLst/>
              <a:cxnLst/>
              <a:rect l="l" t="t" r="r" b="b"/>
              <a:pathLst>
                <a:path w="680720" h="975360" extrusionOk="0">
                  <a:moveTo>
                    <a:pt x="680719" y="0"/>
                  </a:moveTo>
                  <a:lnTo>
                    <a:pt x="0" y="474852"/>
                  </a:lnTo>
                  <a:lnTo>
                    <a:pt x="0" y="975359"/>
                  </a:lnTo>
                  <a:lnTo>
                    <a:pt x="680719" y="474852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3" name="Google Shape;1900;p149">
              <a:extLst>
                <a:ext uri="{FF2B5EF4-FFF2-40B4-BE49-F238E27FC236}">
                  <a16:creationId xmlns:a16="http://schemas.microsoft.com/office/drawing/2014/main" id="{B743A60C-77CA-4630-A147-BF4C4E47A33E}"/>
                </a:ext>
              </a:extLst>
            </p:cNvPr>
            <p:cNvSpPr/>
            <p:nvPr/>
          </p:nvSpPr>
          <p:spPr bwMode="ltGray">
            <a:xfrm>
              <a:off x="7643418" y="434787"/>
              <a:ext cx="1244727" cy="851789"/>
            </a:xfrm>
            <a:custGeom>
              <a:avLst/>
              <a:gdLst/>
              <a:ahLst/>
              <a:cxnLst/>
              <a:rect l="l" t="t" r="r" b="b"/>
              <a:pathLst>
                <a:path w="1371600" h="965200" extrusionOk="0">
                  <a:moveTo>
                    <a:pt x="0" y="471678"/>
                  </a:moveTo>
                  <a:lnTo>
                    <a:pt x="694690" y="965200"/>
                  </a:lnTo>
                  <a:lnTo>
                    <a:pt x="1371600" y="490982"/>
                  </a:lnTo>
                  <a:lnTo>
                    <a:pt x="694690" y="0"/>
                  </a:lnTo>
                  <a:lnTo>
                    <a:pt x="0" y="471678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4" name="Google Shape;1901;p149">
              <a:extLst>
                <a:ext uri="{FF2B5EF4-FFF2-40B4-BE49-F238E27FC236}">
                  <a16:creationId xmlns:a16="http://schemas.microsoft.com/office/drawing/2014/main" id="{B5A9622B-A5F1-4391-9C3D-C3936DA0C7B1}"/>
                </a:ext>
              </a:extLst>
            </p:cNvPr>
            <p:cNvSpPr/>
            <p:nvPr/>
          </p:nvSpPr>
          <p:spPr bwMode="ltGray">
            <a:xfrm>
              <a:off x="7643418" y="847164"/>
              <a:ext cx="626973" cy="869721"/>
            </a:xfrm>
            <a:custGeom>
              <a:avLst/>
              <a:gdLst/>
              <a:ahLst/>
              <a:cxnLst/>
              <a:rect l="l" t="t" r="r" b="b"/>
              <a:pathLst>
                <a:path w="690879" h="985519" extrusionOk="0">
                  <a:moveTo>
                    <a:pt x="2540" y="0"/>
                  </a:moveTo>
                  <a:lnTo>
                    <a:pt x="0" y="492759"/>
                  </a:lnTo>
                  <a:lnTo>
                    <a:pt x="690880" y="985519"/>
                  </a:lnTo>
                  <a:lnTo>
                    <a:pt x="690880" y="492759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5" name="Google Shape;1902;p149">
              <a:extLst>
                <a:ext uri="{FF2B5EF4-FFF2-40B4-BE49-F238E27FC236}">
                  <a16:creationId xmlns:a16="http://schemas.microsoft.com/office/drawing/2014/main" id="{653BFCD9-A74D-4848-8AFF-599C2A8FA6DE}"/>
                </a:ext>
              </a:extLst>
            </p:cNvPr>
            <p:cNvSpPr/>
            <p:nvPr/>
          </p:nvSpPr>
          <p:spPr bwMode="ltGray">
            <a:xfrm>
              <a:off x="8953456" y="875740"/>
              <a:ext cx="954290" cy="419730"/>
            </a:xfrm>
            <a:custGeom>
              <a:avLst/>
              <a:gdLst/>
              <a:ahLst/>
              <a:cxnLst/>
              <a:rect l="l" t="t" r="r" b="b"/>
              <a:pathLst>
                <a:path w="1051559" h="475615" extrusionOk="0">
                  <a:moveTo>
                    <a:pt x="0" y="0"/>
                  </a:moveTo>
                  <a:lnTo>
                    <a:pt x="671829" y="475615"/>
                  </a:lnTo>
                  <a:lnTo>
                    <a:pt x="1051560" y="216191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6" name="Google Shape;1903;p149">
              <a:extLst>
                <a:ext uri="{FF2B5EF4-FFF2-40B4-BE49-F238E27FC236}">
                  <a16:creationId xmlns:a16="http://schemas.microsoft.com/office/drawing/2014/main" id="{AEE06504-EEF4-42CE-B15B-3A31F946A5AA}"/>
                </a:ext>
              </a:extLst>
            </p:cNvPr>
            <p:cNvSpPr/>
            <p:nvPr/>
          </p:nvSpPr>
          <p:spPr bwMode="ltGray">
            <a:xfrm>
              <a:off x="8953456" y="452718"/>
              <a:ext cx="954290" cy="423093"/>
            </a:xfrm>
            <a:custGeom>
              <a:avLst/>
              <a:gdLst/>
              <a:ahLst/>
              <a:cxnLst/>
              <a:rect l="l" t="t" r="r" b="b"/>
              <a:pathLst>
                <a:path w="1051559" h="479425" extrusionOk="0">
                  <a:moveTo>
                    <a:pt x="1051560" y="272285"/>
                  </a:moveTo>
                  <a:lnTo>
                    <a:pt x="678179" y="0"/>
                  </a:lnTo>
                  <a:lnTo>
                    <a:pt x="0" y="479425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7" name="Google Shape;1904;p149">
              <a:extLst>
                <a:ext uri="{FF2B5EF4-FFF2-40B4-BE49-F238E27FC236}">
                  <a16:creationId xmlns:a16="http://schemas.microsoft.com/office/drawing/2014/main" id="{CADC754E-7B33-47F2-846B-FB5D459BA5F1}"/>
                </a:ext>
              </a:extLst>
            </p:cNvPr>
            <p:cNvSpPr/>
            <p:nvPr/>
          </p:nvSpPr>
          <p:spPr bwMode="ltGray">
            <a:xfrm>
              <a:off x="8944229" y="874059"/>
              <a:ext cx="617753" cy="833857"/>
            </a:xfrm>
            <a:custGeom>
              <a:avLst/>
              <a:gdLst/>
              <a:ahLst/>
              <a:cxnLst/>
              <a:rect l="l" t="t" r="r" b="b"/>
              <a:pathLst>
                <a:path w="680720" h="944880" extrusionOk="0">
                  <a:moveTo>
                    <a:pt x="2539" y="0"/>
                  </a:moveTo>
                  <a:lnTo>
                    <a:pt x="0" y="473710"/>
                  </a:lnTo>
                  <a:lnTo>
                    <a:pt x="675639" y="944879"/>
                  </a:lnTo>
                  <a:lnTo>
                    <a:pt x="680720" y="480187"/>
                  </a:lnTo>
                  <a:lnTo>
                    <a:pt x="253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8" name="Google Shape;1905;p149">
              <a:extLst>
                <a:ext uri="{FF2B5EF4-FFF2-40B4-BE49-F238E27FC236}">
                  <a16:creationId xmlns:a16="http://schemas.microsoft.com/office/drawing/2014/main" id="{1746A80B-2B88-412A-BCF8-A0DE2D67E055}"/>
                </a:ext>
              </a:extLst>
            </p:cNvPr>
            <p:cNvSpPr/>
            <p:nvPr/>
          </p:nvSpPr>
          <p:spPr bwMode="ltGray">
            <a:xfrm>
              <a:off x="9562346" y="1066703"/>
              <a:ext cx="345757" cy="641644"/>
            </a:xfrm>
            <a:custGeom>
              <a:avLst/>
              <a:gdLst/>
              <a:ahLst/>
              <a:cxnLst/>
              <a:rect l="l" t="t" r="r" b="b"/>
              <a:pathLst>
                <a:path w="381000" h="727075" extrusionOk="0">
                  <a:moveTo>
                    <a:pt x="381000" y="0"/>
                  </a:moveTo>
                  <a:lnTo>
                    <a:pt x="5079" y="261094"/>
                  </a:lnTo>
                  <a:lnTo>
                    <a:pt x="0" y="726549"/>
                  </a:lnTo>
                  <a:lnTo>
                    <a:pt x="381000" y="468213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</p:grp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7132FD36-26E5-4CFC-AC41-605E1DF4B7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A6344C7-5ED6-43A8-8711-01D1F26F9E0A}"/>
              </a:ext>
            </a:extLst>
          </p:cNvPr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A77E53B-96EA-43DF-BD39-2E5FAB3CC7D0}"/>
              </a:ext>
            </a:extLst>
          </p:cNvPr>
          <p:cNvSpPr txBox="1"/>
          <p:nvPr userDrawn="1"/>
        </p:nvSpPr>
        <p:spPr>
          <a:xfrm>
            <a:off x="7501003" y="6594281"/>
            <a:ext cx="4064000" cy="203133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lvl="0" indent="0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1pPr>
            <a:lvl2pPr marL="284400" lvl="1" indent="-17280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2pPr>
            <a:lvl3pPr marL="511200" lvl="2" indent="-16560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3pPr>
            <a:lvl4pPr marL="0" lvl="3" indent="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2000">
                <a:solidFill>
                  <a:schemeClr val="tx2"/>
                </a:solidFill>
                <a:sym typeface="Trebuchet MS" panose="020B0603020202020204" pitchFamily="34" charset="0"/>
              </a:defRPr>
            </a:lvl4pPr>
            <a:lvl5pPr marL="0" lvl="4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2000" b="1" smtClean="0">
                <a:solidFill>
                  <a:schemeClr val="tx1"/>
                </a:solidFill>
                <a:sym typeface="Trebuchet MS" panose="020B0603020202020204" pitchFamily="34" charset="0"/>
              </a:defRPr>
            </a:lvl5pPr>
            <a:lvl6pPr marL="269875" lvl="5" indent="-152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2000" smtClean="0">
                <a:solidFill>
                  <a:schemeClr val="tx1"/>
                </a:solidFill>
                <a:sym typeface="Trebuchet MS" panose="020B0603020202020204" pitchFamily="34" charset="0"/>
              </a:defRPr>
            </a:lvl6pPr>
            <a:lvl7pPr marL="0" lvl="6" indent="0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5400" baseline="0" smtClean="0">
                <a:solidFill>
                  <a:schemeClr val="tx1"/>
                </a:solidFill>
                <a:sym typeface="Trebuchet MS" panose="020B0603020202020204" pitchFamily="34" charset="0"/>
              </a:defRPr>
            </a:lvl7pPr>
            <a:lvl8pPr marL="0" lvl="7" indent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6600" baseline="0" smtClean="0">
                <a:solidFill>
                  <a:schemeClr val="tx2"/>
                </a:solidFill>
                <a:sym typeface="Trebuchet MS" panose="020B0603020202020204" pitchFamily="34" charset="0"/>
              </a:defRPr>
            </a:lvl8pPr>
            <a:lvl9pPr marL="0" lvl="8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3200" baseline="0" dirty="0">
                <a:solidFill>
                  <a:schemeClr val="tx2"/>
                </a:solidFill>
                <a:sym typeface="Trebuchet MS" panose="020B0603020202020204" pitchFamily="34" charset="0"/>
              </a:defRPr>
            </a:lvl9pPr>
          </a:lstStyle>
          <a:p>
            <a:pPr algn="r">
              <a:buNone/>
            </a:pPr>
            <a:r>
              <a:rPr lang="en-US" sz="1200" b="1">
                <a:solidFill>
                  <a:schemeClr val="tx1"/>
                </a:solidFill>
              </a:rPr>
              <a:t>CONFIDENTIAL – NOT TO BE DISTRIBUTED </a:t>
            </a:r>
          </a:p>
        </p:txBody>
      </p:sp>
      <p:sp>
        <p:nvSpPr>
          <p:cNvPr id="33" name="5. Source" hidden="1">
            <a:extLst>
              <a:ext uri="{FF2B5EF4-FFF2-40B4-BE49-F238E27FC236}">
                <a16:creationId xmlns:a16="http://schemas.microsoft.com/office/drawing/2014/main" id="{9E14D127-F426-43D6-9EEE-9C285C2ADEB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756745" y="6501669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/>
              <a:t>Source: …</a:t>
            </a:r>
          </a:p>
        </p:txBody>
      </p:sp>
      <p:sp>
        <p:nvSpPr>
          <p:cNvPr id="34" name="1. On-page tracker">
            <a:extLst>
              <a:ext uri="{FF2B5EF4-FFF2-40B4-BE49-F238E27FC236}">
                <a16:creationId xmlns:a16="http://schemas.microsoft.com/office/drawing/2014/main" id="{E2AFC56B-13D1-4FDD-A656-4B28C170E594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5"/>
            </p:custDataLst>
          </p:nvPr>
        </p:nvSpPr>
        <p:spPr>
          <a:xfrm>
            <a:off x="756745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35" name="3. Subtitle">
            <a:extLst>
              <a:ext uri="{FF2B5EF4-FFF2-40B4-BE49-F238E27FC236}">
                <a16:creationId xmlns:a16="http://schemas.microsoft.com/office/drawing/2014/main" id="{C60088D9-C330-45C3-9E69-0E342A7D418C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756746" y="945582"/>
            <a:ext cx="5051388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b="0" baseline="0" dirty="0"/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</a:p>
        </p:txBody>
      </p:sp>
      <p:sp>
        <p:nvSpPr>
          <p:cNvPr id="36" name="2. Slide Title">
            <a:extLst>
              <a:ext uri="{FF2B5EF4-FFF2-40B4-BE49-F238E27FC236}">
                <a16:creationId xmlns:a16="http://schemas.microsoft.com/office/drawing/2014/main" id="{0385599C-BA81-4381-9648-A69491B447F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756746" y="317139"/>
            <a:ext cx="5051388" cy="61555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4000" baseline="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3551502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221209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572" imgH="588" progId="TCLayout.ActiveDocument.1">
                  <p:embed/>
                </p:oleObj>
              </mc:Choice>
              <mc:Fallback>
                <p:oleObj name="think-cell Slide" r:id="rId9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2D668F04-7049-40BA-8D63-D8BBB692131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D7F9E0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grpSp>
        <p:nvGrpSpPr>
          <p:cNvPr id="11" name="Deco">
            <a:extLst>
              <a:ext uri="{FF2B5EF4-FFF2-40B4-BE49-F238E27FC236}">
                <a16:creationId xmlns:a16="http://schemas.microsoft.com/office/drawing/2014/main" id="{F8222C47-9437-4A07-8D7B-6FA2E9AA3AF0}"/>
              </a:ext>
            </a:extLst>
          </p:cNvPr>
          <p:cNvGrpSpPr/>
          <p:nvPr userDrawn="1"/>
        </p:nvGrpSpPr>
        <p:grpSpPr bwMode="ltGray">
          <a:xfrm>
            <a:off x="10019832" y="-28841"/>
            <a:ext cx="2172168" cy="1289899"/>
            <a:chOff x="7006851" y="0"/>
            <a:chExt cx="2901252" cy="1725848"/>
          </a:xfrm>
        </p:grpSpPr>
        <p:sp>
          <p:nvSpPr>
            <p:cNvPr id="12" name="Google Shape;1893;p149">
              <a:extLst>
                <a:ext uri="{FF2B5EF4-FFF2-40B4-BE49-F238E27FC236}">
                  <a16:creationId xmlns:a16="http://schemas.microsoft.com/office/drawing/2014/main" id="{A54B6BFF-3C28-4FEB-8A91-B42F07A1D67E}"/>
                </a:ext>
              </a:extLst>
            </p:cNvPr>
            <p:cNvSpPr/>
            <p:nvPr/>
          </p:nvSpPr>
          <p:spPr bwMode="ltGray">
            <a:xfrm>
              <a:off x="8307663" y="0"/>
              <a:ext cx="1226286" cy="416928"/>
            </a:xfrm>
            <a:custGeom>
              <a:avLst/>
              <a:gdLst/>
              <a:ahLst/>
              <a:cxnLst/>
              <a:rect l="l" t="t" r="r" b="b"/>
              <a:pathLst>
                <a:path w="1351279" h="472440" extrusionOk="0">
                  <a:moveTo>
                    <a:pt x="0" y="1904"/>
                  </a:moveTo>
                  <a:lnTo>
                    <a:pt x="675640" y="472440"/>
                  </a:lnTo>
                  <a:lnTo>
                    <a:pt x="1351279" y="1904"/>
                  </a:lnTo>
                  <a:lnTo>
                    <a:pt x="1348623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3" name="Google Shape;1894;p149">
              <a:extLst>
                <a:ext uri="{FF2B5EF4-FFF2-40B4-BE49-F238E27FC236}">
                  <a16:creationId xmlns:a16="http://schemas.microsoft.com/office/drawing/2014/main" id="{FCB72A73-E453-4D5F-8190-D99E79725E66}"/>
                </a:ext>
              </a:extLst>
            </p:cNvPr>
            <p:cNvSpPr/>
            <p:nvPr/>
          </p:nvSpPr>
          <p:spPr bwMode="ltGray">
            <a:xfrm>
              <a:off x="8307663" y="4483"/>
              <a:ext cx="608532" cy="824890"/>
            </a:xfrm>
            <a:custGeom>
              <a:avLst/>
              <a:gdLst/>
              <a:ahLst/>
              <a:cxnLst/>
              <a:rect l="l" t="t" r="r" b="b"/>
              <a:pathLst>
                <a:path w="670559" h="934719" extrusionOk="0">
                  <a:moveTo>
                    <a:pt x="0" y="0"/>
                  </a:moveTo>
                  <a:lnTo>
                    <a:pt x="0" y="473710"/>
                  </a:lnTo>
                  <a:lnTo>
                    <a:pt x="670560" y="934720"/>
                  </a:lnTo>
                  <a:lnTo>
                    <a:pt x="670560" y="4737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4" name="Google Shape;1895;p149">
              <a:extLst>
                <a:ext uri="{FF2B5EF4-FFF2-40B4-BE49-F238E27FC236}">
                  <a16:creationId xmlns:a16="http://schemas.microsoft.com/office/drawing/2014/main" id="{8554BB28-70F5-4B99-A3A0-5E05CE10C8D1}"/>
                </a:ext>
              </a:extLst>
            </p:cNvPr>
            <p:cNvSpPr/>
            <p:nvPr/>
          </p:nvSpPr>
          <p:spPr bwMode="ltGray">
            <a:xfrm>
              <a:off x="8916554" y="4483"/>
              <a:ext cx="617753" cy="824890"/>
            </a:xfrm>
            <a:custGeom>
              <a:avLst/>
              <a:gdLst/>
              <a:ahLst/>
              <a:cxnLst/>
              <a:rect l="l" t="t" r="r" b="b"/>
              <a:pathLst>
                <a:path w="680720" h="934719" extrusionOk="0">
                  <a:moveTo>
                    <a:pt x="680719" y="0"/>
                  </a:moveTo>
                  <a:lnTo>
                    <a:pt x="0" y="473710"/>
                  </a:lnTo>
                  <a:lnTo>
                    <a:pt x="0" y="934720"/>
                  </a:lnTo>
                  <a:lnTo>
                    <a:pt x="680719" y="473710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5" name="Google Shape;1896;p149">
              <a:extLst>
                <a:ext uri="{FF2B5EF4-FFF2-40B4-BE49-F238E27FC236}">
                  <a16:creationId xmlns:a16="http://schemas.microsoft.com/office/drawing/2014/main" id="{DB8F380D-2C65-4534-BD7C-1CFC4CE97E4B}"/>
                </a:ext>
              </a:extLst>
            </p:cNvPr>
            <p:cNvSpPr/>
            <p:nvPr/>
          </p:nvSpPr>
          <p:spPr bwMode="ltGray">
            <a:xfrm>
              <a:off x="7009244" y="0"/>
              <a:ext cx="1240117" cy="407962"/>
            </a:xfrm>
            <a:custGeom>
              <a:avLst/>
              <a:gdLst/>
              <a:ahLst/>
              <a:cxnLst/>
              <a:rect l="l" t="t" r="r" b="b"/>
              <a:pathLst>
                <a:path w="1366520" h="462280" extrusionOk="0">
                  <a:moveTo>
                    <a:pt x="0" y="0"/>
                  </a:moveTo>
                  <a:lnTo>
                    <a:pt x="685070" y="462279"/>
                  </a:lnTo>
                  <a:lnTo>
                    <a:pt x="1366344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6" name="Google Shape;1897;p149">
              <a:extLst>
                <a:ext uri="{FF2B5EF4-FFF2-40B4-BE49-F238E27FC236}">
                  <a16:creationId xmlns:a16="http://schemas.microsoft.com/office/drawing/2014/main" id="{72546AF2-D40A-4B89-850E-83FC5ADFA08D}"/>
                </a:ext>
              </a:extLst>
            </p:cNvPr>
            <p:cNvSpPr/>
            <p:nvPr/>
          </p:nvSpPr>
          <p:spPr bwMode="ltGray">
            <a:xfrm>
              <a:off x="7006851" y="1"/>
              <a:ext cx="626973" cy="802474"/>
            </a:xfrm>
            <a:custGeom>
              <a:avLst/>
              <a:gdLst/>
              <a:ahLst/>
              <a:cxnLst/>
              <a:rect l="l" t="t" r="r" b="b"/>
              <a:pathLst>
                <a:path w="690879" h="909319" extrusionOk="0">
                  <a:moveTo>
                    <a:pt x="0" y="0"/>
                  </a:moveTo>
                  <a:lnTo>
                    <a:pt x="0" y="456565"/>
                  </a:lnTo>
                  <a:lnTo>
                    <a:pt x="690879" y="909320"/>
                  </a:lnTo>
                  <a:lnTo>
                    <a:pt x="690879" y="456565"/>
                  </a:lnTo>
                  <a:lnTo>
                    <a:pt x="7602" y="0"/>
                  </a:lnTo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8" name="Google Shape;1898;p149">
              <a:extLst>
                <a:ext uri="{FF2B5EF4-FFF2-40B4-BE49-F238E27FC236}">
                  <a16:creationId xmlns:a16="http://schemas.microsoft.com/office/drawing/2014/main" id="{31029E2B-1878-41D7-B143-D1C12B3C7264}"/>
                </a:ext>
              </a:extLst>
            </p:cNvPr>
            <p:cNvSpPr/>
            <p:nvPr/>
          </p:nvSpPr>
          <p:spPr bwMode="ltGray">
            <a:xfrm>
              <a:off x="7634193" y="1"/>
              <a:ext cx="617753" cy="802474"/>
            </a:xfrm>
            <a:custGeom>
              <a:avLst/>
              <a:gdLst/>
              <a:ahLst/>
              <a:cxnLst/>
              <a:rect l="l" t="t" r="r" b="b"/>
              <a:pathLst>
                <a:path w="680720" h="909319" extrusionOk="0">
                  <a:moveTo>
                    <a:pt x="673229" y="0"/>
                  </a:moveTo>
                  <a:lnTo>
                    <a:pt x="0" y="456565"/>
                  </a:lnTo>
                  <a:lnTo>
                    <a:pt x="0" y="909320"/>
                  </a:lnTo>
                  <a:lnTo>
                    <a:pt x="680720" y="456565"/>
                  </a:lnTo>
                  <a:lnTo>
                    <a:pt x="680720" y="0"/>
                  </a:lnTo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2" name="Google Shape;1899;p149">
              <a:extLst>
                <a:ext uri="{FF2B5EF4-FFF2-40B4-BE49-F238E27FC236}">
                  <a16:creationId xmlns:a16="http://schemas.microsoft.com/office/drawing/2014/main" id="{3D30E6FF-9C9D-49AB-8D2E-605205EE3CA2}"/>
                </a:ext>
              </a:extLst>
            </p:cNvPr>
            <p:cNvSpPr/>
            <p:nvPr/>
          </p:nvSpPr>
          <p:spPr bwMode="ltGray">
            <a:xfrm>
              <a:off x="8270760" y="865093"/>
              <a:ext cx="617753" cy="860755"/>
            </a:xfrm>
            <a:custGeom>
              <a:avLst/>
              <a:gdLst/>
              <a:ahLst/>
              <a:cxnLst/>
              <a:rect l="l" t="t" r="r" b="b"/>
              <a:pathLst>
                <a:path w="680720" h="975360" extrusionOk="0">
                  <a:moveTo>
                    <a:pt x="680719" y="0"/>
                  </a:moveTo>
                  <a:lnTo>
                    <a:pt x="0" y="474852"/>
                  </a:lnTo>
                  <a:lnTo>
                    <a:pt x="0" y="975359"/>
                  </a:lnTo>
                  <a:lnTo>
                    <a:pt x="680719" y="474852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3" name="Google Shape;1900;p149">
              <a:extLst>
                <a:ext uri="{FF2B5EF4-FFF2-40B4-BE49-F238E27FC236}">
                  <a16:creationId xmlns:a16="http://schemas.microsoft.com/office/drawing/2014/main" id="{1B289E24-4D9C-423E-95F7-DEE56E85AD81}"/>
                </a:ext>
              </a:extLst>
            </p:cNvPr>
            <p:cNvSpPr/>
            <p:nvPr/>
          </p:nvSpPr>
          <p:spPr bwMode="ltGray">
            <a:xfrm>
              <a:off x="7643418" y="434787"/>
              <a:ext cx="1244727" cy="851789"/>
            </a:xfrm>
            <a:custGeom>
              <a:avLst/>
              <a:gdLst/>
              <a:ahLst/>
              <a:cxnLst/>
              <a:rect l="l" t="t" r="r" b="b"/>
              <a:pathLst>
                <a:path w="1371600" h="965200" extrusionOk="0">
                  <a:moveTo>
                    <a:pt x="0" y="471678"/>
                  </a:moveTo>
                  <a:lnTo>
                    <a:pt x="694690" y="965200"/>
                  </a:lnTo>
                  <a:lnTo>
                    <a:pt x="1371600" y="490982"/>
                  </a:lnTo>
                  <a:lnTo>
                    <a:pt x="694690" y="0"/>
                  </a:lnTo>
                  <a:lnTo>
                    <a:pt x="0" y="471678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4" name="Google Shape;1901;p149">
              <a:extLst>
                <a:ext uri="{FF2B5EF4-FFF2-40B4-BE49-F238E27FC236}">
                  <a16:creationId xmlns:a16="http://schemas.microsoft.com/office/drawing/2014/main" id="{55795163-A6C0-44F8-94BA-19110DFF9EF3}"/>
                </a:ext>
              </a:extLst>
            </p:cNvPr>
            <p:cNvSpPr/>
            <p:nvPr/>
          </p:nvSpPr>
          <p:spPr bwMode="ltGray">
            <a:xfrm>
              <a:off x="7643418" y="847164"/>
              <a:ext cx="626973" cy="869721"/>
            </a:xfrm>
            <a:custGeom>
              <a:avLst/>
              <a:gdLst/>
              <a:ahLst/>
              <a:cxnLst/>
              <a:rect l="l" t="t" r="r" b="b"/>
              <a:pathLst>
                <a:path w="690879" h="985519" extrusionOk="0">
                  <a:moveTo>
                    <a:pt x="2540" y="0"/>
                  </a:moveTo>
                  <a:lnTo>
                    <a:pt x="0" y="492759"/>
                  </a:lnTo>
                  <a:lnTo>
                    <a:pt x="690880" y="985519"/>
                  </a:lnTo>
                  <a:lnTo>
                    <a:pt x="690880" y="492759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5" name="Google Shape;1902;p149">
              <a:extLst>
                <a:ext uri="{FF2B5EF4-FFF2-40B4-BE49-F238E27FC236}">
                  <a16:creationId xmlns:a16="http://schemas.microsoft.com/office/drawing/2014/main" id="{A965D365-5BA4-4EAB-9E43-7A795E3322FD}"/>
                </a:ext>
              </a:extLst>
            </p:cNvPr>
            <p:cNvSpPr/>
            <p:nvPr/>
          </p:nvSpPr>
          <p:spPr bwMode="ltGray">
            <a:xfrm>
              <a:off x="8953456" y="875740"/>
              <a:ext cx="954290" cy="419730"/>
            </a:xfrm>
            <a:custGeom>
              <a:avLst/>
              <a:gdLst/>
              <a:ahLst/>
              <a:cxnLst/>
              <a:rect l="l" t="t" r="r" b="b"/>
              <a:pathLst>
                <a:path w="1051559" h="475615" extrusionOk="0">
                  <a:moveTo>
                    <a:pt x="0" y="0"/>
                  </a:moveTo>
                  <a:lnTo>
                    <a:pt x="671829" y="475615"/>
                  </a:lnTo>
                  <a:lnTo>
                    <a:pt x="1051560" y="216191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6" name="Google Shape;1903;p149">
              <a:extLst>
                <a:ext uri="{FF2B5EF4-FFF2-40B4-BE49-F238E27FC236}">
                  <a16:creationId xmlns:a16="http://schemas.microsoft.com/office/drawing/2014/main" id="{2700681A-E0D5-4EB3-AA41-0C6CA64DD97C}"/>
                </a:ext>
              </a:extLst>
            </p:cNvPr>
            <p:cNvSpPr/>
            <p:nvPr/>
          </p:nvSpPr>
          <p:spPr bwMode="ltGray">
            <a:xfrm>
              <a:off x="8953456" y="452718"/>
              <a:ext cx="954290" cy="423093"/>
            </a:xfrm>
            <a:custGeom>
              <a:avLst/>
              <a:gdLst/>
              <a:ahLst/>
              <a:cxnLst/>
              <a:rect l="l" t="t" r="r" b="b"/>
              <a:pathLst>
                <a:path w="1051559" h="479425" extrusionOk="0">
                  <a:moveTo>
                    <a:pt x="1051560" y="272285"/>
                  </a:moveTo>
                  <a:lnTo>
                    <a:pt x="678179" y="0"/>
                  </a:lnTo>
                  <a:lnTo>
                    <a:pt x="0" y="479425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7" name="Google Shape;1904;p149">
              <a:extLst>
                <a:ext uri="{FF2B5EF4-FFF2-40B4-BE49-F238E27FC236}">
                  <a16:creationId xmlns:a16="http://schemas.microsoft.com/office/drawing/2014/main" id="{458F4610-23B2-4ADF-B171-CBC160C915D5}"/>
                </a:ext>
              </a:extLst>
            </p:cNvPr>
            <p:cNvSpPr/>
            <p:nvPr/>
          </p:nvSpPr>
          <p:spPr bwMode="ltGray">
            <a:xfrm>
              <a:off x="8944229" y="874059"/>
              <a:ext cx="617753" cy="833857"/>
            </a:xfrm>
            <a:custGeom>
              <a:avLst/>
              <a:gdLst/>
              <a:ahLst/>
              <a:cxnLst/>
              <a:rect l="l" t="t" r="r" b="b"/>
              <a:pathLst>
                <a:path w="680720" h="944880" extrusionOk="0">
                  <a:moveTo>
                    <a:pt x="2539" y="0"/>
                  </a:moveTo>
                  <a:lnTo>
                    <a:pt x="0" y="473710"/>
                  </a:lnTo>
                  <a:lnTo>
                    <a:pt x="675639" y="944879"/>
                  </a:lnTo>
                  <a:lnTo>
                    <a:pt x="680720" y="480187"/>
                  </a:lnTo>
                  <a:lnTo>
                    <a:pt x="253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8" name="Google Shape;1905;p149">
              <a:extLst>
                <a:ext uri="{FF2B5EF4-FFF2-40B4-BE49-F238E27FC236}">
                  <a16:creationId xmlns:a16="http://schemas.microsoft.com/office/drawing/2014/main" id="{D790B528-6F85-4BBE-AE0A-C0C6E5E0F291}"/>
                </a:ext>
              </a:extLst>
            </p:cNvPr>
            <p:cNvSpPr/>
            <p:nvPr/>
          </p:nvSpPr>
          <p:spPr bwMode="ltGray">
            <a:xfrm>
              <a:off x="9562346" y="1066703"/>
              <a:ext cx="345757" cy="641644"/>
            </a:xfrm>
            <a:custGeom>
              <a:avLst/>
              <a:gdLst/>
              <a:ahLst/>
              <a:cxnLst/>
              <a:rect l="l" t="t" r="r" b="b"/>
              <a:pathLst>
                <a:path w="381000" h="727075" extrusionOk="0">
                  <a:moveTo>
                    <a:pt x="381000" y="0"/>
                  </a:moveTo>
                  <a:lnTo>
                    <a:pt x="5079" y="261094"/>
                  </a:lnTo>
                  <a:lnTo>
                    <a:pt x="0" y="726549"/>
                  </a:lnTo>
                  <a:lnTo>
                    <a:pt x="381000" y="468213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</p:grp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309D39CA-BA34-49CE-92A2-CEE325965B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3FDD690-8247-4354-96E7-A370DEB45D53}"/>
              </a:ext>
            </a:extLst>
          </p:cNvPr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C4873F0-E5DE-48B1-BAF3-B34A982283E3}"/>
              </a:ext>
            </a:extLst>
          </p:cNvPr>
          <p:cNvSpPr txBox="1"/>
          <p:nvPr userDrawn="1"/>
        </p:nvSpPr>
        <p:spPr>
          <a:xfrm>
            <a:off x="7501003" y="6594281"/>
            <a:ext cx="4064000" cy="203133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lvl="0" indent="0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1pPr>
            <a:lvl2pPr marL="284400" lvl="1" indent="-17280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2pPr>
            <a:lvl3pPr marL="511200" lvl="2" indent="-16560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3pPr>
            <a:lvl4pPr marL="0" lvl="3" indent="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2000">
                <a:solidFill>
                  <a:schemeClr val="tx2"/>
                </a:solidFill>
                <a:sym typeface="Trebuchet MS" panose="020B0603020202020204" pitchFamily="34" charset="0"/>
              </a:defRPr>
            </a:lvl4pPr>
            <a:lvl5pPr marL="0" lvl="4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2000" b="1" smtClean="0">
                <a:solidFill>
                  <a:schemeClr val="tx1"/>
                </a:solidFill>
                <a:sym typeface="Trebuchet MS" panose="020B0603020202020204" pitchFamily="34" charset="0"/>
              </a:defRPr>
            </a:lvl5pPr>
            <a:lvl6pPr marL="269875" lvl="5" indent="-152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2000" smtClean="0">
                <a:solidFill>
                  <a:schemeClr val="tx1"/>
                </a:solidFill>
                <a:sym typeface="Trebuchet MS" panose="020B0603020202020204" pitchFamily="34" charset="0"/>
              </a:defRPr>
            </a:lvl6pPr>
            <a:lvl7pPr marL="0" lvl="6" indent="0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5400" baseline="0" smtClean="0">
                <a:solidFill>
                  <a:schemeClr val="tx1"/>
                </a:solidFill>
                <a:sym typeface="Trebuchet MS" panose="020B0603020202020204" pitchFamily="34" charset="0"/>
              </a:defRPr>
            </a:lvl7pPr>
            <a:lvl8pPr marL="0" lvl="7" indent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6600" baseline="0" smtClean="0">
                <a:solidFill>
                  <a:schemeClr val="tx2"/>
                </a:solidFill>
                <a:sym typeface="Trebuchet MS" panose="020B0603020202020204" pitchFamily="34" charset="0"/>
              </a:defRPr>
            </a:lvl8pPr>
            <a:lvl9pPr marL="0" lvl="8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3200" baseline="0" dirty="0">
                <a:solidFill>
                  <a:schemeClr val="tx2"/>
                </a:solidFill>
                <a:sym typeface="Trebuchet MS" panose="020B0603020202020204" pitchFamily="34" charset="0"/>
              </a:defRPr>
            </a:lvl9pPr>
          </a:lstStyle>
          <a:p>
            <a:pPr algn="r">
              <a:buNone/>
            </a:pPr>
            <a:r>
              <a:rPr lang="en-US" sz="1200" b="1">
                <a:solidFill>
                  <a:schemeClr val="tx1"/>
                </a:solidFill>
              </a:rPr>
              <a:t>CONFIDENTIAL – NOT TO BE DISTRIBUTED </a:t>
            </a:r>
          </a:p>
        </p:txBody>
      </p:sp>
      <p:sp>
        <p:nvSpPr>
          <p:cNvPr id="33" name="5. Source" hidden="1">
            <a:extLst>
              <a:ext uri="{FF2B5EF4-FFF2-40B4-BE49-F238E27FC236}">
                <a16:creationId xmlns:a16="http://schemas.microsoft.com/office/drawing/2014/main" id="{0A13C9DC-D522-48EE-BC14-40AE61DEA022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756745" y="6501669"/>
            <a:ext cx="678705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/>
              <a:t>Source: …</a:t>
            </a:r>
          </a:p>
        </p:txBody>
      </p:sp>
      <p:sp>
        <p:nvSpPr>
          <p:cNvPr id="34" name="1. On-page tracker">
            <a:extLst>
              <a:ext uri="{FF2B5EF4-FFF2-40B4-BE49-F238E27FC236}">
                <a16:creationId xmlns:a16="http://schemas.microsoft.com/office/drawing/2014/main" id="{9A4DA73A-946C-4C81-B031-34A6A5E0D3E6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5"/>
            </p:custDataLst>
          </p:nvPr>
        </p:nvSpPr>
        <p:spPr>
          <a:xfrm>
            <a:off x="756745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35" name="3. Subtitle">
            <a:extLst>
              <a:ext uri="{FF2B5EF4-FFF2-40B4-BE49-F238E27FC236}">
                <a16:creationId xmlns:a16="http://schemas.microsoft.com/office/drawing/2014/main" id="{1A718F5F-80D6-45A8-84DD-2CF743604D57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756746" y="945582"/>
            <a:ext cx="6787054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sz="2000" b="0" baseline="0" dirty="0"/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</a:p>
        </p:txBody>
      </p:sp>
      <p:sp>
        <p:nvSpPr>
          <p:cNvPr id="36" name="2. Slide Title">
            <a:extLst>
              <a:ext uri="{FF2B5EF4-FFF2-40B4-BE49-F238E27FC236}">
                <a16:creationId xmlns:a16="http://schemas.microsoft.com/office/drawing/2014/main" id="{925FD136-1DEE-410A-85C5-FAE7B62C17E0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756746" y="317139"/>
            <a:ext cx="6787054" cy="61555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sz="4000" baseline="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8095799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132068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50854476-2923-4515-A585-4477FF86118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D7F9E0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grpSp>
        <p:nvGrpSpPr>
          <p:cNvPr id="11" name="Deco">
            <a:extLst>
              <a:ext uri="{FF2B5EF4-FFF2-40B4-BE49-F238E27FC236}">
                <a16:creationId xmlns:a16="http://schemas.microsoft.com/office/drawing/2014/main" id="{25BF8ECA-8D46-44D1-925A-DC779AD39F02}"/>
              </a:ext>
            </a:extLst>
          </p:cNvPr>
          <p:cNvGrpSpPr/>
          <p:nvPr userDrawn="1"/>
        </p:nvGrpSpPr>
        <p:grpSpPr bwMode="ltGray">
          <a:xfrm>
            <a:off x="10019832" y="-28841"/>
            <a:ext cx="2172168" cy="1289899"/>
            <a:chOff x="7006851" y="0"/>
            <a:chExt cx="2901252" cy="1725848"/>
          </a:xfrm>
        </p:grpSpPr>
        <p:sp>
          <p:nvSpPr>
            <p:cNvPr id="12" name="Google Shape;1893;p149">
              <a:extLst>
                <a:ext uri="{FF2B5EF4-FFF2-40B4-BE49-F238E27FC236}">
                  <a16:creationId xmlns:a16="http://schemas.microsoft.com/office/drawing/2014/main" id="{08F0187C-4111-4990-AA2B-D6A613879024}"/>
                </a:ext>
              </a:extLst>
            </p:cNvPr>
            <p:cNvSpPr/>
            <p:nvPr/>
          </p:nvSpPr>
          <p:spPr bwMode="ltGray">
            <a:xfrm>
              <a:off x="8307663" y="0"/>
              <a:ext cx="1226286" cy="416928"/>
            </a:xfrm>
            <a:custGeom>
              <a:avLst/>
              <a:gdLst/>
              <a:ahLst/>
              <a:cxnLst/>
              <a:rect l="l" t="t" r="r" b="b"/>
              <a:pathLst>
                <a:path w="1351279" h="472440" extrusionOk="0">
                  <a:moveTo>
                    <a:pt x="0" y="1904"/>
                  </a:moveTo>
                  <a:lnTo>
                    <a:pt x="675640" y="472440"/>
                  </a:lnTo>
                  <a:lnTo>
                    <a:pt x="1351279" y="1904"/>
                  </a:lnTo>
                  <a:lnTo>
                    <a:pt x="1348623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3" name="Google Shape;1894;p149">
              <a:extLst>
                <a:ext uri="{FF2B5EF4-FFF2-40B4-BE49-F238E27FC236}">
                  <a16:creationId xmlns:a16="http://schemas.microsoft.com/office/drawing/2014/main" id="{3EE4E55D-B79A-490C-B20E-57D069A6A20E}"/>
                </a:ext>
              </a:extLst>
            </p:cNvPr>
            <p:cNvSpPr/>
            <p:nvPr/>
          </p:nvSpPr>
          <p:spPr bwMode="ltGray">
            <a:xfrm>
              <a:off x="8307663" y="4483"/>
              <a:ext cx="608532" cy="824890"/>
            </a:xfrm>
            <a:custGeom>
              <a:avLst/>
              <a:gdLst/>
              <a:ahLst/>
              <a:cxnLst/>
              <a:rect l="l" t="t" r="r" b="b"/>
              <a:pathLst>
                <a:path w="670559" h="934719" extrusionOk="0">
                  <a:moveTo>
                    <a:pt x="0" y="0"/>
                  </a:moveTo>
                  <a:lnTo>
                    <a:pt x="0" y="473710"/>
                  </a:lnTo>
                  <a:lnTo>
                    <a:pt x="670560" y="934720"/>
                  </a:lnTo>
                  <a:lnTo>
                    <a:pt x="670560" y="4737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4" name="Google Shape;1895;p149">
              <a:extLst>
                <a:ext uri="{FF2B5EF4-FFF2-40B4-BE49-F238E27FC236}">
                  <a16:creationId xmlns:a16="http://schemas.microsoft.com/office/drawing/2014/main" id="{8B44AB92-A244-43B4-9BAD-28CD0A6A14DD}"/>
                </a:ext>
              </a:extLst>
            </p:cNvPr>
            <p:cNvSpPr/>
            <p:nvPr/>
          </p:nvSpPr>
          <p:spPr bwMode="ltGray">
            <a:xfrm>
              <a:off x="8916554" y="4483"/>
              <a:ext cx="617753" cy="824890"/>
            </a:xfrm>
            <a:custGeom>
              <a:avLst/>
              <a:gdLst/>
              <a:ahLst/>
              <a:cxnLst/>
              <a:rect l="l" t="t" r="r" b="b"/>
              <a:pathLst>
                <a:path w="680720" h="934719" extrusionOk="0">
                  <a:moveTo>
                    <a:pt x="680719" y="0"/>
                  </a:moveTo>
                  <a:lnTo>
                    <a:pt x="0" y="473710"/>
                  </a:lnTo>
                  <a:lnTo>
                    <a:pt x="0" y="934720"/>
                  </a:lnTo>
                  <a:lnTo>
                    <a:pt x="680719" y="473710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5" name="Google Shape;1896;p149">
              <a:extLst>
                <a:ext uri="{FF2B5EF4-FFF2-40B4-BE49-F238E27FC236}">
                  <a16:creationId xmlns:a16="http://schemas.microsoft.com/office/drawing/2014/main" id="{704E70A7-F5EA-4C56-92CA-04B3ED09832C}"/>
                </a:ext>
              </a:extLst>
            </p:cNvPr>
            <p:cNvSpPr/>
            <p:nvPr/>
          </p:nvSpPr>
          <p:spPr bwMode="ltGray">
            <a:xfrm>
              <a:off x="7009244" y="0"/>
              <a:ext cx="1240117" cy="407962"/>
            </a:xfrm>
            <a:custGeom>
              <a:avLst/>
              <a:gdLst/>
              <a:ahLst/>
              <a:cxnLst/>
              <a:rect l="l" t="t" r="r" b="b"/>
              <a:pathLst>
                <a:path w="1366520" h="462280" extrusionOk="0">
                  <a:moveTo>
                    <a:pt x="0" y="0"/>
                  </a:moveTo>
                  <a:lnTo>
                    <a:pt x="685070" y="462279"/>
                  </a:lnTo>
                  <a:lnTo>
                    <a:pt x="1366344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6" name="Google Shape;1897;p149">
              <a:extLst>
                <a:ext uri="{FF2B5EF4-FFF2-40B4-BE49-F238E27FC236}">
                  <a16:creationId xmlns:a16="http://schemas.microsoft.com/office/drawing/2014/main" id="{B156AB69-7B10-4A3E-9220-B2261F54225C}"/>
                </a:ext>
              </a:extLst>
            </p:cNvPr>
            <p:cNvSpPr/>
            <p:nvPr/>
          </p:nvSpPr>
          <p:spPr bwMode="ltGray">
            <a:xfrm>
              <a:off x="7006851" y="1"/>
              <a:ext cx="626973" cy="802474"/>
            </a:xfrm>
            <a:custGeom>
              <a:avLst/>
              <a:gdLst/>
              <a:ahLst/>
              <a:cxnLst/>
              <a:rect l="l" t="t" r="r" b="b"/>
              <a:pathLst>
                <a:path w="690879" h="909319" extrusionOk="0">
                  <a:moveTo>
                    <a:pt x="0" y="0"/>
                  </a:moveTo>
                  <a:lnTo>
                    <a:pt x="0" y="456565"/>
                  </a:lnTo>
                  <a:lnTo>
                    <a:pt x="690879" y="909320"/>
                  </a:lnTo>
                  <a:lnTo>
                    <a:pt x="690879" y="456565"/>
                  </a:lnTo>
                  <a:lnTo>
                    <a:pt x="7602" y="0"/>
                  </a:lnTo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7" name="Google Shape;1898;p149">
              <a:extLst>
                <a:ext uri="{FF2B5EF4-FFF2-40B4-BE49-F238E27FC236}">
                  <a16:creationId xmlns:a16="http://schemas.microsoft.com/office/drawing/2014/main" id="{23DCF368-F7B9-4CF7-90B2-5968495FF028}"/>
                </a:ext>
              </a:extLst>
            </p:cNvPr>
            <p:cNvSpPr/>
            <p:nvPr/>
          </p:nvSpPr>
          <p:spPr bwMode="ltGray">
            <a:xfrm>
              <a:off x="7634193" y="1"/>
              <a:ext cx="617753" cy="802474"/>
            </a:xfrm>
            <a:custGeom>
              <a:avLst/>
              <a:gdLst/>
              <a:ahLst/>
              <a:cxnLst/>
              <a:rect l="l" t="t" r="r" b="b"/>
              <a:pathLst>
                <a:path w="680720" h="909319" extrusionOk="0">
                  <a:moveTo>
                    <a:pt x="673229" y="0"/>
                  </a:moveTo>
                  <a:lnTo>
                    <a:pt x="0" y="456565"/>
                  </a:lnTo>
                  <a:lnTo>
                    <a:pt x="0" y="909320"/>
                  </a:lnTo>
                  <a:lnTo>
                    <a:pt x="680720" y="456565"/>
                  </a:lnTo>
                  <a:lnTo>
                    <a:pt x="680720" y="0"/>
                  </a:lnTo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1" name="Google Shape;1899;p149">
              <a:extLst>
                <a:ext uri="{FF2B5EF4-FFF2-40B4-BE49-F238E27FC236}">
                  <a16:creationId xmlns:a16="http://schemas.microsoft.com/office/drawing/2014/main" id="{2A42CD7B-7ACB-4606-A11F-29F04B29AAE0}"/>
                </a:ext>
              </a:extLst>
            </p:cNvPr>
            <p:cNvSpPr/>
            <p:nvPr/>
          </p:nvSpPr>
          <p:spPr bwMode="ltGray">
            <a:xfrm>
              <a:off x="8270760" y="865093"/>
              <a:ext cx="617753" cy="860755"/>
            </a:xfrm>
            <a:custGeom>
              <a:avLst/>
              <a:gdLst/>
              <a:ahLst/>
              <a:cxnLst/>
              <a:rect l="l" t="t" r="r" b="b"/>
              <a:pathLst>
                <a:path w="680720" h="975360" extrusionOk="0">
                  <a:moveTo>
                    <a:pt x="680719" y="0"/>
                  </a:moveTo>
                  <a:lnTo>
                    <a:pt x="0" y="474852"/>
                  </a:lnTo>
                  <a:lnTo>
                    <a:pt x="0" y="975359"/>
                  </a:lnTo>
                  <a:lnTo>
                    <a:pt x="680719" y="474852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4" name="Google Shape;1900;p149">
              <a:extLst>
                <a:ext uri="{FF2B5EF4-FFF2-40B4-BE49-F238E27FC236}">
                  <a16:creationId xmlns:a16="http://schemas.microsoft.com/office/drawing/2014/main" id="{B0245EC0-BDF6-4256-8A78-6AD64AE0E3D6}"/>
                </a:ext>
              </a:extLst>
            </p:cNvPr>
            <p:cNvSpPr/>
            <p:nvPr/>
          </p:nvSpPr>
          <p:spPr bwMode="ltGray">
            <a:xfrm>
              <a:off x="7643418" y="434787"/>
              <a:ext cx="1244727" cy="851789"/>
            </a:xfrm>
            <a:custGeom>
              <a:avLst/>
              <a:gdLst/>
              <a:ahLst/>
              <a:cxnLst/>
              <a:rect l="l" t="t" r="r" b="b"/>
              <a:pathLst>
                <a:path w="1371600" h="965200" extrusionOk="0">
                  <a:moveTo>
                    <a:pt x="0" y="471678"/>
                  </a:moveTo>
                  <a:lnTo>
                    <a:pt x="694690" y="965200"/>
                  </a:lnTo>
                  <a:lnTo>
                    <a:pt x="1371600" y="490982"/>
                  </a:lnTo>
                  <a:lnTo>
                    <a:pt x="694690" y="0"/>
                  </a:lnTo>
                  <a:lnTo>
                    <a:pt x="0" y="471678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5" name="Google Shape;1901;p149">
              <a:extLst>
                <a:ext uri="{FF2B5EF4-FFF2-40B4-BE49-F238E27FC236}">
                  <a16:creationId xmlns:a16="http://schemas.microsoft.com/office/drawing/2014/main" id="{2E4B53EE-BA2C-413D-A034-FEB0E5A812E5}"/>
                </a:ext>
              </a:extLst>
            </p:cNvPr>
            <p:cNvSpPr/>
            <p:nvPr/>
          </p:nvSpPr>
          <p:spPr bwMode="ltGray">
            <a:xfrm>
              <a:off x="7643418" y="847164"/>
              <a:ext cx="626973" cy="869721"/>
            </a:xfrm>
            <a:custGeom>
              <a:avLst/>
              <a:gdLst/>
              <a:ahLst/>
              <a:cxnLst/>
              <a:rect l="l" t="t" r="r" b="b"/>
              <a:pathLst>
                <a:path w="690879" h="985519" extrusionOk="0">
                  <a:moveTo>
                    <a:pt x="2540" y="0"/>
                  </a:moveTo>
                  <a:lnTo>
                    <a:pt x="0" y="492759"/>
                  </a:lnTo>
                  <a:lnTo>
                    <a:pt x="690880" y="985519"/>
                  </a:lnTo>
                  <a:lnTo>
                    <a:pt x="690880" y="492759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6" name="Google Shape;1902;p149">
              <a:extLst>
                <a:ext uri="{FF2B5EF4-FFF2-40B4-BE49-F238E27FC236}">
                  <a16:creationId xmlns:a16="http://schemas.microsoft.com/office/drawing/2014/main" id="{CD97A1EB-DC29-4978-9440-04BD900FBF0F}"/>
                </a:ext>
              </a:extLst>
            </p:cNvPr>
            <p:cNvSpPr/>
            <p:nvPr/>
          </p:nvSpPr>
          <p:spPr bwMode="ltGray">
            <a:xfrm>
              <a:off x="8953456" y="875740"/>
              <a:ext cx="954290" cy="419730"/>
            </a:xfrm>
            <a:custGeom>
              <a:avLst/>
              <a:gdLst/>
              <a:ahLst/>
              <a:cxnLst/>
              <a:rect l="l" t="t" r="r" b="b"/>
              <a:pathLst>
                <a:path w="1051559" h="475615" extrusionOk="0">
                  <a:moveTo>
                    <a:pt x="0" y="0"/>
                  </a:moveTo>
                  <a:lnTo>
                    <a:pt x="671829" y="475615"/>
                  </a:lnTo>
                  <a:lnTo>
                    <a:pt x="1051560" y="216191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7" name="Google Shape;1903;p149">
              <a:extLst>
                <a:ext uri="{FF2B5EF4-FFF2-40B4-BE49-F238E27FC236}">
                  <a16:creationId xmlns:a16="http://schemas.microsoft.com/office/drawing/2014/main" id="{94DB63DF-1264-494D-ACB8-A66F09B549AF}"/>
                </a:ext>
              </a:extLst>
            </p:cNvPr>
            <p:cNvSpPr/>
            <p:nvPr/>
          </p:nvSpPr>
          <p:spPr bwMode="ltGray">
            <a:xfrm>
              <a:off x="8953456" y="452718"/>
              <a:ext cx="954290" cy="423093"/>
            </a:xfrm>
            <a:custGeom>
              <a:avLst/>
              <a:gdLst/>
              <a:ahLst/>
              <a:cxnLst/>
              <a:rect l="l" t="t" r="r" b="b"/>
              <a:pathLst>
                <a:path w="1051559" h="479425" extrusionOk="0">
                  <a:moveTo>
                    <a:pt x="1051560" y="272285"/>
                  </a:moveTo>
                  <a:lnTo>
                    <a:pt x="678179" y="0"/>
                  </a:lnTo>
                  <a:lnTo>
                    <a:pt x="0" y="479425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8" name="Google Shape;1904;p149">
              <a:extLst>
                <a:ext uri="{FF2B5EF4-FFF2-40B4-BE49-F238E27FC236}">
                  <a16:creationId xmlns:a16="http://schemas.microsoft.com/office/drawing/2014/main" id="{ED353CA2-B6BD-4641-B31B-77FC657B6B78}"/>
                </a:ext>
              </a:extLst>
            </p:cNvPr>
            <p:cNvSpPr/>
            <p:nvPr/>
          </p:nvSpPr>
          <p:spPr bwMode="ltGray">
            <a:xfrm>
              <a:off x="8944229" y="874059"/>
              <a:ext cx="617753" cy="833857"/>
            </a:xfrm>
            <a:custGeom>
              <a:avLst/>
              <a:gdLst/>
              <a:ahLst/>
              <a:cxnLst/>
              <a:rect l="l" t="t" r="r" b="b"/>
              <a:pathLst>
                <a:path w="680720" h="944880" extrusionOk="0">
                  <a:moveTo>
                    <a:pt x="2539" y="0"/>
                  </a:moveTo>
                  <a:lnTo>
                    <a:pt x="0" y="473710"/>
                  </a:lnTo>
                  <a:lnTo>
                    <a:pt x="675639" y="944879"/>
                  </a:lnTo>
                  <a:lnTo>
                    <a:pt x="680720" y="480187"/>
                  </a:lnTo>
                  <a:lnTo>
                    <a:pt x="253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9" name="Google Shape;1905;p149">
              <a:extLst>
                <a:ext uri="{FF2B5EF4-FFF2-40B4-BE49-F238E27FC236}">
                  <a16:creationId xmlns:a16="http://schemas.microsoft.com/office/drawing/2014/main" id="{5B55A90A-8713-482E-A5F3-82C57702F75A}"/>
                </a:ext>
              </a:extLst>
            </p:cNvPr>
            <p:cNvSpPr/>
            <p:nvPr/>
          </p:nvSpPr>
          <p:spPr bwMode="ltGray">
            <a:xfrm>
              <a:off x="9562346" y="1066703"/>
              <a:ext cx="345757" cy="641644"/>
            </a:xfrm>
            <a:custGeom>
              <a:avLst/>
              <a:gdLst/>
              <a:ahLst/>
              <a:cxnLst/>
              <a:rect l="l" t="t" r="r" b="b"/>
              <a:pathLst>
                <a:path w="381000" h="727075" extrusionOk="0">
                  <a:moveTo>
                    <a:pt x="381000" y="0"/>
                  </a:moveTo>
                  <a:lnTo>
                    <a:pt x="5079" y="261094"/>
                  </a:lnTo>
                  <a:lnTo>
                    <a:pt x="0" y="726549"/>
                  </a:lnTo>
                  <a:lnTo>
                    <a:pt x="381000" y="468213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</p:grpSp>
      <p:sp>
        <p:nvSpPr>
          <p:cNvPr id="31" name="Date Placeholder 3">
            <a:extLst>
              <a:ext uri="{FF2B5EF4-FFF2-40B4-BE49-F238E27FC236}">
                <a16:creationId xmlns:a16="http://schemas.microsoft.com/office/drawing/2014/main" id="{8B966BBF-4BE9-454B-A006-530BAB3302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3A5BC2D-E93C-4DAC-9763-192C2FDEB02E}"/>
              </a:ext>
            </a:extLst>
          </p:cNvPr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E19DDC0-E9A7-49D4-91A6-62CB1F44701F}"/>
              </a:ext>
            </a:extLst>
          </p:cNvPr>
          <p:cNvSpPr txBox="1"/>
          <p:nvPr userDrawn="1"/>
        </p:nvSpPr>
        <p:spPr>
          <a:xfrm>
            <a:off x="7501003" y="6594281"/>
            <a:ext cx="4064000" cy="203133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lvl="0" indent="0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1pPr>
            <a:lvl2pPr marL="284400" lvl="1" indent="-17280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2pPr>
            <a:lvl3pPr marL="511200" lvl="2" indent="-16560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3pPr>
            <a:lvl4pPr marL="0" lvl="3" indent="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2000">
                <a:solidFill>
                  <a:schemeClr val="tx2"/>
                </a:solidFill>
                <a:sym typeface="Trebuchet MS" panose="020B0603020202020204" pitchFamily="34" charset="0"/>
              </a:defRPr>
            </a:lvl4pPr>
            <a:lvl5pPr marL="0" lvl="4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2000" b="1" smtClean="0">
                <a:solidFill>
                  <a:schemeClr val="tx1"/>
                </a:solidFill>
                <a:sym typeface="Trebuchet MS" panose="020B0603020202020204" pitchFamily="34" charset="0"/>
              </a:defRPr>
            </a:lvl5pPr>
            <a:lvl6pPr marL="269875" lvl="5" indent="-152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2000" smtClean="0">
                <a:solidFill>
                  <a:schemeClr val="tx1"/>
                </a:solidFill>
                <a:sym typeface="Trebuchet MS" panose="020B0603020202020204" pitchFamily="34" charset="0"/>
              </a:defRPr>
            </a:lvl6pPr>
            <a:lvl7pPr marL="0" lvl="6" indent="0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5400" baseline="0" smtClean="0">
                <a:solidFill>
                  <a:schemeClr val="tx1"/>
                </a:solidFill>
                <a:sym typeface="Trebuchet MS" panose="020B0603020202020204" pitchFamily="34" charset="0"/>
              </a:defRPr>
            </a:lvl7pPr>
            <a:lvl8pPr marL="0" lvl="7" indent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6600" baseline="0" smtClean="0">
                <a:solidFill>
                  <a:schemeClr val="tx2"/>
                </a:solidFill>
                <a:sym typeface="Trebuchet MS" panose="020B0603020202020204" pitchFamily="34" charset="0"/>
              </a:defRPr>
            </a:lvl8pPr>
            <a:lvl9pPr marL="0" lvl="8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3200" baseline="0" dirty="0">
                <a:solidFill>
                  <a:schemeClr val="tx2"/>
                </a:solidFill>
                <a:sym typeface="Trebuchet MS" panose="020B0603020202020204" pitchFamily="34" charset="0"/>
              </a:defRPr>
            </a:lvl9pPr>
          </a:lstStyle>
          <a:p>
            <a:pPr algn="r">
              <a:buNone/>
            </a:pPr>
            <a:r>
              <a:rPr lang="en-US" sz="1200" b="1">
                <a:solidFill>
                  <a:schemeClr val="tx1"/>
                </a:solidFill>
              </a:rPr>
              <a:t>CONFIDENTIAL – NOT TO BE DISTRIBUTED </a:t>
            </a:r>
          </a:p>
        </p:txBody>
      </p:sp>
      <p:sp>
        <p:nvSpPr>
          <p:cNvPr id="34" name="5. Source" hidden="1">
            <a:extLst>
              <a:ext uri="{FF2B5EF4-FFF2-40B4-BE49-F238E27FC236}">
                <a16:creationId xmlns:a16="http://schemas.microsoft.com/office/drawing/2014/main" id="{4E774B7C-18B4-4A18-819D-83623738D5DA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756745" y="6501669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/>
              <a:t>Source: …</a:t>
            </a:r>
          </a:p>
        </p:txBody>
      </p:sp>
      <p:sp>
        <p:nvSpPr>
          <p:cNvPr id="35" name="1. On-page tracker">
            <a:extLst>
              <a:ext uri="{FF2B5EF4-FFF2-40B4-BE49-F238E27FC236}">
                <a16:creationId xmlns:a16="http://schemas.microsoft.com/office/drawing/2014/main" id="{1D81934A-50D8-4304-8572-DDD97AB858CE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5"/>
            </p:custDataLst>
          </p:nvPr>
        </p:nvSpPr>
        <p:spPr>
          <a:xfrm>
            <a:off x="756745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36" name="3. Subtitle">
            <a:extLst>
              <a:ext uri="{FF2B5EF4-FFF2-40B4-BE49-F238E27FC236}">
                <a16:creationId xmlns:a16="http://schemas.microsoft.com/office/drawing/2014/main" id="{9D430369-0FC2-4E32-B2FE-A6C27EB70AF4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756745" y="945582"/>
            <a:ext cx="7744809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b="0" baseline="0" dirty="0"/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</a:p>
        </p:txBody>
      </p:sp>
      <p:sp>
        <p:nvSpPr>
          <p:cNvPr id="37" name="2. Slide Title">
            <a:extLst>
              <a:ext uri="{FF2B5EF4-FFF2-40B4-BE49-F238E27FC236}">
                <a16:creationId xmlns:a16="http://schemas.microsoft.com/office/drawing/2014/main" id="{3FB7723C-7964-4FB9-8FD7-931160F38FB3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756745" y="317139"/>
            <a:ext cx="7744809" cy="61555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4000" baseline="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1956851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y slice head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0C85BDEB-42D2-4048-BC09-D0118F8223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408761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1" imgH="363" progId="TCLayout.ActiveDocument.1">
                  <p:embed/>
                </p:oleObj>
              </mc:Choice>
              <mc:Fallback>
                <p:oleObj name="think-cell Slide" r:id="rId3" imgW="351" imgH="363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0C85BDEB-42D2-4048-BC09-D0118F8223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 userDrawn="1"/>
        </p:nvSpPr>
        <p:spPr bwMode="ltGray">
          <a:xfrm>
            <a:off x="1" y="-1309"/>
            <a:ext cx="4694400" cy="6859309"/>
          </a:xfrm>
          <a:prstGeom prst="rect">
            <a:avLst/>
          </a:pr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ltGray">
          <a:xfrm>
            <a:off x="756745" y="1544274"/>
            <a:ext cx="3325655" cy="1495794"/>
          </a:xfrm>
          <a:noFill/>
        </p:spPr>
        <p:txBody>
          <a:bodyPr vert="horz" wrap="square" lIns="0" tIns="0" rIns="320040" bIns="0" anchor="b">
            <a:noAutofit/>
          </a:bodyPr>
          <a:lstStyle>
            <a:lvl1pPr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6" name="Google Shape;1892;p149">
            <a:extLst>
              <a:ext uri="{FF2B5EF4-FFF2-40B4-BE49-F238E27FC236}">
                <a16:creationId xmlns:a16="http://schemas.microsoft.com/office/drawing/2014/main" id="{FF5D0B8D-6363-4E55-8331-3C5738D24A69}"/>
              </a:ext>
            </a:extLst>
          </p:cNvPr>
          <p:cNvGrpSpPr/>
          <p:nvPr userDrawn="1"/>
        </p:nvGrpSpPr>
        <p:grpSpPr>
          <a:xfrm>
            <a:off x="10019832" y="-28841"/>
            <a:ext cx="2172168" cy="1289899"/>
            <a:chOff x="7006851" y="0"/>
            <a:chExt cx="2901252" cy="1725848"/>
          </a:xfrm>
        </p:grpSpPr>
        <p:sp>
          <p:nvSpPr>
            <p:cNvPr id="7" name="Google Shape;1893;p149">
              <a:extLst>
                <a:ext uri="{FF2B5EF4-FFF2-40B4-BE49-F238E27FC236}">
                  <a16:creationId xmlns:a16="http://schemas.microsoft.com/office/drawing/2014/main" id="{42D93CCD-F2C5-4401-9A48-DBB5F4BA0D12}"/>
                </a:ext>
              </a:extLst>
            </p:cNvPr>
            <p:cNvSpPr/>
            <p:nvPr/>
          </p:nvSpPr>
          <p:spPr>
            <a:xfrm>
              <a:off x="8307663" y="0"/>
              <a:ext cx="1226286" cy="416928"/>
            </a:xfrm>
            <a:custGeom>
              <a:avLst/>
              <a:gdLst/>
              <a:ahLst/>
              <a:cxnLst/>
              <a:rect l="l" t="t" r="r" b="b"/>
              <a:pathLst>
                <a:path w="1351279" h="472440" extrusionOk="0">
                  <a:moveTo>
                    <a:pt x="0" y="1904"/>
                  </a:moveTo>
                  <a:lnTo>
                    <a:pt x="675640" y="472440"/>
                  </a:lnTo>
                  <a:lnTo>
                    <a:pt x="1351279" y="1904"/>
                  </a:lnTo>
                  <a:lnTo>
                    <a:pt x="1348623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0" name="Google Shape;1894;p149">
              <a:extLst>
                <a:ext uri="{FF2B5EF4-FFF2-40B4-BE49-F238E27FC236}">
                  <a16:creationId xmlns:a16="http://schemas.microsoft.com/office/drawing/2014/main" id="{63030B95-6704-452D-A3DE-198831B03D94}"/>
                </a:ext>
              </a:extLst>
            </p:cNvPr>
            <p:cNvSpPr/>
            <p:nvPr/>
          </p:nvSpPr>
          <p:spPr>
            <a:xfrm>
              <a:off x="8307663" y="4483"/>
              <a:ext cx="608532" cy="824890"/>
            </a:xfrm>
            <a:custGeom>
              <a:avLst/>
              <a:gdLst/>
              <a:ahLst/>
              <a:cxnLst/>
              <a:rect l="l" t="t" r="r" b="b"/>
              <a:pathLst>
                <a:path w="670559" h="934719" extrusionOk="0">
                  <a:moveTo>
                    <a:pt x="0" y="0"/>
                  </a:moveTo>
                  <a:lnTo>
                    <a:pt x="0" y="473710"/>
                  </a:lnTo>
                  <a:lnTo>
                    <a:pt x="670560" y="934720"/>
                  </a:lnTo>
                  <a:lnTo>
                    <a:pt x="670560" y="4737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1" name="Google Shape;1895;p149">
              <a:extLst>
                <a:ext uri="{FF2B5EF4-FFF2-40B4-BE49-F238E27FC236}">
                  <a16:creationId xmlns:a16="http://schemas.microsoft.com/office/drawing/2014/main" id="{A737F445-D9FD-4562-BFB7-59805DAF6707}"/>
                </a:ext>
              </a:extLst>
            </p:cNvPr>
            <p:cNvSpPr/>
            <p:nvPr/>
          </p:nvSpPr>
          <p:spPr>
            <a:xfrm>
              <a:off x="8916554" y="4483"/>
              <a:ext cx="617753" cy="824890"/>
            </a:xfrm>
            <a:custGeom>
              <a:avLst/>
              <a:gdLst/>
              <a:ahLst/>
              <a:cxnLst/>
              <a:rect l="l" t="t" r="r" b="b"/>
              <a:pathLst>
                <a:path w="680720" h="934719" extrusionOk="0">
                  <a:moveTo>
                    <a:pt x="680719" y="0"/>
                  </a:moveTo>
                  <a:lnTo>
                    <a:pt x="0" y="473710"/>
                  </a:lnTo>
                  <a:lnTo>
                    <a:pt x="0" y="934720"/>
                  </a:lnTo>
                  <a:lnTo>
                    <a:pt x="680719" y="473710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2" name="Google Shape;1896;p149">
              <a:extLst>
                <a:ext uri="{FF2B5EF4-FFF2-40B4-BE49-F238E27FC236}">
                  <a16:creationId xmlns:a16="http://schemas.microsoft.com/office/drawing/2014/main" id="{539B9B30-E99A-4549-9737-A2038B9DC5AF}"/>
                </a:ext>
              </a:extLst>
            </p:cNvPr>
            <p:cNvSpPr/>
            <p:nvPr/>
          </p:nvSpPr>
          <p:spPr>
            <a:xfrm>
              <a:off x="7009244" y="0"/>
              <a:ext cx="1240117" cy="407962"/>
            </a:xfrm>
            <a:custGeom>
              <a:avLst/>
              <a:gdLst/>
              <a:ahLst/>
              <a:cxnLst/>
              <a:rect l="l" t="t" r="r" b="b"/>
              <a:pathLst>
                <a:path w="1366520" h="462280" extrusionOk="0">
                  <a:moveTo>
                    <a:pt x="0" y="0"/>
                  </a:moveTo>
                  <a:lnTo>
                    <a:pt x="685070" y="462279"/>
                  </a:lnTo>
                  <a:lnTo>
                    <a:pt x="1366344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3" name="Google Shape;1897;p149">
              <a:extLst>
                <a:ext uri="{FF2B5EF4-FFF2-40B4-BE49-F238E27FC236}">
                  <a16:creationId xmlns:a16="http://schemas.microsoft.com/office/drawing/2014/main" id="{5C994CCB-2A70-4496-97F8-4759BDC83588}"/>
                </a:ext>
              </a:extLst>
            </p:cNvPr>
            <p:cNvSpPr/>
            <p:nvPr/>
          </p:nvSpPr>
          <p:spPr>
            <a:xfrm>
              <a:off x="7006851" y="1"/>
              <a:ext cx="626973" cy="802474"/>
            </a:xfrm>
            <a:custGeom>
              <a:avLst/>
              <a:gdLst/>
              <a:ahLst/>
              <a:cxnLst/>
              <a:rect l="l" t="t" r="r" b="b"/>
              <a:pathLst>
                <a:path w="690879" h="909319" extrusionOk="0">
                  <a:moveTo>
                    <a:pt x="0" y="0"/>
                  </a:moveTo>
                  <a:lnTo>
                    <a:pt x="0" y="456565"/>
                  </a:lnTo>
                  <a:lnTo>
                    <a:pt x="690879" y="909320"/>
                  </a:lnTo>
                  <a:lnTo>
                    <a:pt x="690879" y="456565"/>
                  </a:lnTo>
                  <a:lnTo>
                    <a:pt x="7602" y="0"/>
                  </a:lnTo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4" name="Google Shape;1898;p149">
              <a:extLst>
                <a:ext uri="{FF2B5EF4-FFF2-40B4-BE49-F238E27FC236}">
                  <a16:creationId xmlns:a16="http://schemas.microsoft.com/office/drawing/2014/main" id="{4B7C9373-19C5-4A18-B9AE-91295B24B315}"/>
                </a:ext>
              </a:extLst>
            </p:cNvPr>
            <p:cNvSpPr/>
            <p:nvPr/>
          </p:nvSpPr>
          <p:spPr>
            <a:xfrm>
              <a:off x="7634193" y="1"/>
              <a:ext cx="617753" cy="802474"/>
            </a:xfrm>
            <a:custGeom>
              <a:avLst/>
              <a:gdLst/>
              <a:ahLst/>
              <a:cxnLst/>
              <a:rect l="l" t="t" r="r" b="b"/>
              <a:pathLst>
                <a:path w="680720" h="909319" extrusionOk="0">
                  <a:moveTo>
                    <a:pt x="673229" y="0"/>
                  </a:moveTo>
                  <a:lnTo>
                    <a:pt x="0" y="456565"/>
                  </a:lnTo>
                  <a:lnTo>
                    <a:pt x="0" y="909320"/>
                  </a:lnTo>
                  <a:lnTo>
                    <a:pt x="680720" y="456565"/>
                  </a:lnTo>
                  <a:lnTo>
                    <a:pt x="680720" y="0"/>
                  </a:lnTo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5" name="Google Shape;1899;p149">
              <a:extLst>
                <a:ext uri="{FF2B5EF4-FFF2-40B4-BE49-F238E27FC236}">
                  <a16:creationId xmlns:a16="http://schemas.microsoft.com/office/drawing/2014/main" id="{C73C8A9D-D0D9-4E46-B012-BE91E59C141E}"/>
                </a:ext>
              </a:extLst>
            </p:cNvPr>
            <p:cNvSpPr/>
            <p:nvPr/>
          </p:nvSpPr>
          <p:spPr>
            <a:xfrm>
              <a:off x="8270760" y="865093"/>
              <a:ext cx="617753" cy="860755"/>
            </a:xfrm>
            <a:custGeom>
              <a:avLst/>
              <a:gdLst/>
              <a:ahLst/>
              <a:cxnLst/>
              <a:rect l="l" t="t" r="r" b="b"/>
              <a:pathLst>
                <a:path w="680720" h="975360" extrusionOk="0">
                  <a:moveTo>
                    <a:pt x="680719" y="0"/>
                  </a:moveTo>
                  <a:lnTo>
                    <a:pt x="0" y="474852"/>
                  </a:lnTo>
                  <a:lnTo>
                    <a:pt x="0" y="975359"/>
                  </a:lnTo>
                  <a:lnTo>
                    <a:pt x="680719" y="474852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6" name="Google Shape;1900;p149">
              <a:extLst>
                <a:ext uri="{FF2B5EF4-FFF2-40B4-BE49-F238E27FC236}">
                  <a16:creationId xmlns:a16="http://schemas.microsoft.com/office/drawing/2014/main" id="{0FC64199-3478-4940-9D52-AA2F9338C13E}"/>
                </a:ext>
              </a:extLst>
            </p:cNvPr>
            <p:cNvSpPr/>
            <p:nvPr/>
          </p:nvSpPr>
          <p:spPr>
            <a:xfrm>
              <a:off x="7643418" y="434787"/>
              <a:ext cx="1244727" cy="851789"/>
            </a:xfrm>
            <a:custGeom>
              <a:avLst/>
              <a:gdLst/>
              <a:ahLst/>
              <a:cxnLst/>
              <a:rect l="l" t="t" r="r" b="b"/>
              <a:pathLst>
                <a:path w="1371600" h="965200" extrusionOk="0">
                  <a:moveTo>
                    <a:pt x="0" y="471678"/>
                  </a:moveTo>
                  <a:lnTo>
                    <a:pt x="694690" y="965200"/>
                  </a:lnTo>
                  <a:lnTo>
                    <a:pt x="1371600" y="490982"/>
                  </a:lnTo>
                  <a:lnTo>
                    <a:pt x="694690" y="0"/>
                  </a:lnTo>
                  <a:lnTo>
                    <a:pt x="0" y="471678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7" name="Google Shape;1901;p149">
              <a:extLst>
                <a:ext uri="{FF2B5EF4-FFF2-40B4-BE49-F238E27FC236}">
                  <a16:creationId xmlns:a16="http://schemas.microsoft.com/office/drawing/2014/main" id="{95F3E51F-DD19-40ED-A297-D56AF55188B3}"/>
                </a:ext>
              </a:extLst>
            </p:cNvPr>
            <p:cNvSpPr/>
            <p:nvPr/>
          </p:nvSpPr>
          <p:spPr>
            <a:xfrm>
              <a:off x="7643418" y="847164"/>
              <a:ext cx="626973" cy="869721"/>
            </a:xfrm>
            <a:custGeom>
              <a:avLst/>
              <a:gdLst/>
              <a:ahLst/>
              <a:cxnLst/>
              <a:rect l="l" t="t" r="r" b="b"/>
              <a:pathLst>
                <a:path w="690879" h="985519" extrusionOk="0">
                  <a:moveTo>
                    <a:pt x="2540" y="0"/>
                  </a:moveTo>
                  <a:lnTo>
                    <a:pt x="0" y="492759"/>
                  </a:lnTo>
                  <a:lnTo>
                    <a:pt x="690880" y="985519"/>
                  </a:lnTo>
                  <a:lnTo>
                    <a:pt x="690880" y="492759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8" name="Google Shape;1902;p149">
              <a:extLst>
                <a:ext uri="{FF2B5EF4-FFF2-40B4-BE49-F238E27FC236}">
                  <a16:creationId xmlns:a16="http://schemas.microsoft.com/office/drawing/2014/main" id="{BD642DE4-99B9-4857-8868-E5568E0F77AC}"/>
                </a:ext>
              </a:extLst>
            </p:cNvPr>
            <p:cNvSpPr/>
            <p:nvPr/>
          </p:nvSpPr>
          <p:spPr>
            <a:xfrm>
              <a:off x="8953456" y="875740"/>
              <a:ext cx="954290" cy="419730"/>
            </a:xfrm>
            <a:custGeom>
              <a:avLst/>
              <a:gdLst/>
              <a:ahLst/>
              <a:cxnLst/>
              <a:rect l="l" t="t" r="r" b="b"/>
              <a:pathLst>
                <a:path w="1051559" h="475615" extrusionOk="0">
                  <a:moveTo>
                    <a:pt x="0" y="0"/>
                  </a:moveTo>
                  <a:lnTo>
                    <a:pt x="671829" y="475615"/>
                  </a:lnTo>
                  <a:lnTo>
                    <a:pt x="1051560" y="216191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9" name="Google Shape;1903;p149">
              <a:extLst>
                <a:ext uri="{FF2B5EF4-FFF2-40B4-BE49-F238E27FC236}">
                  <a16:creationId xmlns:a16="http://schemas.microsoft.com/office/drawing/2014/main" id="{D33259B6-5562-4366-90EB-F4D6757544B1}"/>
                </a:ext>
              </a:extLst>
            </p:cNvPr>
            <p:cNvSpPr/>
            <p:nvPr/>
          </p:nvSpPr>
          <p:spPr>
            <a:xfrm>
              <a:off x="8953456" y="452718"/>
              <a:ext cx="954290" cy="423093"/>
            </a:xfrm>
            <a:custGeom>
              <a:avLst/>
              <a:gdLst/>
              <a:ahLst/>
              <a:cxnLst/>
              <a:rect l="l" t="t" r="r" b="b"/>
              <a:pathLst>
                <a:path w="1051559" h="479425" extrusionOk="0">
                  <a:moveTo>
                    <a:pt x="1051560" y="272285"/>
                  </a:moveTo>
                  <a:lnTo>
                    <a:pt x="678179" y="0"/>
                  </a:lnTo>
                  <a:lnTo>
                    <a:pt x="0" y="479425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0" name="Google Shape;1904;p149">
              <a:extLst>
                <a:ext uri="{FF2B5EF4-FFF2-40B4-BE49-F238E27FC236}">
                  <a16:creationId xmlns:a16="http://schemas.microsoft.com/office/drawing/2014/main" id="{95DBEB3A-AD3C-4104-B627-F2030C8A4B8A}"/>
                </a:ext>
              </a:extLst>
            </p:cNvPr>
            <p:cNvSpPr/>
            <p:nvPr/>
          </p:nvSpPr>
          <p:spPr>
            <a:xfrm>
              <a:off x="8944229" y="874059"/>
              <a:ext cx="617753" cy="833857"/>
            </a:xfrm>
            <a:custGeom>
              <a:avLst/>
              <a:gdLst/>
              <a:ahLst/>
              <a:cxnLst/>
              <a:rect l="l" t="t" r="r" b="b"/>
              <a:pathLst>
                <a:path w="680720" h="944880" extrusionOk="0">
                  <a:moveTo>
                    <a:pt x="2539" y="0"/>
                  </a:moveTo>
                  <a:lnTo>
                    <a:pt x="0" y="473710"/>
                  </a:lnTo>
                  <a:lnTo>
                    <a:pt x="675639" y="944879"/>
                  </a:lnTo>
                  <a:lnTo>
                    <a:pt x="680720" y="480187"/>
                  </a:lnTo>
                  <a:lnTo>
                    <a:pt x="253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1" name="Google Shape;1905;p149">
              <a:extLst>
                <a:ext uri="{FF2B5EF4-FFF2-40B4-BE49-F238E27FC236}">
                  <a16:creationId xmlns:a16="http://schemas.microsoft.com/office/drawing/2014/main" id="{B5C9D5C6-758A-4703-BE3E-3EB9DC1D20AB}"/>
                </a:ext>
              </a:extLst>
            </p:cNvPr>
            <p:cNvSpPr/>
            <p:nvPr/>
          </p:nvSpPr>
          <p:spPr>
            <a:xfrm>
              <a:off x="9562346" y="1066703"/>
              <a:ext cx="345757" cy="641644"/>
            </a:xfrm>
            <a:custGeom>
              <a:avLst/>
              <a:gdLst/>
              <a:ahLst/>
              <a:cxnLst/>
              <a:rect l="l" t="t" r="r" b="b"/>
              <a:pathLst>
                <a:path w="381000" h="727075" extrusionOk="0">
                  <a:moveTo>
                    <a:pt x="381000" y="0"/>
                  </a:moveTo>
                  <a:lnTo>
                    <a:pt x="5079" y="261094"/>
                  </a:lnTo>
                  <a:lnTo>
                    <a:pt x="0" y="726549"/>
                  </a:lnTo>
                  <a:lnTo>
                    <a:pt x="381000" y="468213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33240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box">
    <p:bg bwMode="grayWhite">
      <p:bgPr>
        <a:gradFill>
          <a:gsLst>
            <a:gs pos="100000">
              <a:srgbClr val="073B16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C9B50B77-E49A-4E15-BB2E-97870454886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079031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1" imgH="363" progId="TCLayout.ActiveDocument.1">
                  <p:embed/>
                </p:oleObj>
              </mc:Choice>
              <mc:Fallback>
                <p:oleObj name="think-cell Slide" r:id="rId3" imgW="351" imgH="363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C9B50B77-E49A-4E15-BB2E-9787045488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1284742" y="2668041"/>
            <a:ext cx="9620491" cy="3201026"/>
          </a:xfrm>
          <a:prstGeom prst="rect">
            <a:avLst/>
          </a:prstGeom>
          <a:ln w="9525">
            <a:solidFill>
              <a:schemeClr val="bg1"/>
            </a:solidFill>
          </a:ln>
        </p:spPr>
        <p:txBody>
          <a:bodyPr vert="horz" lIns="274320" tIns="274320" rIns="274320" bIns="137160"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7200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big statement 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9" name="Rectangle 58"/>
          <p:cNvSpPr/>
          <p:nvPr userDrawn="1"/>
        </p:nvSpPr>
        <p:spPr bwMode="white">
          <a:xfrm>
            <a:off x="1284743" y="1428131"/>
            <a:ext cx="947672" cy="947672"/>
          </a:xfrm>
          <a:prstGeom prst="rect">
            <a:avLst/>
          </a:prstGeom>
          <a:noFill/>
          <a:ln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78795F-D935-42EA-8D0D-B112BC151BB9}"/>
              </a:ext>
            </a:extLst>
          </p:cNvPr>
          <p:cNvSpPr txBox="1"/>
          <p:nvPr userDrawn="1"/>
        </p:nvSpPr>
        <p:spPr>
          <a:xfrm>
            <a:off x="7501003" y="6594281"/>
            <a:ext cx="4064000" cy="203133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lvl="0" indent="0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1pPr>
            <a:lvl2pPr marL="284400" lvl="1" indent="-17280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2pPr>
            <a:lvl3pPr marL="511200" lvl="2" indent="-16560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3pPr>
            <a:lvl4pPr marL="0" lvl="3" indent="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2000">
                <a:solidFill>
                  <a:schemeClr val="tx2"/>
                </a:solidFill>
                <a:sym typeface="Trebuchet MS" panose="020B0603020202020204" pitchFamily="34" charset="0"/>
              </a:defRPr>
            </a:lvl4pPr>
            <a:lvl5pPr marL="0" lvl="4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2000" b="1" smtClean="0">
                <a:solidFill>
                  <a:schemeClr val="tx1"/>
                </a:solidFill>
                <a:sym typeface="Trebuchet MS" panose="020B0603020202020204" pitchFamily="34" charset="0"/>
              </a:defRPr>
            </a:lvl5pPr>
            <a:lvl6pPr marL="269875" lvl="5" indent="-152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2000" smtClean="0">
                <a:solidFill>
                  <a:schemeClr val="tx1"/>
                </a:solidFill>
                <a:sym typeface="Trebuchet MS" panose="020B0603020202020204" pitchFamily="34" charset="0"/>
              </a:defRPr>
            </a:lvl6pPr>
            <a:lvl7pPr marL="0" lvl="6" indent="0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5400" baseline="0" smtClean="0">
                <a:solidFill>
                  <a:schemeClr val="tx1"/>
                </a:solidFill>
                <a:sym typeface="Trebuchet MS" panose="020B0603020202020204" pitchFamily="34" charset="0"/>
              </a:defRPr>
            </a:lvl7pPr>
            <a:lvl8pPr marL="0" lvl="7" indent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6600" baseline="0" smtClean="0">
                <a:solidFill>
                  <a:schemeClr val="tx2"/>
                </a:solidFill>
                <a:sym typeface="Trebuchet MS" panose="020B0603020202020204" pitchFamily="34" charset="0"/>
              </a:defRPr>
            </a:lvl8pPr>
            <a:lvl9pPr marL="0" lvl="8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3200" baseline="0" dirty="0">
                <a:solidFill>
                  <a:schemeClr val="tx2"/>
                </a:solidFill>
                <a:sym typeface="Trebuchet MS" panose="020B0603020202020204" pitchFamily="34" charset="0"/>
              </a:defRPr>
            </a:lvl9pPr>
          </a:lstStyle>
          <a:p>
            <a:pPr algn="r">
              <a:buNone/>
            </a:pPr>
            <a:r>
              <a:rPr lang="en-US" sz="1200" b="1">
                <a:solidFill>
                  <a:schemeClr val="bg1"/>
                </a:solidFill>
              </a:rPr>
              <a:t>CONFIDENTIAL – NOT TO BE DISTRIBUTED </a:t>
            </a:r>
          </a:p>
        </p:txBody>
      </p:sp>
    </p:spTree>
    <p:extLst>
      <p:ext uri="{BB962C8B-B14F-4D97-AF65-F5344CB8AC3E}">
        <p14:creationId xmlns:p14="http://schemas.microsoft.com/office/powerpoint/2010/main" val="3914026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line">
    <p:bg bwMode="blackWhite">
      <p:bgPr>
        <a:gradFill>
          <a:gsLst>
            <a:gs pos="100000">
              <a:srgbClr val="073B16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E2D5259-4000-4364-BEFE-D404121EE4C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052448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1" imgH="363" progId="TCLayout.ActiveDocument.1">
                  <p:embed/>
                </p:oleObj>
              </mc:Choice>
              <mc:Fallback>
                <p:oleObj name="think-cell Slide" r:id="rId3" imgW="351" imgH="36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E2D5259-4000-4364-BEFE-D404121EE4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47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630000" y="3826800"/>
            <a:ext cx="10936800" cy="2041200"/>
          </a:xfrm>
        </p:spPr>
        <p:txBody>
          <a:bodyPr vert="horz" anchor="t">
            <a:noAutofit/>
          </a:bodyPr>
          <a:lstStyle>
            <a:lvl1pPr>
              <a:defRPr sz="6000"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big statement text</a:t>
            </a:r>
          </a:p>
        </p:txBody>
      </p:sp>
      <p:cxnSp>
        <p:nvCxnSpPr>
          <p:cNvPr id="148" name="Straight Connector 147"/>
          <p:cNvCxnSpPr/>
          <p:nvPr userDrawn="1"/>
        </p:nvCxnSpPr>
        <p:spPr bwMode="white">
          <a:xfrm>
            <a:off x="618898" y="3680016"/>
            <a:ext cx="11576304" cy="0"/>
          </a:xfrm>
          <a:prstGeom prst="line">
            <a:avLst/>
          </a:prstGeom>
          <a:ln w="19050" cmpd="sng">
            <a:solidFill>
              <a:schemeClr val="bg1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194A26D-1E58-4E0F-AE07-1DE433C0C82C}"/>
              </a:ext>
            </a:extLst>
          </p:cNvPr>
          <p:cNvSpPr txBox="1"/>
          <p:nvPr userDrawn="1"/>
        </p:nvSpPr>
        <p:spPr>
          <a:xfrm>
            <a:off x="7501003" y="6594281"/>
            <a:ext cx="4064000" cy="203133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lvl="0" indent="0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1pPr>
            <a:lvl2pPr marL="284400" lvl="1" indent="-17280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2pPr>
            <a:lvl3pPr marL="511200" lvl="2" indent="-16560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3pPr>
            <a:lvl4pPr marL="0" lvl="3" indent="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2000">
                <a:solidFill>
                  <a:schemeClr val="tx2"/>
                </a:solidFill>
                <a:sym typeface="Trebuchet MS" panose="020B0603020202020204" pitchFamily="34" charset="0"/>
              </a:defRPr>
            </a:lvl4pPr>
            <a:lvl5pPr marL="0" lvl="4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2000" b="1" smtClean="0">
                <a:solidFill>
                  <a:schemeClr val="tx1"/>
                </a:solidFill>
                <a:sym typeface="Trebuchet MS" panose="020B0603020202020204" pitchFamily="34" charset="0"/>
              </a:defRPr>
            </a:lvl5pPr>
            <a:lvl6pPr marL="269875" lvl="5" indent="-152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2000" smtClean="0">
                <a:solidFill>
                  <a:schemeClr val="tx1"/>
                </a:solidFill>
                <a:sym typeface="Trebuchet MS" panose="020B0603020202020204" pitchFamily="34" charset="0"/>
              </a:defRPr>
            </a:lvl6pPr>
            <a:lvl7pPr marL="0" lvl="6" indent="0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5400" baseline="0" smtClean="0">
                <a:solidFill>
                  <a:schemeClr val="tx1"/>
                </a:solidFill>
                <a:sym typeface="Trebuchet MS" panose="020B0603020202020204" pitchFamily="34" charset="0"/>
              </a:defRPr>
            </a:lvl7pPr>
            <a:lvl8pPr marL="0" lvl="7" indent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6600" baseline="0" smtClean="0">
                <a:solidFill>
                  <a:schemeClr val="tx2"/>
                </a:solidFill>
                <a:sym typeface="Trebuchet MS" panose="020B0603020202020204" pitchFamily="34" charset="0"/>
              </a:defRPr>
            </a:lvl8pPr>
            <a:lvl9pPr marL="0" lvl="8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3200" baseline="0" dirty="0">
                <a:solidFill>
                  <a:schemeClr val="tx2"/>
                </a:solidFill>
                <a:sym typeface="Trebuchet MS" panose="020B0603020202020204" pitchFamily="34" charset="0"/>
              </a:defRPr>
            </a:lvl9pPr>
          </a:lstStyle>
          <a:p>
            <a:pPr algn="r">
              <a:buNone/>
            </a:pPr>
            <a:r>
              <a:rPr lang="en-US" sz="1200" b="1">
                <a:solidFill>
                  <a:schemeClr val="bg1"/>
                </a:solidFill>
              </a:rPr>
              <a:t>CONFIDENTIAL – NOT TO BE DISTRIBUTED </a:t>
            </a:r>
          </a:p>
        </p:txBody>
      </p:sp>
    </p:spTree>
    <p:extLst>
      <p:ext uri="{BB962C8B-B14F-4D97-AF65-F5344CB8AC3E}">
        <p14:creationId xmlns:p14="http://schemas.microsoft.com/office/powerpoint/2010/main" val="936223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one third">
    <p:bg>
      <p:bgPr>
        <a:gradFill>
          <a:gsLst>
            <a:gs pos="100000">
              <a:srgbClr val="073B16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B915FEBB-C7DB-4EFA-B600-D9777667EE2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374730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1" imgH="363" progId="TCLayout.ActiveDocument.1">
                  <p:embed/>
                </p:oleObj>
              </mc:Choice>
              <mc:Fallback>
                <p:oleObj name="think-cell Slide" r:id="rId3" imgW="351" imgH="36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B915FEBB-C7DB-4EFA-B600-D9777667EE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4064994" y="0"/>
            <a:ext cx="416951" cy="6858000"/>
          </a:xfrm>
          <a:prstGeom prst="rect">
            <a:avLst/>
          </a:prstGeom>
        </p:spPr>
      </p:pic>
      <p:sp>
        <p:nvSpPr>
          <p:cNvPr id="17" name="Date Placeholder 1"/>
          <p:cNvSpPr>
            <a:spLocks noGrp="1"/>
          </p:cNvSpPr>
          <p:nvPr>
            <p:ph type="dt" sz="half" idx="31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0" name="TextBox 19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6" name="Rectangle 25"/>
          <p:cNvSpPr/>
          <p:nvPr userDrawn="1"/>
        </p:nvSpPr>
        <p:spPr bwMode="white">
          <a:xfrm>
            <a:off x="0" y="0"/>
            <a:ext cx="4079508" cy="6858000"/>
          </a:xfrm>
          <a:prstGeom prst="rect">
            <a:avLst/>
          </a:prstGeom>
          <a:solidFill>
            <a:srgbClr val="F2F2F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en-US" sz="1600">
              <a:solidFill>
                <a:schemeClr val="bg1"/>
              </a:solidFill>
              <a:sym typeface="Trebuchet MS" panose="020B0603020202020204" pitchFamily="34" charset="0"/>
            </a:endParaRPr>
          </a:p>
        </p:txBody>
      </p:sp>
      <p:sp>
        <p:nvSpPr>
          <p:cNvPr id="27" name="Title 4"/>
          <p:cNvSpPr>
            <a:spLocks noGrp="1"/>
          </p:cNvSpPr>
          <p:nvPr>
            <p:ph type="title" hasCustomPrompt="1"/>
          </p:nvPr>
        </p:nvSpPr>
        <p:spPr>
          <a:xfrm>
            <a:off x="756745" y="2681103"/>
            <a:ext cx="3001136" cy="1495794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8" name="Google Shape;1892;p149">
            <a:extLst>
              <a:ext uri="{FF2B5EF4-FFF2-40B4-BE49-F238E27FC236}">
                <a16:creationId xmlns:a16="http://schemas.microsoft.com/office/drawing/2014/main" id="{FF5D0B8D-6363-4E55-8331-3C5738D24A69}"/>
              </a:ext>
            </a:extLst>
          </p:cNvPr>
          <p:cNvGrpSpPr/>
          <p:nvPr userDrawn="1"/>
        </p:nvGrpSpPr>
        <p:grpSpPr>
          <a:xfrm>
            <a:off x="10019832" y="-28841"/>
            <a:ext cx="2172168" cy="1289899"/>
            <a:chOff x="7006851" y="0"/>
            <a:chExt cx="2901252" cy="1725848"/>
          </a:xfrm>
        </p:grpSpPr>
        <p:sp>
          <p:nvSpPr>
            <p:cNvPr id="9" name="Google Shape;1893;p149">
              <a:extLst>
                <a:ext uri="{FF2B5EF4-FFF2-40B4-BE49-F238E27FC236}">
                  <a16:creationId xmlns:a16="http://schemas.microsoft.com/office/drawing/2014/main" id="{42D93CCD-F2C5-4401-9A48-DBB5F4BA0D12}"/>
                </a:ext>
              </a:extLst>
            </p:cNvPr>
            <p:cNvSpPr/>
            <p:nvPr/>
          </p:nvSpPr>
          <p:spPr>
            <a:xfrm>
              <a:off x="8307663" y="0"/>
              <a:ext cx="1226286" cy="416928"/>
            </a:xfrm>
            <a:custGeom>
              <a:avLst/>
              <a:gdLst/>
              <a:ahLst/>
              <a:cxnLst/>
              <a:rect l="l" t="t" r="r" b="b"/>
              <a:pathLst>
                <a:path w="1351279" h="472440" extrusionOk="0">
                  <a:moveTo>
                    <a:pt x="0" y="1904"/>
                  </a:moveTo>
                  <a:lnTo>
                    <a:pt x="675640" y="472440"/>
                  </a:lnTo>
                  <a:lnTo>
                    <a:pt x="1351279" y="1904"/>
                  </a:lnTo>
                  <a:lnTo>
                    <a:pt x="1348623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0" name="Google Shape;1894;p149">
              <a:extLst>
                <a:ext uri="{FF2B5EF4-FFF2-40B4-BE49-F238E27FC236}">
                  <a16:creationId xmlns:a16="http://schemas.microsoft.com/office/drawing/2014/main" id="{63030B95-6704-452D-A3DE-198831B03D94}"/>
                </a:ext>
              </a:extLst>
            </p:cNvPr>
            <p:cNvSpPr/>
            <p:nvPr/>
          </p:nvSpPr>
          <p:spPr>
            <a:xfrm>
              <a:off x="8307663" y="4483"/>
              <a:ext cx="608532" cy="824890"/>
            </a:xfrm>
            <a:custGeom>
              <a:avLst/>
              <a:gdLst/>
              <a:ahLst/>
              <a:cxnLst/>
              <a:rect l="l" t="t" r="r" b="b"/>
              <a:pathLst>
                <a:path w="670559" h="934719" extrusionOk="0">
                  <a:moveTo>
                    <a:pt x="0" y="0"/>
                  </a:moveTo>
                  <a:lnTo>
                    <a:pt x="0" y="473710"/>
                  </a:lnTo>
                  <a:lnTo>
                    <a:pt x="670560" y="934720"/>
                  </a:lnTo>
                  <a:lnTo>
                    <a:pt x="670560" y="4737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1" name="Google Shape;1895;p149">
              <a:extLst>
                <a:ext uri="{FF2B5EF4-FFF2-40B4-BE49-F238E27FC236}">
                  <a16:creationId xmlns:a16="http://schemas.microsoft.com/office/drawing/2014/main" id="{A737F445-D9FD-4562-BFB7-59805DAF6707}"/>
                </a:ext>
              </a:extLst>
            </p:cNvPr>
            <p:cNvSpPr/>
            <p:nvPr/>
          </p:nvSpPr>
          <p:spPr>
            <a:xfrm>
              <a:off x="8916554" y="4483"/>
              <a:ext cx="617753" cy="824890"/>
            </a:xfrm>
            <a:custGeom>
              <a:avLst/>
              <a:gdLst/>
              <a:ahLst/>
              <a:cxnLst/>
              <a:rect l="l" t="t" r="r" b="b"/>
              <a:pathLst>
                <a:path w="680720" h="934719" extrusionOk="0">
                  <a:moveTo>
                    <a:pt x="680719" y="0"/>
                  </a:moveTo>
                  <a:lnTo>
                    <a:pt x="0" y="473710"/>
                  </a:lnTo>
                  <a:lnTo>
                    <a:pt x="0" y="934720"/>
                  </a:lnTo>
                  <a:lnTo>
                    <a:pt x="680719" y="473710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2" name="Google Shape;1896;p149">
              <a:extLst>
                <a:ext uri="{FF2B5EF4-FFF2-40B4-BE49-F238E27FC236}">
                  <a16:creationId xmlns:a16="http://schemas.microsoft.com/office/drawing/2014/main" id="{539B9B30-E99A-4549-9737-A2038B9DC5AF}"/>
                </a:ext>
              </a:extLst>
            </p:cNvPr>
            <p:cNvSpPr/>
            <p:nvPr/>
          </p:nvSpPr>
          <p:spPr>
            <a:xfrm>
              <a:off x="7009244" y="0"/>
              <a:ext cx="1240117" cy="407962"/>
            </a:xfrm>
            <a:custGeom>
              <a:avLst/>
              <a:gdLst/>
              <a:ahLst/>
              <a:cxnLst/>
              <a:rect l="l" t="t" r="r" b="b"/>
              <a:pathLst>
                <a:path w="1366520" h="462280" extrusionOk="0">
                  <a:moveTo>
                    <a:pt x="0" y="0"/>
                  </a:moveTo>
                  <a:lnTo>
                    <a:pt x="685070" y="462279"/>
                  </a:lnTo>
                  <a:lnTo>
                    <a:pt x="1366344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3" name="Google Shape;1897;p149">
              <a:extLst>
                <a:ext uri="{FF2B5EF4-FFF2-40B4-BE49-F238E27FC236}">
                  <a16:creationId xmlns:a16="http://schemas.microsoft.com/office/drawing/2014/main" id="{5C994CCB-2A70-4496-97F8-4759BDC83588}"/>
                </a:ext>
              </a:extLst>
            </p:cNvPr>
            <p:cNvSpPr/>
            <p:nvPr/>
          </p:nvSpPr>
          <p:spPr>
            <a:xfrm>
              <a:off x="7006851" y="1"/>
              <a:ext cx="626973" cy="802474"/>
            </a:xfrm>
            <a:custGeom>
              <a:avLst/>
              <a:gdLst/>
              <a:ahLst/>
              <a:cxnLst/>
              <a:rect l="l" t="t" r="r" b="b"/>
              <a:pathLst>
                <a:path w="690879" h="909319" extrusionOk="0">
                  <a:moveTo>
                    <a:pt x="0" y="0"/>
                  </a:moveTo>
                  <a:lnTo>
                    <a:pt x="0" y="456565"/>
                  </a:lnTo>
                  <a:lnTo>
                    <a:pt x="690879" y="909320"/>
                  </a:lnTo>
                  <a:lnTo>
                    <a:pt x="690879" y="456565"/>
                  </a:lnTo>
                  <a:lnTo>
                    <a:pt x="7602" y="0"/>
                  </a:lnTo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4" name="Google Shape;1898;p149">
              <a:extLst>
                <a:ext uri="{FF2B5EF4-FFF2-40B4-BE49-F238E27FC236}">
                  <a16:creationId xmlns:a16="http://schemas.microsoft.com/office/drawing/2014/main" id="{4B7C9373-19C5-4A18-B9AE-91295B24B315}"/>
                </a:ext>
              </a:extLst>
            </p:cNvPr>
            <p:cNvSpPr/>
            <p:nvPr/>
          </p:nvSpPr>
          <p:spPr>
            <a:xfrm>
              <a:off x="7634193" y="1"/>
              <a:ext cx="617753" cy="802474"/>
            </a:xfrm>
            <a:custGeom>
              <a:avLst/>
              <a:gdLst/>
              <a:ahLst/>
              <a:cxnLst/>
              <a:rect l="l" t="t" r="r" b="b"/>
              <a:pathLst>
                <a:path w="680720" h="909319" extrusionOk="0">
                  <a:moveTo>
                    <a:pt x="673229" y="0"/>
                  </a:moveTo>
                  <a:lnTo>
                    <a:pt x="0" y="456565"/>
                  </a:lnTo>
                  <a:lnTo>
                    <a:pt x="0" y="909320"/>
                  </a:lnTo>
                  <a:lnTo>
                    <a:pt x="680720" y="456565"/>
                  </a:lnTo>
                  <a:lnTo>
                    <a:pt x="680720" y="0"/>
                  </a:lnTo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5" name="Google Shape;1899;p149">
              <a:extLst>
                <a:ext uri="{FF2B5EF4-FFF2-40B4-BE49-F238E27FC236}">
                  <a16:creationId xmlns:a16="http://schemas.microsoft.com/office/drawing/2014/main" id="{C73C8A9D-D0D9-4E46-B012-BE91E59C141E}"/>
                </a:ext>
              </a:extLst>
            </p:cNvPr>
            <p:cNvSpPr/>
            <p:nvPr/>
          </p:nvSpPr>
          <p:spPr>
            <a:xfrm>
              <a:off x="8270760" y="865093"/>
              <a:ext cx="617753" cy="860755"/>
            </a:xfrm>
            <a:custGeom>
              <a:avLst/>
              <a:gdLst/>
              <a:ahLst/>
              <a:cxnLst/>
              <a:rect l="l" t="t" r="r" b="b"/>
              <a:pathLst>
                <a:path w="680720" h="975360" extrusionOk="0">
                  <a:moveTo>
                    <a:pt x="680719" y="0"/>
                  </a:moveTo>
                  <a:lnTo>
                    <a:pt x="0" y="474852"/>
                  </a:lnTo>
                  <a:lnTo>
                    <a:pt x="0" y="975359"/>
                  </a:lnTo>
                  <a:lnTo>
                    <a:pt x="680719" y="474852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8" name="Google Shape;1900;p149">
              <a:extLst>
                <a:ext uri="{FF2B5EF4-FFF2-40B4-BE49-F238E27FC236}">
                  <a16:creationId xmlns:a16="http://schemas.microsoft.com/office/drawing/2014/main" id="{0FC64199-3478-4940-9D52-AA2F9338C13E}"/>
                </a:ext>
              </a:extLst>
            </p:cNvPr>
            <p:cNvSpPr/>
            <p:nvPr/>
          </p:nvSpPr>
          <p:spPr>
            <a:xfrm>
              <a:off x="7643418" y="434787"/>
              <a:ext cx="1244727" cy="851789"/>
            </a:xfrm>
            <a:custGeom>
              <a:avLst/>
              <a:gdLst/>
              <a:ahLst/>
              <a:cxnLst/>
              <a:rect l="l" t="t" r="r" b="b"/>
              <a:pathLst>
                <a:path w="1371600" h="965200" extrusionOk="0">
                  <a:moveTo>
                    <a:pt x="0" y="471678"/>
                  </a:moveTo>
                  <a:lnTo>
                    <a:pt x="694690" y="965200"/>
                  </a:lnTo>
                  <a:lnTo>
                    <a:pt x="1371600" y="490982"/>
                  </a:lnTo>
                  <a:lnTo>
                    <a:pt x="694690" y="0"/>
                  </a:lnTo>
                  <a:lnTo>
                    <a:pt x="0" y="471678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9" name="Google Shape;1901;p149">
              <a:extLst>
                <a:ext uri="{FF2B5EF4-FFF2-40B4-BE49-F238E27FC236}">
                  <a16:creationId xmlns:a16="http://schemas.microsoft.com/office/drawing/2014/main" id="{95F3E51F-DD19-40ED-A297-D56AF55188B3}"/>
                </a:ext>
              </a:extLst>
            </p:cNvPr>
            <p:cNvSpPr/>
            <p:nvPr/>
          </p:nvSpPr>
          <p:spPr>
            <a:xfrm>
              <a:off x="7643418" y="847164"/>
              <a:ext cx="626973" cy="869721"/>
            </a:xfrm>
            <a:custGeom>
              <a:avLst/>
              <a:gdLst/>
              <a:ahLst/>
              <a:cxnLst/>
              <a:rect l="l" t="t" r="r" b="b"/>
              <a:pathLst>
                <a:path w="690879" h="985519" extrusionOk="0">
                  <a:moveTo>
                    <a:pt x="2540" y="0"/>
                  </a:moveTo>
                  <a:lnTo>
                    <a:pt x="0" y="492759"/>
                  </a:lnTo>
                  <a:lnTo>
                    <a:pt x="690880" y="985519"/>
                  </a:lnTo>
                  <a:lnTo>
                    <a:pt x="690880" y="492759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1" name="Google Shape;1902;p149">
              <a:extLst>
                <a:ext uri="{FF2B5EF4-FFF2-40B4-BE49-F238E27FC236}">
                  <a16:creationId xmlns:a16="http://schemas.microsoft.com/office/drawing/2014/main" id="{BD642DE4-99B9-4857-8868-E5568E0F77AC}"/>
                </a:ext>
              </a:extLst>
            </p:cNvPr>
            <p:cNvSpPr/>
            <p:nvPr/>
          </p:nvSpPr>
          <p:spPr>
            <a:xfrm>
              <a:off x="8953456" y="875740"/>
              <a:ext cx="954290" cy="419730"/>
            </a:xfrm>
            <a:custGeom>
              <a:avLst/>
              <a:gdLst/>
              <a:ahLst/>
              <a:cxnLst/>
              <a:rect l="l" t="t" r="r" b="b"/>
              <a:pathLst>
                <a:path w="1051559" h="475615" extrusionOk="0">
                  <a:moveTo>
                    <a:pt x="0" y="0"/>
                  </a:moveTo>
                  <a:lnTo>
                    <a:pt x="671829" y="475615"/>
                  </a:lnTo>
                  <a:lnTo>
                    <a:pt x="1051560" y="216191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2" name="Google Shape;1903;p149">
              <a:extLst>
                <a:ext uri="{FF2B5EF4-FFF2-40B4-BE49-F238E27FC236}">
                  <a16:creationId xmlns:a16="http://schemas.microsoft.com/office/drawing/2014/main" id="{D33259B6-5562-4366-90EB-F4D6757544B1}"/>
                </a:ext>
              </a:extLst>
            </p:cNvPr>
            <p:cNvSpPr/>
            <p:nvPr/>
          </p:nvSpPr>
          <p:spPr>
            <a:xfrm>
              <a:off x="8953456" y="452718"/>
              <a:ext cx="954290" cy="423093"/>
            </a:xfrm>
            <a:custGeom>
              <a:avLst/>
              <a:gdLst/>
              <a:ahLst/>
              <a:cxnLst/>
              <a:rect l="l" t="t" r="r" b="b"/>
              <a:pathLst>
                <a:path w="1051559" h="479425" extrusionOk="0">
                  <a:moveTo>
                    <a:pt x="1051560" y="272285"/>
                  </a:moveTo>
                  <a:lnTo>
                    <a:pt x="678179" y="0"/>
                  </a:lnTo>
                  <a:lnTo>
                    <a:pt x="0" y="479425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3" name="Google Shape;1904;p149">
              <a:extLst>
                <a:ext uri="{FF2B5EF4-FFF2-40B4-BE49-F238E27FC236}">
                  <a16:creationId xmlns:a16="http://schemas.microsoft.com/office/drawing/2014/main" id="{95DBEB3A-AD3C-4104-B627-F2030C8A4B8A}"/>
                </a:ext>
              </a:extLst>
            </p:cNvPr>
            <p:cNvSpPr/>
            <p:nvPr/>
          </p:nvSpPr>
          <p:spPr>
            <a:xfrm>
              <a:off x="8944229" y="874059"/>
              <a:ext cx="617753" cy="833857"/>
            </a:xfrm>
            <a:custGeom>
              <a:avLst/>
              <a:gdLst/>
              <a:ahLst/>
              <a:cxnLst/>
              <a:rect l="l" t="t" r="r" b="b"/>
              <a:pathLst>
                <a:path w="680720" h="944880" extrusionOk="0">
                  <a:moveTo>
                    <a:pt x="2539" y="0"/>
                  </a:moveTo>
                  <a:lnTo>
                    <a:pt x="0" y="473710"/>
                  </a:lnTo>
                  <a:lnTo>
                    <a:pt x="675639" y="944879"/>
                  </a:lnTo>
                  <a:lnTo>
                    <a:pt x="680720" y="480187"/>
                  </a:lnTo>
                  <a:lnTo>
                    <a:pt x="253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4" name="Google Shape;1905;p149">
              <a:extLst>
                <a:ext uri="{FF2B5EF4-FFF2-40B4-BE49-F238E27FC236}">
                  <a16:creationId xmlns:a16="http://schemas.microsoft.com/office/drawing/2014/main" id="{B5C9D5C6-758A-4703-BE3E-3EB9DC1D20AB}"/>
                </a:ext>
              </a:extLst>
            </p:cNvPr>
            <p:cNvSpPr/>
            <p:nvPr/>
          </p:nvSpPr>
          <p:spPr>
            <a:xfrm>
              <a:off x="9562346" y="1066703"/>
              <a:ext cx="345757" cy="641644"/>
            </a:xfrm>
            <a:custGeom>
              <a:avLst/>
              <a:gdLst/>
              <a:ahLst/>
              <a:cxnLst/>
              <a:rect l="l" t="t" r="r" b="b"/>
              <a:pathLst>
                <a:path w="381000" h="727075" extrusionOk="0">
                  <a:moveTo>
                    <a:pt x="381000" y="0"/>
                  </a:moveTo>
                  <a:lnTo>
                    <a:pt x="5079" y="261094"/>
                  </a:lnTo>
                  <a:lnTo>
                    <a:pt x="0" y="726549"/>
                  </a:lnTo>
                  <a:lnTo>
                    <a:pt x="381000" y="468213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20157932-71A7-48A9-AC21-01CF657EC101}"/>
              </a:ext>
            </a:extLst>
          </p:cNvPr>
          <p:cNvSpPr txBox="1"/>
          <p:nvPr userDrawn="1"/>
        </p:nvSpPr>
        <p:spPr>
          <a:xfrm>
            <a:off x="7501003" y="6594281"/>
            <a:ext cx="4064000" cy="203133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lvl="0" indent="0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1pPr>
            <a:lvl2pPr marL="284400" lvl="1" indent="-17280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2pPr>
            <a:lvl3pPr marL="511200" lvl="2" indent="-16560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3pPr>
            <a:lvl4pPr marL="0" lvl="3" indent="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2000">
                <a:solidFill>
                  <a:schemeClr val="tx2"/>
                </a:solidFill>
                <a:sym typeface="Trebuchet MS" panose="020B0603020202020204" pitchFamily="34" charset="0"/>
              </a:defRPr>
            </a:lvl4pPr>
            <a:lvl5pPr marL="0" lvl="4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2000" b="1" smtClean="0">
                <a:solidFill>
                  <a:schemeClr val="tx1"/>
                </a:solidFill>
                <a:sym typeface="Trebuchet MS" panose="020B0603020202020204" pitchFamily="34" charset="0"/>
              </a:defRPr>
            </a:lvl5pPr>
            <a:lvl6pPr marL="269875" lvl="5" indent="-152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2000" smtClean="0">
                <a:solidFill>
                  <a:schemeClr val="tx1"/>
                </a:solidFill>
                <a:sym typeface="Trebuchet MS" panose="020B0603020202020204" pitchFamily="34" charset="0"/>
              </a:defRPr>
            </a:lvl6pPr>
            <a:lvl7pPr marL="0" lvl="6" indent="0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5400" baseline="0" smtClean="0">
                <a:solidFill>
                  <a:schemeClr val="tx1"/>
                </a:solidFill>
                <a:sym typeface="Trebuchet MS" panose="020B0603020202020204" pitchFamily="34" charset="0"/>
              </a:defRPr>
            </a:lvl7pPr>
            <a:lvl8pPr marL="0" lvl="7" indent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6600" baseline="0" smtClean="0">
                <a:solidFill>
                  <a:schemeClr val="tx2"/>
                </a:solidFill>
                <a:sym typeface="Trebuchet MS" panose="020B0603020202020204" pitchFamily="34" charset="0"/>
              </a:defRPr>
            </a:lvl8pPr>
            <a:lvl9pPr marL="0" lvl="8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3200" baseline="0" dirty="0">
                <a:solidFill>
                  <a:schemeClr val="tx2"/>
                </a:solidFill>
                <a:sym typeface="Trebuchet MS" panose="020B0603020202020204" pitchFamily="34" charset="0"/>
              </a:defRPr>
            </a:lvl9pPr>
          </a:lstStyle>
          <a:p>
            <a:pPr algn="r">
              <a:buNone/>
            </a:pPr>
            <a:r>
              <a:rPr lang="en-US" sz="1200" b="1">
                <a:solidFill>
                  <a:schemeClr val="bg1"/>
                </a:solidFill>
              </a:rPr>
              <a:t>CONFIDENTIAL – NOT TO BE DISTRIBUTED </a:t>
            </a:r>
          </a:p>
        </p:txBody>
      </p:sp>
    </p:spTree>
    <p:extLst>
      <p:ext uri="{BB962C8B-B14F-4D97-AF65-F5344CB8AC3E}">
        <p14:creationId xmlns:p14="http://schemas.microsoft.com/office/powerpoint/2010/main" val="3373556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highlight">
    <p:bg>
      <p:bgPr>
        <a:gradFill>
          <a:gsLst>
            <a:gs pos="100000">
              <a:srgbClr val="073B16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08EC50DF-05E8-4DC4-8925-FE1827B3153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620802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1" imgH="363" progId="TCLayout.ActiveDocument.1">
                  <p:embed/>
                </p:oleObj>
              </mc:Choice>
              <mc:Fallback>
                <p:oleObj name="think-cell Slide" r:id="rId3" imgW="351" imgH="36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08EC50DF-05E8-4DC4-8925-FE1827B315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7130281" y="0"/>
            <a:ext cx="416951" cy="6858000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 bwMode="white">
          <a:xfrm>
            <a:off x="-41675" y="0"/>
            <a:ext cx="7171956" cy="6858000"/>
          </a:xfrm>
          <a:prstGeom prst="rect">
            <a:avLst/>
          </a:prstGeom>
          <a:solidFill>
            <a:srgbClr val="F2F2F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en-US" sz="1600">
              <a:solidFill>
                <a:schemeClr val="bg1"/>
              </a:solidFill>
              <a:sym typeface="Trebuchet MS" panose="020B0603020202020204" pitchFamily="34" charset="0"/>
            </a:endParaRPr>
          </a:p>
        </p:txBody>
      </p:sp>
      <p:sp>
        <p:nvSpPr>
          <p:cNvPr id="16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7" name="TextBox 16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3" name="Title 3"/>
          <p:cNvSpPr>
            <a:spLocks noGrp="1"/>
          </p:cNvSpPr>
          <p:nvPr>
            <p:ph type="title" hasCustomPrompt="1"/>
          </p:nvPr>
        </p:nvSpPr>
        <p:spPr>
          <a:xfrm>
            <a:off x="756745" y="317139"/>
            <a:ext cx="6130055" cy="569387"/>
          </a:xfrm>
          <a:prstGeom prst="rect">
            <a:avLst/>
          </a:prstGeom>
        </p:spPr>
        <p:txBody>
          <a:bodyPr vert="horz" wrap="square" lIns="0" tIns="0" rIns="0" bIns="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4000" b="1" i="0" u="none" kern="1200" spc="0">
                <a:solidFill>
                  <a:schemeClr val="tx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grpSp>
        <p:nvGrpSpPr>
          <p:cNvPr id="8" name="Google Shape;1892;p149">
            <a:extLst>
              <a:ext uri="{FF2B5EF4-FFF2-40B4-BE49-F238E27FC236}">
                <a16:creationId xmlns:a16="http://schemas.microsoft.com/office/drawing/2014/main" id="{FF5D0B8D-6363-4E55-8331-3C5738D24A69}"/>
              </a:ext>
            </a:extLst>
          </p:cNvPr>
          <p:cNvGrpSpPr/>
          <p:nvPr userDrawn="1"/>
        </p:nvGrpSpPr>
        <p:grpSpPr>
          <a:xfrm>
            <a:off x="10019832" y="-28841"/>
            <a:ext cx="2172168" cy="1289899"/>
            <a:chOff x="7006851" y="0"/>
            <a:chExt cx="2901252" cy="1725848"/>
          </a:xfrm>
        </p:grpSpPr>
        <p:sp>
          <p:nvSpPr>
            <p:cNvPr id="9" name="Google Shape;1893;p149">
              <a:extLst>
                <a:ext uri="{FF2B5EF4-FFF2-40B4-BE49-F238E27FC236}">
                  <a16:creationId xmlns:a16="http://schemas.microsoft.com/office/drawing/2014/main" id="{42D93CCD-F2C5-4401-9A48-DBB5F4BA0D12}"/>
                </a:ext>
              </a:extLst>
            </p:cNvPr>
            <p:cNvSpPr/>
            <p:nvPr/>
          </p:nvSpPr>
          <p:spPr>
            <a:xfrm>
              <a:off x="8307663" y="0"/>
              <a:ext cx="1226286" cy="416928"/>
            </a:xfrm>
            <a:custGeom>
              <a:avLst/>
              <a:gdLst/>
              <a:ahLst/>
              <a:cxnLst/>
              <a:rect l="l" t="t" r="r" b="b"/>
              <a:pathLst>
                <a:path w="1351279" h="472440" extrusionOk="0">
                  <a:moveTo>
                    <a:pt x="0" y="1904"/>
                  </a:moveTo>
                  <a:lnTo>
                    <a:pt x="675640" y="472440"/>
                  </a:lnTo>
                  <a:lnTo>
                    <a:pt x="1351279" y="1904"/>
                  </a:lnTo>
                  <a:lnTo>
                    <a:pt x="1348623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1" name="Google Shape;1894;p149">
              <a:extLst>
                <a:ext uri="{FF2B5EF4-FFF2-40B4-BE49-F238E27FC236}">
                  <a16:creationId xmlns:a16="http://schemas.microsoft.com/office/drawing/2014/main" id="{63030B95-6704-452D-A3DE-198831B03D94}"/>
                </a:ext>
              </a:extLst>
            </p:cNvPr>
            <p:cNvSpPr/>
            <p:nvPr/>
          </p:nvSpPr>
          <p:spPr>
            <a:xfrm>
              <a:off x="8307663" y="4483"/>
              <a:ext cx="608532" cy="824890"/>
            </a:xfrm>
            <a:custGeom>
              <a:avLst/>
              <a:gdLst/>
              <a:ahLst/>
              <a:cxnLst/>
              <a:rect l="l" t="t" r="r" b="b"/>
              <a:pathLst>
                <a:path w="670559" h="934719" extrusionOk="0">
                  <a:moveTo>
                    <a:pt x="0" y="0"/>
                  </a:moveTo>
                  <a:lnTo>
                    <a:pt x="0" y="473710"/>
                  </a:lnTo>
                  <a:lnTo>
                    <a:pt x="670560" y="934720"/>
                  </a:lnTo>
                  <a:lnTo>
                    <a:pt x="670560" y="4737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2" name="Google Shape;1895;p149">
              <a:extLst>
                <a:ext uri="{FF2B5EF4-FFF2-40B4-BE49-F238E27FC236}">
                  <a16:creationId xmlns:a16="http://schemas.microsoft.com/office/drawing/2014/main" id="{A737F445-D9FD-4562-BFB7-59805DAF6707}"/>
                </a:ext>
              </a:extLst>
            </p:cNvPr>
            <p:cNvSpPr/>
            <p:nvPr/>
          </p:nvSpPr>
          <p:spPr>
            <a:xfrm>
              <a:off x="8916554" y="4483"/>
              <a:ext cx="617753" cy="824890"/>
            </a:xfrm>
            <a:custGeom>
              <a:avLst/>
              <a:gdLst/>
              <a:ahLst/>
              <a:cxnLst/>
              <a:rect l="l" t="t" r="r" b="b"/>
              <a:pathLst>
                <a:path w="680720" h="934719" extrusionOk="0">
                  <a:moveTo>
                    <a:pt x="680719" y="0"/>
                  </a:moveTo>
                  <a:lnTo>
                    <a:pt x="0" y="473710"/>
                  </a:lnTo>
                  <a:lnTo>
                    <a:pt x="0" y="934720"/>
                  </a:lnTo>
                  <a:lnTo>
                    <a:pt x="680719" y="473710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4" name="Google Shape;1896;p149">
              <a:extLst>
                <a:ext uri="{FF2B5EF4-FFF2-40B4-BE49-F238E27FC236}">
                  <a16:creationId xmlns:a16="http://schemas.microsoft.com/office/drawing/2014/main" id="{539B9B30-E99A-4549-9737-A2038B9DC5AF}"/>
                </a:ext>
              </a:extLst>
            </p:cNvPr>
            <p:cNvSpPr/>
            <p:nvPr/>
          </p:nvSpPr>
          <p:spPr>
            <a:xfrm>
              <a:off x="7009244" y="0"/>
              <a:ext cx="1240117" cy="407962"/>
            </a:xfrm>
            <a:custGeom>
              <a:avLst/>
              <a:gdLst/>
              <a:ahLst/>
              <a:cxnLst/>
              <a:rect l="l" t="t" r="r" b="b"/>
              <a:pathLst>
                <a:path w="1366520" h="462280" extrusionOk="0">
                  <a:moveTo>
                    <a:pt x="0" y="0"/>
                  </a:moveTo>
                  <a:lnTo>
                    <a:pt x="685070" y="462279"/>
                  </a:lnTo>
                  <a:lnTo>
                    <a:pt x="1366344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5" name="Google Shape;1897;p149">
              <a:extLst>
                <a:ext uri="{FF2B5EF4-FFF2-40B4-BE49-F238E27FC236}">
                  <a16:creationId xmlns:a16="http://schemas.microsoft.com/office/drawing/2014/main" id="{5C994CCB-2A70-4496-97F8-4759BDC83588}"/>
                </a:ext>
              </a:extLst>
            </p:cNvPr>
            <p:cNvSpPr/>
            <p:nvPr/>
          </p:nvSpPr>
          <p:spPr>
            <a:xfrm>
              <a:off x="7006851" y="1"/>
              <a:ext cx="626973" cy="802474"/>
            </a:xfrm>
            <a:custGeom>
              <a:avLst/>
              <a:gdLst/>
              <a:ahLst/>
              <a:cxnLst/>
              <a:rect l="l" t="t" r="r" b="b"/>
              <a:pathLst>
                <a:path w="690879" h="909319" extrusionOk="0">
                  <a:moveTo>
                    <a:pt x="0" y="0"/>
                  </a:moveTo>
                  <a:lnTo>
                    <a:pt x="0" y="456565"/>
                  </a:lnTo>
                  <a:lnTo>
                    <a:pt x="690879" y="909320"/>
                  </a:lnTo>
                  <a:lnTo>
                    <a:pt x="690879" y="456565"/>
                  </a:lnTo>
                  <a:lnTo>
                    <a:pt x="7602" y="0"/>
                  </a:lnTo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8" name="Google Shape;1898;p149">
              <a:extLst>
                <a:ext uri="{FF2B5EF4-FFF2-40B4-BE49-F238E27FC236}">
                  <a16:creationId xmlns:a16="http://schemas.microsoft.com/office/drawing/2014/main" id="{4B7C9373-19C5-4A18-B9AE-91295B24B315}"/>
                </a:ext>
              </a:extLst>
            </p:cNvPr>
            <p:cNvSpPr/>
            <p:nvPr/>
          </p:nvSpPr>
          <p:spPr>
            <a:xfrm>
              <a:off x="7634193" y="1"/>
              <a:ext cx="617753" cy="802474"/>
            </a:xfrm>
            <a:custGeom>
              <a:avLst/>
              <a:gdLst/>
              <a:ahLst/>
              <a:cxnLst/>
              <a:rect l="l" t="t" r="r" b="b"/>
              <a:pathLst>
                <a:path w="680720" h="909319" extrusionOk="0">
                  <a:moveTo>
                    <a:pt x="673229" y="0"/>
                  </a:moveTo>
                  <a:lnTo>
                    <a:pt x="0" y="456565"/>
                  </a:lnTo>
                  <a:lnTo>
                    <a:pt x="0" y="909320"/>
                  </a:lnTo>
                  <a:lnTo>
                    <a:pt x="680720" y="456565"/>
                  </a:lnTo>
                  <a:lnTo>
                    <a:pt x="680720" y="0"/>
                  </a:lnTo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9" name="Google Shape;1899;p149">
              <a:extLst>
                <a:ext uri="{FF2B5EF4-FFF2-40B4-BE49-F238E27FC236}">
                  <a16:creationId xmlns:a16="http://schemas.microsoft.com/office/drawing/2014/main" id="{C73C8A9D-D0D9-4E46-B012-BE91E59C141E}"/>
                </a:ext>
              </a:extLst>
            </p:cNvPr>
            <p:cNvSpPr/>
            <p:nvPr/>
          </p:nvSpPr>
          <p:spPr>
            <a:xfrm>
              <a:off x="8270760" y="865093"/>
              <a:ext cx="617753" cy="860755"/>
            </a:xfrm>
            <a:custGeom>
              <a:avLst/>
              <a:gdLst/>
              <a:ahLst/>
              <a:cxnLst/>
              <a:rect l="l" t="t" r="r" b="b"/>
              <a:pathLst>
                <a:path w="680720" h="975360" extrusionOk="0">
                  <a:moveTo>
                    <a:pt x="680719" y="0"/>
                  </a:moveTo>
                  <a:lnTo>
                    <a:pt x="0" y="474852"/>
                  </a:lnTo>
                  <a:lnTo>
                    <a:pt x="0" y="975359"/>
                  </a:lnTo>
                  <a:lnTo>
                    <a:pt x="680719" y="474852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0" name="Google Shape;1900;p149">
              <a:extLst>
                <a:ext uri="{FF2B5EF4-FFF2-40B4-BE49-F238E27FC236}">
                  <a16:creationId xmlns:a16="http://schemas.microsoft.com/office/drawing/2014/main" id="{0FC64199-3478-4940-9D52-AA2F9338C13E}"/>
                </a:ext>
              </a:extLst>
            </p:cNvPr>
            <p:cNvSpPr/>
            <p:nvPr/>
          </p:nvSpPr>
          <p:spPr>
            <a:xfrm>
              <a:off x="7643418" y="434787"/>
              <a:ext cx="1244727" cy="851789"/>
            </a:xfrm>
            <a:custGeom>
              <a:avLst/>
              <a:gdLst/>
              <a:ahLst/>
              <a:cxnLst/>
              <a:rect l="l" t="t" r="r" b="b"/>
              <a:pathLst>
                <a:path w="1371600" h="965200" extrusionOk="0">
                  <a:moveTo>
                    <a:pt x="0" y="471678"/>
                  </a:moveTo>
                  <a:lnTo>
                    <a:pt x="694690" y="965200"/>
                  </a:lnTo>
                  <a:lnTo>
                    <a:pt x="1371600" y="490982"/>
                  </a:lnTo>
                  <a:lnTo>
                    <a:pt x="694690" y="0"/>
                  </a:lnTo>
                  <a:lnTo>
                    <a:pt x="0" y="471678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1" name="Google Shape;1901;p149">
              <a:extLst>
                <a:ext uri="{FF2B5EF4-FFF2-40B4-BE49-F238E27FC236}">
                  <a16:creationId xmlns:a16="http://schemas.microsoft.com/office/drawing/2014/main" id="{95F3E51F-DD19-40ED-A297-D56AF55188B3}"/>
                </a:ext>
              </a:extLst>
            </p:cNvPr>
            <p:cNvSpPr/>
            <p:nvPr/>
          </p:nvSpPr>
          <p:spPr>
            <a:xfrm>
              <a:off x="7643418" y="847164"/>
              <a:ext cx="626973" cy="869721"/>
            </a:xfrm>
            <a:custGeom>
              <a:avLst/>
              <a:gdLst/>
              <a:ahLst/>
              <a:cxnLst/>
              <a:rect l="l" t="t" r="r" b="b"/>
              <a:pathLst>
                <a:path w="690879" h="985519" extrusionOk="0">
                  <a:moveTo>
                    <a:pt x="2540" y="0"/>
                  </a:moveTo>
                  <a:lnTo>
                    <a:pt x="0" y="492759"/>
                  </a:lnTo>
                  <a:lnTo>
                    <a:pt x="690880" y="985519"/>
                  </a:lnTo>
                  <a:lnTo>
                    <a:pt x="690880" y="492759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2" name="Google Shape;1902;p149">
              <a:extLst>
                <a:ext uri="{FF2B5EF4-FFF2-40B4-BE49-F238E27FC236}">
                  <a16:creationId xmlns:a16="http://schemas.microsoft.com/office/drawing/2014/main" id="{BD642DE4-99B9-4857-8868-E5568E0F77AC}"/>
                </a:ext>
              </a:extLst>
            </p:cNvPr>
            <p:cNvSpPr/>
            <p:nvPr/>
          </p:nvSpPr>
          <p:spPr>
            <a:xfrm>
              <a:off x="8953456" y="875740"/>
              <a:ext cx="954290" cy="419730"/>
            </a:xfrm>
            <a:custGeom>
              <a:avLst/>
              <a:gdLst/>
              <a:ahLst/>
              <a:cxnLst/>
              <a:rect l="l" t="t" r="r" b="b"/>
              <a:pathLst>
                <a:path w="1051559" h="475615" extrusionOk="0">
                  <a:moveTo>
                    <a:pt x="0" y="0"/>
                  </a:moveTo>
                  <a:lnTo>
                    <a:pt x="671829" y="475615"/>
                  </a:lnTo>
                  <a:lnTo>
                    <a:pt x="1051560" y="216191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4" name="Google Shape;1903;p149">
              <a:extLst>
                <a:ext uri="{FF2B5EF4-FFF2-40B4-BE49-F238E27FC236}">
                  <a16:creationId xmlns:a16="http://schemas.microsoft.com/office/drawing/2014/main" id="{D33259B6-5562-4366-90EB-F4D6757544B1}"/>
                </a:ext>
              </a:extLst>
            </p:cNvPr>
            <p:cNvSpPr/>
            <p:nvPr/>
          </p:nvSpPr>
          <p:spPr>
            <a:xfrm>
              <a:off x="8953456" y="452718"/>
              <a:ext cx="954290" cy="423093"/>
            </a:xfrm>
            <a:custGeom>
              <a:avLst/>
              <a:gdLst/>
              <a:ahLst/>
              <a:cxnLst/>
              <a:rect l="l" t="t" r="r" b="b"/>
              <a:pathLst>
                <a:path w="1051559" h="479425" extrusionOk="0">
                  <a:moveTo>
                    <a:pt x="1051560" y="272285"/>
                  </a:moveTo>
                  <a:lnTo>
                    <a:pt x="678179" y="0"/>
                  </a:lnTo>
                  <a:lnTo>
                    <a:pt x="0" y="479425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5" name="Google Shape;1904;p149">
              <a:extLst>
                <a:ext uri="{FF2B5EF4-FFF2-40B4-BE49-F238E27FC236}">
                  <a16:creationId xmlns:a16="http://schemas.microsoft.com/office/drawing/2014/main" id="{95DBEB3A-AD3C-4104-B627-F2030C8A4B8A}"/>
                </a:ext>
              </a:extLst>
            </p:cNvPr>
            <p:cNvSpPr/>
            <p:nvPr/>
          </p:nvSpPr>
          <p:spPr>
            <a:xfrm>
              <a:off x="8944229" y="874059"/>
              <a:ext cx="617753" cy="833857"/>
            </a:xfrm>
            <a:custGeom>
              <a:avLst/>
              <a:gdLst/>
              <a:ahLst/>
              <a:cxnLst/>
              <a:rect l="l" t="t" r="r" b="b"/>
              <a:pathLst>
                <a:path w="680720" h="944880" extrusionOk="0">
                  <a:moveTo>
                    <a:pt x="2539" y="0"/>
                  </a:moveTo>
                  <a:lnTo>
                    <a:pt x="0" y="473710"/>
                  </a:lnTo>
                  <a:lnTo>
                    <a:pt x="675639" y="944879"/>
                  </a:lnTo>
                  <a:lnTo>
                    <a:pt x="680720" y="480187"/>
                  </a:lnTo>
                  <a:lnTo>
                    <a:pt x="253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6" name="Google Shape;1905;p149">
              <a:extLst>
                <a:ext uri="{FF2B5EF4-FFF2-40B4-BE49-F238E27FC236}">
                  <a16:creationId xmlns:a16="http://schemas.microsoft.com/office/drawing/2014/main" id="{B5C9D5C6-758A-4703-BE3E-3EB9DC1D20AB}"/>
                </a:ext>
              </a:extLst>
            </p:cNvPr>
            <p:cNvSpPr/>
            <p:nvPr/>
          </p:nvSpPr>
          <p:spPr>
            <a:xfrm>
              <a:off x="9562346" y="1066703"/>
              <a:ext cx="345757" cy="641644"/>
            </a:xfrm>
            <a:custGeom>
              <a:avLst/>
              <a:gdLst/>
              <a:ahLst/>
              <a:cxnLst/>
              <a:rect l="l" t="t" r="r" b="b"/>
              <a:pathLst>
                <a:path w="381000" h="727075" extrusionOk="0">
                  <a:moveTo>
                    <a:pt x="381000" y="0"/>
                  </a:moveTo>
                  <a:lnTo>
                    <a:pt x="5079" y="261094"/>
                  </a:lnTo>
                  <a:lnTo>
                    <a:pt x="0" y="726549"/>
                  </a:lnTo>
                  <a:lnTo>
                    <a:pt x="381000" y="468213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02F1BE19-97DE-467C-8B91-83CA073E5C69}"/>
              </a:ext>
            </a:extLst>
          </p:cNvPr>
          <p:cNvSpPr txBox="1"/>
          <p:nvPr userDrawn="1"/>
        </p:nvSpPr>
        <p:spPr>
          <a:xfrm>
            <a:off x="7501003" y="6594281"/>
            <a:ext cx="4064000" cy="203133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lvl="0" indent="0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1pPr>
            <a:lvl2pPr marL="284400" lvl="1" indent="-17280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2pPr>
            <a:lvl3pPr marL="511200" lvl="2" indent="-16560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3pPr>
            <a:lvl4pPr marL="0" lvl="3" indent="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2000">
                <a:solidFill>
                  <a:schemeClr val="tx2"/>
                </a:solidFill>
                <a:sym typeface="Trebuchet MS" panose="020B0603020202020204" pitchFamily="34" charset="0"/>
              </a:defRPr>
            </a:lvl4pPr>
            <a:lvl5pPr marL="0" lvl="4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2000" b="1" smtClean="0">
                <a:solidFill>
                  <a:schemeClr val="tx1"/>
                </a:solidFill>
                <a:sym typeface="Trebuchet MS" panose="020B0603020202020204" pitchFamily="34" charset="0"/>
              </a:defRPr>
            </a:lvl5pPr>
            <a:lvl6pPr marL="269875" lvl="5" indent="-152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2000" smtClean="0">
                <a:solidFill>
                  <a:schemeClr val="tx1"/>
                </a:solidFill>
                <a:sym typeface="Trebuchet MS" panose="020B0603020202020204" pitchFamily="34" charset="0"/>
              </a:defRPr>
            </a:lvl6pPr>
            <a:lvl7pPr marL="0" lvl="6" indent="0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5400" baseline="0" smtClean="0">
                <a:solidFill>
                  <a:schemeClr val="tx1"/>
                </a:solidFill>
                <a:sym typeface="Trebuchet MS" panose="020B0603020202020204" pitchFamily="34" charset="0"/>
              </a:defRPr>
            </a:lvl7pPr>
            <a:lvl8pPr marL="0" lvl="7" indent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6600" baseline="0" smtClean="0">
                <a:solidFill>
                  <a:schemeClr val="tx2"/>
                </a:solidFill>
                <a:sym typeface="Trebuchet MS" panose="020B0603020202020204" pitchFamily="34" charset="0"/>
              </a:defRPr>
            </a:lvl8pPr>
            <a:lvl9pPr marL="0" lvl="8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3200" baseline="0" dirty="0">
                <a:solidFill>
                  <a:schemeClr val="tx2"/>
                </a:solidFill>
                <a:sym typeface="Trebuchet MS" panose="020B0603020202020204" pitchFamily="34" charset="0"/>
              </a:defRPr>
            </a:lvl9pPr>
          </a:lstStyle>
          <a:p>
            <a:pPr algn="r">
              <a:buNone/>
            </a:pPr>
            <a:r>
              <a:rPr lang="en-US" sz="1200" b="1">
                <a:solidFill>
                  <a:schemeClr val="bg1"/>
                </a:solidFill>
              </a:rPr>
              <a:t>CONFIDENTIAL – NOT TO BE DISTRIBUTED </a:t>
            </a:r>
          </a:p>
        </p:txBody>
      </p:sp>
    </p:spTree>
    <p:extLst>
      <p:ext uri="{BB962C8B-B14F-4D97-AF65-F5344CB8AC3E}">
        <p14:creationId xmlns:p14="http://schemas.microsoft.com/office/powerpoint/2010/main" val="4047352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one third">
    <p:bg>
      <p:bgPr>
        <a:gradFill>
          <a:gsLst>
            <a:gs pos="100000">
              <a:srgbClr val="073B16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15B68738-C44E-4728-9391-4020CA5C49A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00672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1" imgH="363" progId="TCLayout.ActiveDocument.1">
                  <p:embed/>
                </p:oleObj>
              </mc:Choice>
              <mc:Fallback>
                <p:oleObj name="think-cell Slide" r:id="rId3" imgW="351" imgH="36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15B68738-C44E-4728-9391-4020CA5C49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3671068" y="0"/>
            <a:ext cx="416951" cy="6858000"/>
          </a:xfrm>
          <a:prstGeom prst="rect">
            <a:avLst/>
          </a:prstGeom>
        </p:spPr>
      </p:pic>
      <p:sp>
        <p:nvSpPr>
          <p:cNvPr id="11" name="Title 4"/>
          <p:cNvSpPr>
            <a:spLocks noGrp="1"/>
          </p:cNvSpPr>
          <p:nvPr>
            <p:ph type="title" hasCustomPrompt="1"/>
          </p:nvPr>
        </p:nvSpPr>
        <p:spPr>
          <a:xfrm>
            <a:off x="756745" y="2681103"/>
            <a:ext cx="3001136" cy="1495794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4400" b="1"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Rectangle 12"/>
          <p:cNvSpPr/>
          <p:nvPr userDrawn="1"/>
        </p:nvSpPr>
        <p:spPr bwMode="white">
          <a:xfrm>
            <a:off x="4080763" y="-1309"/>
            <a:ext cx="8111237" cy="6859309"/>
          </a:xfrm>
          <a:prstGeom prst="rect">
            <a:avLst/>
          </a:prstGeom>
          <a:solidFill>
            <a:srgbClr val="F2F2F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en-US" sz="1600">
              <a:solidFill>
                <a:schemeClr val="bg1"/>
              </a:solidFill>
              <a:sym typeface="Trebuchet MS" panose="020B0603020202020204" pitchFamily="34" charset="0"/>
            </a:endParaRPr>
          </a:p>
        </p:txBody>
      </p:sp>
      <p:sp>
        <p:nvSpPr>
          <p:cNvPr id="12" name="Date Placeholder 1"/>
          <p:cNvSpPr>
            <a:spLocks noGrp="1"/>
          </p:cNvSpPr>
          <p:nvPr>
            <p:ph type="dt" sz="half" idx="29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TextBox 14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grpSp>
        <p:nvGrpSpPr>
          <p:cNvPr id="8" name="Google Shape;1892;p149">
            <a:extLst>
              <a:ext uri="{FF2B5EF4-FFF2-40B4-BE49-F238E27FC236}">
                <a16:creationId xmlns:a16="http://schemas.microsoft.com/office/drawing/2014/main" id="{FF5D0B8D-6363-4E55-8331-3C5738D24A69}"/>
              </a:ext>
            </a:extLst>
          </p:cNvPr>
          <p:cNvGrpSpPr/>
          <p:nvPr userDrawn="1"/>
        </p:nvGrpSpPr>
        <p:grpSpPr>
          <a:xfrm>
            <a:off x="10019832" y="-28841"/>
            <a:ext cx="2172168" cy="1289899"/>
            <a:chOff x="7006851" y="0"/>
            <a:chExt cx="2901252" cy="1725848"/>
          </a:xfrm>
        </p:grpSpPr>
        <p:sp>
          <p:nvSpPr>
            <p:cNvPr id="9" name="Google Shape;1893;p149">
              <a:extLst>
                <a:ext uri="{FF2B5EF4-FFF2-40B4-BE49-F238E27FC236}">
                  <a16:creationId xmlns:a16="http://schemas.microsoft.com/office/drawing/2014/main" id="{42D93CCD-F2C5-4401-9A48-DBB5F4BA0D12}"/>
                </a:ext>
              </a:extLst>
            </p:cNvPr>
            <p:cNvSpPr/>
            <p:nvPr/>
          </p:nvSpPr>
          <p:spPr>
            <a:xfrm>
              <a:off x="8307663" y="0"/>
              <a:ext cx="1226286" cy="416928"/>
            </a:xfrm>
            <a:custGeom>
              <a:avLst/>
              <a:gdLst/>
              <a:ahLst/>
              <a:cxnLst/>
              <a:rect l="l" t="t" r="r" b="b"/>
              <a:pathLst>
                <a:path w="1351279" h="472440" extrusionOk="0">
                  <a:moveTo>
                    <a:pt x="0" y="1904"/>
                  </a:moveTo>
                  <a:lnTo>
                    <a:pt x="675640" y="472440"/>
                  </a:lnTo>
                  <a:lnTo>
                    <a:pt x="1351279" y="1904"/>
                  </a:lnTo>
                  <a:lnTo>
                    <a:pt x="1348623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4" name="Google Shape;1894;p149">
              <a:extLst>
                <a:ext uri="{FF2B5EF4-FFF2-40B4-BE49-F238E27FC236}">
                  <a16:creationId xmlns:a16="http://schemas.microsoft.com/office/drawing/2014/main" id="{63030B95-6704-452D-A3DE-198831B03D94}"/>
                </a:ext>
              </a:extLst>
            </p:cNvPr>
            <p:cNvSpPr/>
            <p:nvPr/>
          </p:nvSpPr>
          <p:spPr>
            <a:xfrm>
              <a:off x="8307663" y="4483"/>
              <a:ext cx="608532" cy="824890"/>
            </a:xfrm>
            <a:custGeom>
              <a:avLst/>
              <a:gdLst/>
              <a:ahLst/>
              <a:cxnLst/>
              <a:rect l="l" t="t" r="r" b="b"/>
              <a:pathLst>
                <a:path w="670559" h="934719" extrusionOk="0">
                  <a:moveTo>
                    <a:pt x="0" y="0"/>
                  </a:moveTo>
                  <a:lnTo>
                    <a:pt x="0" y="473710"/>
                  </a:lnTo>
                  <a:lnTo>
                    <a:pt x="670560" y="934720"/>
                  </a:lnTo>
                  <a:lnTo>
                    <a:pt x="670560" y="4737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6" name="Google Shape;1895;p149">
              <a:extLst>
                <a:ext uri="{FF2B5EF4-FFF2-40B4-BE49-F238E27FC236}">
                  <a16:creationId xmlns:a16="http://schemas.microsoft.com/office/drawing/2014/main" id="{A737F445-D9FD-4562-BFB7-59805DAF6707}"/>
                </a:ext>
              </a:extLst>
            </p:cNvPr>
            <p:cNvSpPr/>
            <p:nvPr/>
          </p:nvSpPr>
          <p:spPr>
            <a:xfrm>
              <a:off x="8916554" y="4483"/>
              <a:ext cx="617753" cy="824890"/>
            </a:xfrm>
            <a:custGeom>
              <a:avLst/>
              <a:gdLst/>
              <a:ahLst/>
              <a:cxnLst/>
              <a:rect l="l" t="t" r="r" b="b"/>
              <a:pathLst>
                <a:path w="680720" h="934719" extrusionOk="0">
                  <a:moveTo>
                    <a:pt x="680719" y="0"/>
                  </a:moveTo>
                  <a:lnTo>
                    <a:pt x="0" y="473710"/>
                  </a:lnTo>
                  <a:lnTo>
                    <a:pt x="0" y="934720"/>
                  </a:lnTo>
                  <a:lnTo>
                    <a:pt x="680719" y="473710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7" name="Google Shape;1896;p149">
              <a:extLst>
                <a:ext uri="{FF2B5EF4-FFF2-40B4-BE49-F238E27FC236}">
                  <a16:creationId xmlns:a16="http://schemas.microsoft.com/office/drawing/2014/main" id="{539B9B30-E99A-4549-9737-A2038B9DC5AF}"/>
                </a:ext>
              </a:extLst>
            </p:cNvPr>
            <p:cNvSpPr/>
            <p:nvPr/>
          </p:nvSpPr>
          <p:spPr>
            <a:xfrm>
              <a:off x="7009244" y="0"/>
              <a:ext cx="1240117" cy="407962"/>
            </a:xfrm>
            <a:custGeom>
              <a:avLst/>
              <a:gdLst/>
              <a:ahLst/>
              <a:cxnLst/>
              <a:rect l="l" t="t" r="r" b="b"/>
              <a:pathLst>
                <a:path w="1366520" h="462280" extrusionOk="0">
                  <a:moveTo>
                    <a:pt x="0" y="0"/>
                  </a:moveTo>
                  <a:lnTo>
                    <a:pt x="685070" y="462279"/>
                  </a:lnTo>
                  <a:lnTo>
                    <a:pt x="1366344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8" name="Google Shape;1897;p149">
              <a:extLst>
                <a:ext uri="{FF2B5EF4-FFF2-40B4-BE49-F238E27FC236}">
                  <a16:creationId xmlns:a16="http://schemas.microsoft.com/office/drawing/2014/main" id="{5C994CCB-2A70-4496-97F8-4759BDC83588}"/>
                </a:ext>
              </a:extLst>
            </p:cNvPr>
            <p:cNvSpPr/>
            <p:nvPr/>
          </p:nvSpPr>
          <p:spPr>
            <a:xfrm>
              <a:off x="7006851" y="1"/>
              <a:ext cx="626973" cy="802474"/>
            </a:xfrm>
            <a:custGeom>
              <a:avLst/>
              <a:gdLst/>
              <a:ahLst/>
              <a:cxnLst/>
              <a:rect l="l" t="t" r="r" b="b"/>
              <a:pathLst>
                <a:path w="690879" h="909319" extrusionOk="0">
                  <a:moveTo>
                    <a:pt x="0" y="0"/>
                  </a:moveTo>
                  <a:lnTo>
                    <a:pt x="0" y="456565"/>
                  </a:lnTo>
                  <a:lnTo>
                    <a:pt x="690879" y="909320"/>
                  </a:lnTo>
                  <a:lnTo>
                    <a:pt x="690879" y="456565"/>
                  </a:lnTo>
                  <a:lnTo>
                    <a:pt x="7602" y="0"/>
                  </a:lnTo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9" name="Google Shape;1898;p149">
              <a:extLst>
                <a:ext uri="{FF2B5EF4-FFF2-40B4-BE49-F238E27FC236}">
                  <a16:creationId xmlns:a16="http://schemas.microsoft.com/office/drawing/2014/main" id="{4B7C9373-19C5-4A18-B9AE-91295B24B315}"/>
                </a:ext>
              </a:extLst>
            </p:cNvPr>
            <p:cNvSpPr/>
            <p:nvPr/>
          </p:nvSpPr>
          <p:spPr>
            <a:xfrm>
              <a:off x="7634193" y="1"/>
              <a:ext cx="617753" cy="802474"/>
            </a:xfrm>
            <a:custGeom>
              <a:avLst/>
              <a:gdLst/>
              <a:ahLst/>
              <a:cxnLst/>
              <a:rect l="l" t="t" r="r" b="b"/>
              <a:pathLst>
                <a:path w="680720" h="909319" extrusionOk="0">
                  <a:moveTo>
                    <a:pt x="673229" y="0"/>
                  </a:moveTo>
                  <a:lnTo>
                    <a:pt x="0" y="456565"/>
                  </a:lnTo>
                  <a:lnTo>
                    <a:pt x="0" y="909320"/>
                  </a:lnTo>
                  <a:lnTo>
                    <a:pt x="680720" y="456565"/>
                  </a:lnTo>
                  <a:lnTo>
                    <a:pt x="680720" y="0"/>
                  </a:lnTo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0" name="Google Shape;1899;p149">
              <a:extLst>
                <a:ext uri="{FF2B5EF4-FFF2-40B4-BE49-F238E27FC236}">
                  <a16:creationId xmlns:a16="http://schemas.microsoft.com/office/drawing/2014/main" id="{C73C8A9D-D0D9-4E46-B012-BE91E59C141E}"/>
                </a:ext>
              </a:extLst>
            </p:cNvPr>
            <p:cNvSpPr/>
            <p:nvPr/>
          </p:nvSpPr>
          <p:spPr>
            <a:xfrm>
              <a:off x="8270760" y="865093"/>
              <a:ext cx="617753" cy="860755"/>
            </a:xfrm>
            <a:custGeom>
              <a:avLst/>
              <a:gdLst/>
              <a:ahLst/>
              <a:cxnLst/>
              <a:rect l="l" t="t" r="r" b="b"/>
              <a:pathLst>
                <a:path w="680720" h="975360" extrusionOk="0">
                  <a:moveTo>
                    <a:pt x="680719" y="0"/>
                  </a:moveTo>
                  <a:lnTo>
                    <a:pt x="0" y="474852"/>
                  </a:lnTo>
                  <a:lnTo>
                    <a:pt x="0" y="975359"/>
                  </a:lnTo>
                  <a:lnTo>
                    <a:pt x="680719" y="474852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1" name="Google Shape;1900;p149">
              <a:extLst>
                <a:ext uri="{FF2B5EF4-FFF2-40B4-BE49-F238E27FC236}">
                  <a16:creationId xmlns:a16="http://schemas.microsoft.com/office/drawing/2014/main" id="{0FC64199-3478-4940-9D52-AA2F9338C13E}"/>
                </a:ext>
              </a:extLst>
            </p:cNvPr>
            <p:cNvSpPr/>
            <p:nvPr/>
          </p:nvSpPr>
          <p:spPr>
            <a:xfrm>
              <a:off x="7643418" y="434787"/>
              <a:ext cx="1244727" cy="851789"/>
            </a:xfrm>
            <a:custGeom>
              <a:avLst/>
              <a:gdLst/>
              <a:ahLst/>
              <a:cxnLst/>
              <a:rect l="l" t="t" r="r" b="b"/>
              <a:pathLst>
                <a:path w="1371600" h="965200" extrusionOk="0">
                  <a:moveTo>
                    <a:pt x="0" y="471678"/>
                  </a:moveTo>
                  <a:lnTo>
                    <a:pt x="694690" y="965200"/>
                  </a:lnTo>
                  <a:lnTo>
                    <a:pt x="1371600" y="490982"/>
                  </a:lnTo>
                  <a:lnTo>
                    <a:pt x="694690" y="0"/>
                  </a:lnTo>
                  <a:lnTo>
                    <a:pt x="0" y="471678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2" name="Google Shape;1901;p149">
              <a:extLst>
                <a:ext uri="{FF2B5EF4-FFF2-40B4-BE49-F238E27FC236}">
                  <a16:creationId xmlns:a16="http://schemas.microsoft.com/office/drawing/2014/main" id="{95F3E51F-DD19-40ED-A297-D56AF55188B3}"/>
                </a:ext>
              </a:extLst>
            </p:cNvPr>
            <p:cNvSpPr/>
            <p:nvPr/>
          </p:nvSpPr>
          <p:spPr>
            <a:xfrm>
              <a:off x="7643418" y="847164"/>
              <a:ext cx="626973" cy="869721"/>
            </a:xfrm>
            <a:custGeom>
              <a:avLst/>
              <a:gdLst/>
              <a:ahLst/>
              <a:cxnLst/>
              <a:rect l="l" t="t" r="r" b="b"/>
              <a:pathLst>
                <a:path w="690879" h="985519" extrusionOk="0">
                  <a:moveTo>
                    <a:pt x="2540" y="0"/>
                  </a:moveTo>
                  <a:lnTo>
                    <a:pt x="0" y="492759"/>
                  </a:lnTo>
                  <a:lnTo>
                    <a:pt x="690880" y="985519"/>
                  </a:lnTo>
                  <a:lnTo>
                    <a:pt x="690880" y="492759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3" name="Google Shape;1902;p149">
              <a:extLst>
                <a:ext uri="{FF2B5EF4-FFF2-40B4-BE49-F238E27FC236}">
                  <a16:creationId xmlns:a16="http://schemas.microsoft.com/office/drawing/2014/main" id="{BD642DE4-99B9-4857-8868-E5568E0F77AC}"/>
                </a:ext>
              </a:extLst>
            </p:cNvPr>
            <p:cNvSpPr/>
            <p:nvPr/>
          </p:nvSpPr>
          <p:spPr>
            <a:xfrm>
              <a:off x="8953456" y="875740"/>
              <a:ext cx="954290" cy="419730"/>
            </a:xfrm>
            <a:custGeom>
              <a:avLst/>
              <a:gdLst/>
              <a:ahLst/>
              <a:cxnLst/>
              <a:rect l="l" t="t" r="r" b="b"/>
              <a:pathLst>
                <a:path w="1051559" h="475615" extrusionOk="0">
                  <a:moveTo>
                    <a:pt x="0" y="0"/>
                  </a:moveTo>
                  <a:lnTo>
                    <a:pt x="671829" y="475615"/>
                  </a:lnTo>
                  <a:lnTo>
                    <a:pt x="1051560" y="216191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4" name="Google Shape;1903;p149">
              <a:extLst>
                <a:ext uri="{FF2B5EF4-FFF2-40B4-BE49-F238E27FC236}">
                  <a16:creationId xmlns:a16="http://schemas.microsoft.com/office/drawing/2014/main" id="{D33259B6-5562-4366-90EB-F4D6757544B1}"/>
                </a:ext>
              </a:extLst>
            </p:cNvPr>
            <p:cNvSpPr/>
            <p:nvPr/>
          </p:nvSpPr>
          <p:spPr>
            <a:xfrm>
              <a:off x="8953456" y="452718"/>
              <a:ext cx="954290" cy="423093"/>
            </a:xfrm>
            <a:custGeom>
              <a:avLst/>
              <a:gdLst/>
              <a:ahLst/>
              <a:cxnLst/>
              <a:rect l="l" t="t" r="r" b="b"/>
              <a:pathLst>
                <a:path w="1051559" h="479425" extrusionOk="0">
                  <a:moveTo>
                    <a:pt x="1051560" y="272285"/>
                  </a:moveTo>
                  <a:lnTo>
                    <a:pt x="678179" y="0"/>
                  </a:lnTo>
                  <a:lnTo>
                    <a:pt x="0" y="479425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5" name="Google Shape;1904;p149">
              <a:extLst>
                <a:ext uri="{FF2B5EF4-FFF2-40B4-BE49-F238E27FC236}">
                  <a16:creationId xmlns:a16="http://schemas.microsoft.com/office/drawing/2014/main" id="{95DBEB3A-AD3C-4104-B627-F2030C8A4B8A}"/>
                </a:ext>
              </a:extLst>
            </p:cNvPr>
            <p:cNvSpPr/>
            <p:nvPr/>
          </p:nvSpPr>
          <p:spPr>
            <a:xfrm>
              <a:off x="8944229" y="874059"/>
              <a:ext cx="617753" cy="833857"/>
            </a:xfrm>
            <a:custGeom>
              <a:avLst/>
              <a:gdLst/>
              <a:ahLst/>
              <a:cxnLst/>
              <a:rect l="l" t="t" r="r" b="b"/>
              <a:pathLst>
                <a:path w="680720" h="944880" extrusionOk="0">
                  <a:moveTo>
                    <a:pt x="2539" y="0"/>
                  </a:moveTo>
                  <a:lnTo>
                    <a:pt x="0" y="473710"/>
                  </a:lnTo>
                  <a:lnTo>
                    <a:pt x="675639" y="944879"/>
                  </a:lnTo>
                  <a:lnTo>
                    <a:pt x="680720" y="480187"/>
                  </a:lnTo>
                  <a:lnTo>
                    <a:pt x="253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6" name="Google Shape;1905;p149">
              <a:extLst>
                <a:ext uri="{FF2B5EF4-FFF2-40B4-BE49-F238E27FC236}">
                  <a16:creationId xmlns:a16="http://schemas.microsoft.com/office/drawing/2014/main" id="{B5C9D5C6-758A-4703-BE3E-3EB9DC1D20AB}"/>
                </a:ext>
              </a:extLst>
            </p:cNvPr>
            <p:cNvSpPr/>
            <p:nvPr/>
          </p:nvSpPr>
          <p:spPr>
            <a:xfrm>
              <a:off x="9562346" y="1066703"/>
              <a:ext cx="345757" cy="641644"/>
            </a:xfrm>
            <a:custGeom>
              <a:avLst/>
              <a:gdLst/>
              <a:ahLst/>
              <a:cxnLst/>
              <a:rect l="l" t="t" r="r" b="b"/>
              <a:pathLst>
                <a:path w="381000" h="727075" extrusionOk="0">
                  <a:moveTo>
                    <a:pt x="381000" y="0"/>
                  </a:moveTo>
                  <a:lnTo>
                    <a:pt x="5079" y="261094"/>
                  </a:lnTo>
                  <a:lnTo>
                    <a:pt x="0" y="726549"/>
                  </a:lnTo>
                  <a:lnTo>
                    <a:pt x="381000" y="468213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C9308671-853D-42A6-AE09-E1AD006D9CDF}"/>
              </a:ext>
            </a:extLst>
          </p:cNvPr>
          <p:cNvSpPr txBox="1"/>
          <p:nvPr userDrawn="1"/>
        </p:nvSpPr>
        <p:spPr>
          <a:xfrm>
            <a:off x="7501003" y="6594281"/>
            <a:ext cx="4064000" cy="203133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lvl="0" indent="0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1pPr>
            <a:lvl2pPr marL="284400" lvl="1" indent="-17280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2pPr>
            <a:lvl3pPr marL="511200" lvl="2" indent="-16560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3pPr>
            <a:lvl4pPr marL="0" lvl="3" indent="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2000">
                <a:solidFill>
                  <a:schemeClr val="tx2"/>
                </a:solidFill>
                <a:sym typeface="Trebuchet MS" panose="020B0603020202020204" pitchFamily="34" charset="0"/>
              </a:defRPr>
            </a:lvl4pPr>
            <a:lvl5pPr marL="0" lvl="4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2000" b="1" smtClean="0">
                <a:solidFill>
                  <a:schemeClr val="tx1"/>
                </a:solidFill>
                <a:sym typeface="Trebuchet MS" panose="020B0603020202020204" pitchFamily="34" charset="0"/>
              </a:defRPr>
            </a:lvl5pPr>
            <a:lvl6pPr marL="269875" lvl="5" indent="-152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2000" smtClean="0">
                <a:solidFill>
                  <a:schemeClr val="tx1"/>
                </a:solidFill>
                <a:sym typeface="Trebuchet MS" panose="020B0603020202020204" pitchFamily="34" charset="0"/>
              </a:defRPr>
            </a:lvl6pPr>
            <a:lvl7pPr marL="0" lvl="6" indent="0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5400" baseline="0" smtClean="0">
                <a:solidFill>
                  <a:schemeClr val="tx1"/>
                </a:solidFill>
                <a:sym typeface="Trebuchet MS" panose="020B0603020202020204" pitchFamily="34" charset="0"/>
              </a:defRPr>
            </a:lvl7pPr>
            <a:lvl8pPr marL="0" lvl="7" indent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6600" baseline="0" smtClean="0">
                <a:solidFill>
                  <a:schemeClr val="tx2"/>
                </a:solidFill>
                <a:sym typeface="Trebuchet MS" panose="020B0603020202020204" pitchFamily="34" charset="0"/>
              </a:defRPr>
            </a:lvl8pPr>
            <a:lvl9pPr marL="0" lvl="8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3200" baseline="0" dirty="0">
                <a:solidFill>
                  <a:schemeClr val="tx2"/>
                </a:solidFill>
                <a:sym typeface="Trebuchet MS" panose="020B0603020202020204" pitchFamily="34" charset="0"/>
              </a:defRPr>
            </a:lvl9pPr>
          </a:lstStyle>
          <a:p>
            <a:pPr algn="r">
              <a:buNone/>
            </a:pPr>
            <a:r>
              <a:rPr lang="en-US" sz="1200" b="1">
                <a:solidFill>
                  <a:schemeClr val="tx1"/>
                </a:solidFill>
              </a:rPr>
              <a:t>CONFIDENTIAL – NOT TO BE DISTRIBUTED </a:t>
            </a:r>
          </a:p>
        </p:txBody>
      </p:sp>
    </p:spTree>
    <p:extLst>
      <p:ext uri="{BB962C8B-B14F-4D97-AF65-F5344CB8AC3E}">
        <p14:creationId xmlns:p14="http://schemas.microsoft.com/office/powerpoint/2010/main" val="3729808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half">
    <p:bg bwMode="grayWhite">
      <p:bgPr>
        <a:gradFill>
          <a:gsLst>
            <a:gs pos="100000">
              <a:srgbClr val="073B16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DD3ACB9-FA44-4CB0-91D8-40C8C01E5D1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422018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1" imgH="363" progId="TCLayout.ActiveDocument.1">
                  <p:embed/>
                </p:oleObj>
              </mc:Choice>
              <mc:Fallback>
                <p:oleObj name="think-cell Slide" r:id="rId3" imgW="351" imgH="36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DD3ACB9-FA44-4CB0-91D8-40C8C01E5D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5689582" y="0"/>
            <a:ext cx="416951" cy="6858000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2F2F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en-US" sz="1600">
              <a:solidFill>
                <a:schemeClr val="bg1"/>
              </a:solidFill>
              <a:sym typeface="Trebuchet MS" panose="020B0603020202020204" pitchFamily="34" charset="0"/>
            </a:endParaRPr>
          </a:p>
        </p:txBody>
      </p:sp>
      <p:sp>
        <p:nvSpPr>
          <p:cNvPr id="13" name="Picture Placeholder 18"/>
          <p:cNvSpPr>
            <a:spLocks noGrp="1"/>
          </p:cNvSpPr>
          <p:nvPr>
            <p:ph type="pic" sz="quarter" idx="14" hasCustomPrompt="1"/>
          </p:nvPr>
        </p:nvSpPr>
        <p:spPr>
          <a:xfrm>
            <a:off x="6092023" y="0"/>
            <a:ext cx="6099977" cy="6858000"/>
          </a:xfrm>
          <a:prstGeom prst="rect">
            <a:avLst/>
          </a:prstGeom>
          <a:noFill/>
        </p:spPr>
        <p:txBody>
          <a:bodyPr lIns="914400" tIns="914400" rIns="914400" bIns="914400"/>
          <a:lstStyle>
            <a:lvl1pPr algn="ctr">
              <a:defRPr sz="1800" baseline="0"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icon below to insert an image or remove this placeholder to use the whitespace in another way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 bwMode="black">
          <a:xfrm>
            <a:off x="756745" y="1785600"/>
            <a:ext cx="4261655" cy="3286800"/>
          </a:xfrm>
          <a:prstGeom prst="rect">
            <a:avLst/>
          </a:prstGeom>
          <a:noFill/>
        </p:spPr>
        <p:txBody>
          <a:bodyPr vert="horz" wrap="square" lIns="0" tIns="0" rIns="320040" bIns="0" anchor="ctr">
            <a:noAutofit/>
          </a:bodyPr>
          <a:lstStyle>
            <a:lvl1pPr>
              <a:defRPr sz="5400" b="1"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kern="120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6" name="Date Placeholder 2"/>
          <p:cNvSpPr>
            <a:spLocks noGrp="1"/>
          </p:cNvSpPr>
          <p:nvPr>
            <p:ph type="dt" sz="half" idx="15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grpSp>
        <p:nvGrpSpPr>
          <p:cNvPr id="9" name="Google Shape;1892;p149">
            <a:extLst>
              <a:ext uri="{FF2B5EF4-FFF2-40B4-BE49-F238E27FC236}">
                <a16:creationId xmlns:a16="http://schemas.microsoft.com/office/drawing/2014/main" id="{FF5D0B8D-6363-4E55-8331-3C5738D24A69}"/>
              </a:ext>
            </a:extLst>
          </p:cNvPr>
          <p:cNvGrpSpPr/>
          <p:nvPr userDrawn="1"/>
        </p:nvGrpSpPr>
        <p:grpSpPr>
          <a:xfrm>
            <a:off x="10019832" y="-28841"/>
            <a:ext cx="2172168" cy="1289899"/>
            <a:chOff x="7006851" y="0"/>
            <a:chExt cx="2901252" cy="1725848"/>
          </a:xfrm>
        </p:grpSpPr>
        <p:sp>
          <p:nvSpPr>
            <p:cNvPr id="10" name="Google Shape;1893;p149">
              <a:extLst>
                <a:ext uri="{FF2B5EF4-FFF2-40B4-BE49-F238E27FC236}">
                  <a16:creationId xmlns:a16="http://schemas.microsoft.com/office/drawing/2014/main" id="{42D93CCD-F2C5-4401-9A48-DBB5F4BA0D12}"/>
                </a:ext>
              </a:extLst>
            </p:cNvPr>
            <p:cNvSpPr/>
            <p:nvPr/>
          </p:nvSpPr>
          <p:spPr>
            <a:xfrm>
              <a:off x="8307663" y="0"/>
              <a:ext cx="1226286" cy="416928"/>
            </a:xfrm>
            <a:custGeom>
              <a:avLst/>
              <a:gdLst/>
              <a:ahLst/>
              <a:cxnLst/>
              <a:rect l="l" t="t" r="r" b="b"/>
              <a:pathLst>
                <a:path w="1351279" h="472440" extrusionOk="0">
                  <a:moveTo>
                    <a:pt x="0" y="1904"/>
                  </a:moveTo>
                  <a:lnTo>
                    <a:pt x="675640" y="472440"/>
                  </a:lnTo>
                  <a:lnTo>
                    <a:pt x="1351279" y="1904"/>
                  </a:lnTo>
                  <a:lnTo>
                    <a:pt x="1348623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7" name="Google Shape;1894;p149">
              <a:extLst>
                <a:ext uri="{FF2B5EF4-FFF2-40B4-BE49-F238E27FC236}">
                  <a16:creationId xmlns:a16="http://schemas.microsoft.com/office/drawing/2014/main" id="{63030B95-6704-452D-A3DE-198831B03D94}"/>
                </a:ext>
              </a:extLst>
            </p:cNvPr>
            <p:cNvSpPr/>
            <p:nvPr/>
          </p:nvSpPr>
          <p:spPr>
            <a:xfrm>
              <a:off x="8307663" y="4483"/>
              <a:ext cx="608532" cy="824890"/>
            </a:xfrm>
            <a:custGeom>
              <a:avLst/>
              <a:gdLst/>
              <a:ahLst/>
              <a:cxnLst/>
              <a:rect l="l" t="t" r="r" b="b"/>
              <a:pathLst>
                <a:path w="670559" h="934719" extrusionOk="0">
                  <a:moveTo>
                    <a:pt x="0" y="0"/>
                  </a:moveTo>
                  <a:lnTo>
                    <a:pt x="0" y="473710"/>
                  </a:lnTo>
                  <a:lnTo>
                    <a:pt x="670560" y="934720"/>
                  </a:lnTo>
                  <a:lnTo>
                    <a:pt x="670560" y="4737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8" name="Google Shape;1895;p149">
              <a:extLst>
                <a:ext uri="{FF2B5EF4-FFF2-40B4-BE49-F238E27FC236}">
                  <a16:creationId xmlns:a16="http://schemas.microsoft.com/office/drawing/2014/main" id="{A737F445-D9FD-4562-BFB7-59805DAF6707}"/>
                </a:ext>
              </a:extLst>
            </p:cNvPr>
            <p:cNvSpPr/>
            <p:nvPr/>
          </p:nvSpPr>
          <p:spPr>
            <a:xfrm>
              <a:off x="8916554" y="4483"/>
              <a:ext cx="617753" cy="824890"/>
            </a:xfrm>
            <a:custGeom>
              <a:avLst/>
              <a:gdLst/>
              <a:ahLst/>
              <a:cxnLst/>
              <a:rect l="l" t="t" r="r" b="b"/>
              <a:pathLst>
                <a:path w="680720" h="934719" extrusionOk="0">
                  <a:moveTo>
                    <a:pt x="680719" y="0"/>
                  </a:moveTo>
                  <a:lnTo>
                    <a:pt x="0" y="473710"/>
                  </a:lnTo>
                  <a:lnTo>
                    <a:pt x="0" y="934720"/>
                  </a:lnTo>
                  <a:lnTo>
                    <a:pt x="680719" y="473710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9" name="Google Shape;1896;p149">
              <a:extLst>
                <a:ext uri="{FF2B5EF4-FFF2-40B4-BE49-F238E27FC236}">
                  <a16:creationId xmlns:a16="http://schemas.microsoft.com/office/drawing/2014/main" id="{539B9B30-E99A-4549-9737-A2038B9DC5AF}"/>
                </a:ext>
              </a:extLst>
            </p:cNvPr>
            <p:cNvSpPr/>
            <p:nvPr/>
          </p:nvSpPr>
          <p:spPr>
            <a:xfrm>
              <a:off x="7009244" y="0"/>
              <a:ext cx="1240117" cy="407962"/>
            </a:xfrm>
            <a:custGeom>
              <a:avLst/>
              <a:gdLst/>
              <a:ahLst/>
              <a:cxnLst/>
              <a:rect l="l" t="t" r="r" b="b"/>
              <a:pathLst>
                <a:path w="1366520" h="462280" extrusionOk="0">
                  <a:moveTo>
                    <a:pt x="0" y="0"/>
                  </a:moveTo>
                  <a:lnTo>
                    <a:pt x="685070" y="462279"/>
                  </a:lnTo>
                  <a:lnTo>
                    <a:pt x="1366344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0" name="Google Shape;1897;p149">
              <a:extLst>
                <a:ext uri="{FF2B5EF4-FFF2-40B4-BE49-F238E27FC236}">
                  <a16:creationId xmlns:a16="http://schemas.microsoft.com/office/drawing/2014/main" id="{5C994CCB-2A70-4496-97F8-4759BDC83588}"/>
                </a:ext>
              </a:extLst>
            </p:cNvPr>
            <p:cNvSpPr/>
            <p:nvPr/>
          </p:nvSpPr>
          <p:spPr>
            <a:xfrm>
              <a:off x="7006851" y="1"/>
              <a:ext cx="626973" cy="802474"/>
            </a:xfrm>
            <a:custGeom>
              <a:avLst/>
              <a:gdLst/>
              <a:ahLst/>
              <a:cxnLst/>
              <a:rect l="l" t="t" r="r" b="b"/>
              <a:pathLst>
                <a:path w="690879" h="909319" extrusionOk="0">
                  <a:moveTo>
                    <a:pt x="0" y="0"/>
                  </a:moveTo>
                  <a:lnTo>
                    <a:pt x="0" y="456565"/>
                  </a:lnTo>
                  <a:lnTo>
                    <a:pt x="690879" y="909320"/>
                  </a:lnTo>
                  <a:lnTo>
                    <a:pt x="690879" y="456565"/>
                  </a:lnTo>
                  <a:lnTo>
                    <a:pt x="7602" y="0"/>
                  </a:lnTo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1" name="Google Shape;1898;p149">
              <a:extLst>
                <a:ext uri="{FF2B5EF4-FFF2-40B4-BE49-F238E27FC236}">
                  <a16:creationId xmlns:a16="http://schemas.microsoft.com/office/drawing/2014/main" id="{4B7C9373-19C5-4A18-B9AE-91295B24B315}"/>
                </a:ext>
              </a:extLst>
            </p:cNvPr>
            <p:cNvSpPr/>
            <p:nvPr/>
          </p:nvSpPr>
          <p:spPr>
            <a:xfrm>
              <a:off x="7634193" y="1"/>
              <a:ext cx="617753" cy="802474"/>
            </a:xfrm>
            <a:custGeom>
              <a:avLst/>
              <a:gdLst/>
              <a:ahLst/>
              <a:cxnLst/>
              <a:rect l="l" t="t" r="r" b="b"/>
              <a:pathLst>
                <a:path w="680720" h="909319" extrusionOk="0">
                  <a:moveTo>
                    <a:pt x="673229" y="0"/>
                  </a:moveTo>
                  <a:lnTo>
                    <a:pt x="0" y="456565"/>
                  </a:lnTo>
                  <a:lnTo>
                    <a:pt x="0" y="909320"/>
                  </a:lnTo>
                  <a:lnTo>
                    <a:pt x="680720" y="456565"/>
                  </a:lnTo>
                  <a:lnTo>
                    <a:pt x="680720" y="0"/>
                  </a:lnTo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2" name="Google Shape;1899;p149">
              <a:extLst>
                <a:ext uri="{FF2B5EF4-FFF2-40B4-BE49-F238E27FC236}">
                  <a16:creationId xmlns:a16="http://schemas.microsoft.com/office/drawing/2014/main" id="{C73C8A9D-D0D9-4E46-B012-BE91E59C141E}"/>
                </a:ext>
              </a:extLst>
            </p:cNvPr>
            <p:cNvSpPr/>
            <p:nvPr/>
          </p:nvSpPr>
          <p:spPr>
            <a:xfrm>
              <a:off x="8270760" y="865093"/>
              <a:ext cx="617753" cy="860755"/>
            </a:xfrm>
            <a:custGeom>
              <a:avLst/>
              <a:gdLst/>
              <a:ahLst/>
              <a:cxnLst/>
              <a:rect l="l" t="t" r="r" b="b"/>
              <a:pathLst>
                <a:path w="680720" h="975360" extrusionOk="0">
                  <a:moveTo>
                    <a:pt x="680719" y="0"/>
                  </a:moveTo>
                  <a:lnTo>
                    <a:pt x="0" y="474852"/>
                  </a:lnTo>
                  <a:lnTo>
                    <a:pt x="0" y="975359"/>
                  </a:lnTo>
                  <a:lnTo>
                    <a:pt x="680719" y="474852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3" name="Google Shape;1900;p149">
              <a:extLst>
                <a:ext uri="{FF2B5EF4-FFF2-40B4-BE49-F238E27FC236}">
                  <a16:creationId xmlns:a16="http://schemas.microsoft.com/office/drawing/2014/main" id="{0FC64199-3478-4940-9D52-AA2F9338C13E}"/>
                </a:ext>
              </a:extLst>
            </p:cNvPr>
            <p:cNvSpPr/>
            <p:nvPr/>
          </p:nvSpPr>
          <p:spPr>
            <a:xfrm>
              <a:off x="7643418" y="434787"/>
              <a:ext cx="1244727" cy="851789"/>
            </a:xfrm>
            <a:custGeom>
              <a:avLst/>
              <a:gdLst/>
              <a:ahLst/>
              <a:cxnLst/>
              <a:rect l="l" t="t" r="r" b="b"/>
              <a:pathLst>
                <a:path w="1371600" h="965200" extrusionOk="0">
                  <a:moveTo>
                    <a:pt x="0" y="471678"/>
                  </a:moveTo>
                  <a:lnTo>
                    <a:pt x="694690" y="965200"/>
                  </a:lnTo>
                  <a:lnTo>
                    <a:pt x="1371600" y="490982"/>
                  </a:lnTo>
                  <a:lnTo>
                    <a:pt x="694690" y="0"/>
                  </a:lnTo>
                  <a:lnTo>
                    <a:pt x="0" y="471678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4" name="Google Shape;1901;p149">
              <a:extLst>
                <a:ext uri="{FF2B5EF4-FFF2-40B4-BE49-F238E27FC236}">
                  <a16:creationId xmlns:a16="http://schemas.microsoft.com/office/drawing/2014/main" id="{95F3E51F-DD19-40ED-A297-D56AF55188B3}"/>
                </a:ext>
              </a:extLst>
            </p:cNvPr>
            <p:cNvSpPr/>
            <p:nvPr/>
          </p:nvSpPr>
          <p:spPr>
            <a:xfrm>
              <a:off x="7643418" y="847164"/>
              <a:ext cx="626973" cy="869721"/>
            </a:xfrm>
            <a:custGeom>
              <a:avLst/>
              <a:gdLst/>
              <a:ahLst/>
              <a:cxnLst/>
              <a:rect l="l" t="t" r="r" b="b"/>
              <a:pathLst>
                <a:path w="690879" h="985519" extrusionOk="0">
                  <a:moveTo>
                    <a:pt x="2540" y="0"/>
                  </a:moveTo>
                  <a:lnTo>
                    <a:pt x="0" y="492759"/>
                  </a:lnTo>
                  <a:lnTo>
                    <a:pt x="690880" y="985519"/>
                  </a:lnTo>
                  <a:lnTo>
                    <a:pt x="690880" y="492759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5" name="Google Shape;1902;p149">
              <a:extLst>
                <a:ext uri="{FF2B5EF4-FFF2-40B4-BE49-F238E27FC236}">
                  <a16:creationId xmlns:a16="http://schemas.microsoft.com/office/drawing/2014/main" id="{BD642DE4-99B9-4857-8868-E5568E0F77AC}"/>
                </a:ext>
              </a:extLst>
            </p:cNvPr>
            <p:cNvSpPr/>
            <p:nvPr/>
          </p:nvSpPr>
          <p:spPr>
            <a:xfrm>
              <a:off x="8953456" y="875740"/>
              <a:ext cx="954290" cy="419730"/>
            </a:xfrm>
            <a:custGeom>
              <a:avLst/>
              <a:gdLst/>
              <a:ahLst/>
              <a:cxnLst/>
              <a:rect l="l" t="t" r="r" b="b"/>
              <a:pathLst>
                <a:path w="1051559" h="475615" extrusionOk="0">
                  <a:moveTo>
                    <a:pt x="0" y="0"/>
                  </a:moveTo>
                  <a:lnTo>
                    <a:pt x="671829" y="475615"/>
                  </a:lnTo>
                  <a:lnTo>
                    <a:pt x="1051560" y="216191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6" name="Google Shape;1903;p149">
              <a:extLst>
                <a:ext uri="{FF2B5EF4-FFF2-40B4-BE49-F238E27FC236}">
                  <a16:creationId xmlns:a16="http://schemas.microsoft.com/office/drawing/2014/main" id="{D33259B6-5562-4366-90EB-F4D6757544B1}"/>
                </a:ext>
              </a:extLst>
            </p:cNvPr>
            <p:cNvSpPr/>
            <p:nvPr/>
          </p:nvSpPr>
          <p:spPr>
            <a:xfrm>
              <a:off x="8953456" y="452718"/>
              <a:ext cx="954290" cy="423093"/>
            </a:xfrm>
            <a:custGeom>
              <a:avLst/>
              <a:gdLst/>
              <a:ahLst/>
              <a:cxnLst/>
              <a:rect l="l" t="t" r="r" b="b"/>
              <a:pathLst>
                <a:path w="1051559" h="479425" extrusionOk="0">
                  <a:moveTo>
                    <a:pt x="1051560" y="272285"/>
                  </a:moveTo>
                  <a:lnTo>
                    <a:pt x="678179" y="0"/>
                  </a:lnTo>
                  <a:lnTo>
                    <a:pt x="0" y="479425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7" name="Google Shape;1904;p149">
              <a:extLst>
                <a:ext uri="{FF2B5EF4-FFF2-40B4-BE49-F238E27FC236}">
                  <a16:creationId xmlns:a16="http://schemas.microsoft.com/office/drawing/2014/main" id="{95DBEB3A-AD3C-4104-B627-F2030C8A4B8A}"/>
                </a:ext>
              </a:extLst>
            </p:cNvPr>
            <p:cNvSpPr/>
            <p:nvPr/>
          </p:nvSpPr>
          <p:spPr>
            <a:xfrm>
              <a:off x="8944229" y="874059"/>
              <a:ext cx="617753" cy="833857"/>
            </a:xfrm>
            <a:custGeom>
              <a:avLst/>
              <a:gdLst/>
              <a:ahLst/>
              <a:cxnLst/>
              <a:rect l="l" t="t" r="r" b="b"/>
              <a:pathLst>
                <a:path w="680720" h="944880" extrusionOk="0">
                  <a:moveTo>
                    <a:pt x="2539" y="0"/>
                  </a:moveTo>
                  <a:lnTo>
                    <a:pt x="0" y="473710"/>
                  </a:lnTo>
                  <a:lnTo>
                    <a:pt x="675639" y="944879"/>
                  </a:lnTo>
                  <a:lnTo>
                    <a:pt x="680720" y="480187"/>
                  </a:lnTo>
                  <a:lnTo>
                    <a:pt x="253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8" name="Google Shape;1905;p149">
              <a:extLst>
                <a:ext uri="{FF2B5EF4-FFF2-40B4-BE49-F238E27FC236}">
                  <a16:creationId xmlns:a16="http://schemas.microsoft.com/office/drawing/2014/main" id="{B5C9D5C6-758A-4703-BE3E-3EB9DC1D20AB}"/>
                </a:ext>
              </a:extLst>
            </p:cNvPr>
            <p:cNvSpPr/>
            <p:nvPr/>
          </p:nvSpPr>
          <p:spPr>
            <a:xfrm>
              <a:off x="9562346" y="1066703"/>
              <a:ext cx="345757" cy="641644"/>
            </a:xfrm>
            <a:custGeom>
              <a:avLst/>
              <a:gdLst/>
              <a:ahLst/>
              <a:cxnLst/>
              <a:rect l="l" t="t" r="r" b="b"/>
              <a:pathLst>
                <a:path w="381000" h="727075" extrusionOk="0">
                  <a:moveTo>
                    <a:pt x="381000" y="0"/>
                  </a:moveTo>
                  <a:lnTo>
                    <a:pt x="5079" y="261094"/>
                  </a:lnTo>
                  <a:lnTo>
                    <a:pt x="0" y="726549"/>
                  </a:lnTo>
                  <a:lnTo>
                    <a:pt x="381000" y="468213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0544EF53-4C1E-4DFB-81C5-052125DB425C}"/>
              </a:ext>
            </a:extLst>
          </p:cNvPr>
          <p:cNvSpPr txBox="1"/>
          <p:nvPr userDrawn="1"/>
        </p:nvSpPr>
        <p:spPr>
          <a:xfrm>
            <a:off x="7501003" y="6594281"/>
            <a:ext cx="4064000" cy="203133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lvl="0" indent="0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1pPr>
            <a:lvl2pPr marL="284400" lvl="1" indent="-17280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2pPr>
            <a:lvl3pPr marL="511200" lvl="2" indent="-16560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3pPr>
            <a:lvl4pPr marL="0" lvl="3" indent="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2000">
                <a:solidFill>
                  <a:schemeClr val="tx2"/>
                </a:solidFill>
                <a:sym typeface="Trebuchet MS" panose="020B0603020202020204" pitchFamily="34" charset="0"/>
              </a:defRPr>
            </a:lvl4pPr>
            <a:lvl5pPr marL="0" lvl="4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2000" b="1" smtClean="0">
                <a:solidFill>
                  <a:schemeClr val="tx1"/>
                </a:solidFill>
                <a:sym typeface="Trebuchet MS" panose="020B0603020202020204" pitchFamily="34" charset="0"/>
              </a:defRPr>
            </a:lvl5pPr>
            <a:lvl6pPr marL="269875" lvl="5" indent="-152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2000" smtClean="0">
                <a:solidFill>
                  <a:schemeClr val="tx1"/>
                </a:solidFill>
                <a:sym typeface="Trebuchet MS" panose="020B0603020202020204" pitchFamily="34" charset="0"/>
              </a:defRPr>
            </a:lvl6pPr>
            <a:lvl7pPr marL="0" lvl="6" indent="0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5400" baseline="0" smtClean="0">
                <a:solidFill>
                  <a:schemeClr val="tx1"/>
                </a:solidFill>
                <a:sym typeface="Trebuchet MS" panose="020B0603020202020204" pitchFamily="34" charset="0"/>
              </a:defRPr>
            </a:lvl7pPr>
            <a:lvl8pPr marL="0" lvl="7" indent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6600" baseline="0" smtClean="0">
                <a:solidFill>
                  <a:schemeClr val="tx2"/>
                </a:solidFill>
                <a:sym typeface="Trebuchet MS" panose="020B0603020202020204" pitchFamily="34" charset="0"/>
              </a:defRPr>
            </a:lvl8pPr>
            <a:lvl9pPr marL="0" lvl="8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3200" baseline="0" dirty="0">
                <a:solidFill>
                  <a:schemeClr val="tx2"/>
                </a:solidFill>
                <a:sym typeface="Trebuchet MS" panose="020B0603020202020204" pitchFamily="34" charset="0"/>
              </a:defRPr>
            </a:lvl9pPr>
          </a:lstStyle>
          <a:p>
            <a:pPr algn="r">
              <a:buNone/>
            </a:pPr>
            <a:r>
              <a:rPr lang="en-US" sz="1200" b="1">
                <a:solidFill>
                  <a:schemeClr val="tx1"/>
                </a:solidFill>
              </a:rPr>
              <a:t>CONFIDENTIAL – NOT TO BE DISTRIBUTED </a:t>
            </a:r>
          </a:p>
        </p:txBody>
      </p:sp>
    </p:spTree>
    <p:extLst>
      <p:ext uri="{BB962C8B-B14F-4D97-AF65-F5344CB8AC3E}">
        <p14:creationId xmlns:p14="http://schemas.microsoft.com/office/powerpoint/2010/main" val="588683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two third">
    <p:bg bwMode="grayWhite">
      <p:bgPr>
        <a:gradFill>
          <a:gsLst>
            <a:gs pos="100000">
              <a:srgbClr val="073B16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B01ABCD-71D8-4D2D-9137-102692DECDA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668110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1" imgH="363" progId="TCLayout.ActiveDocument.1">
                  <p:embed/>
                </p:oleObj>
              </mc:Choice>
              <mc:Fallback>
                <p:oleObj name="think-cell Slide" r:id="rId3" imgW="351" imgH="36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B01ABCD-71D8-4D2D-9137-102692DECD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7409849" y="0"/>
            <a:ext cx="416951" cy="6858000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 bwMode="gray">
          <a:xfrm>
            <a:off x="7819543" y="0"/>
            <a:ext cx="4372457" cy="6858000"/>
          </a:xfrm>
          <a:prstGeom prst="rect">
            <a:avLst/>
          </a:prstGeom>
          <a:solidFill>
            <a:srgbClr val="F2F2F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en-US" sz="1600">
              <a:solidFill>
                <a:schemeClr val="bg1"/>
              </a:solidFill>
              <a:sym typeface="Trebuchet MS" panose="020B0603020202020204" pitchFamily="34" charset="0"/>
            </a:endParaRPr>
          </a:p>
        </p:txBody>
      </p:sp>
      <p:sp>
        <p:nvSpPr>
          <p:cNvPr id="11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7820025" y="0"/>
            <a:ext cx="4371975" cy="6858000"/>
          </a:xfrm>
          <a:prstGeom prst="rect">
            <a:avLst/>
          </a:prstGeom>
          <a:noFill/>
        </p:spPr>
        <p:txBody>
          <a:bodyPr lIns="182880" tIns="914400" rIns="182880" bIns="914400"/>
          <a:lstStyle>
            <a:lvl1pPr algn="ctr"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icon below to insert an image or remove this placeholder to use the whitespace in another way</a:t>
            </a:r>
          </a:p>
        </p:txBody>
      </p:sp>
      <p:sp>
        <p:nvSpPr>
          <p:cNvPr id="12" name="Date Placeholder 2"/>
          <p:cNvSpPr>
            <a:spLocks noGrp="1"/>
          </p:cNvSpPr>
          <p:nvPr>
            <p:ph type="dt" sz="half" idx="1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756745" y="1804650"/>
            <a:ext cx="6120807" cy="3286800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5400" b="1"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kern="120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grpSp>
        <p:nvGrpSpPr>
          <p:cNvPr id="15" name="Google Shape;1892;p149">
            <a:extLst>
              <a:ext uri="{FF2B5EF4-FFF2-40B4-BE49-F238E27FC236}">
                <a16:creationId xmlns:a16="http://schemas.microsoft.com/office/drawing/2014/main" id="{FF5D0B8D-6363-4E55-8331-3C5738D24A69}"/>
              </a:ext>
            </a:extLst>
          </p:cNvPr>
          <p:cNvGrpSpPr/>
          <p:nvPr userDrawn="1"/>
        </p:nvGrpSpPr>
        <p:grpSpPr>
          <a:xfrm>
            <a:off x="10019832" y="-28841"/>
            <a:ext cx="2172168" cy="1289899"/>
            <a:chOff x="7006851" y="0"/>
            <a:chExt cx="2901252" cy="1725848"/>
          </a:xfrm>
        </p:grpSpPr>
        <p:sp>
          <p:nvSpPr>
            <p:cNvPr id="16" name="Google Shape;1893;p149">
              <a:extLst>
                <a:ext uri="{FF2B5EF4-FFF2-40B4-BE49-F238E27FC236}">
                  <a16:creationId xmlns:a16="http://schemas.microsoft.com/office/drawing/2014/main" id="{42D93CCD-F2C5-4401-9A48-DBB5F4BA0D12}"/>
                </a:ext>
              </a:extLst>
            </p:cNvPr>
            <p:cNvSpPr/>
            <p:nvPr/>
          </p:nvSpPr>
          <p:spPr>
            <a:xfrm>
              <a:off x="8307663" y="0"/>
              <a:ext cx="1226286" cy="416928"/>
            </a:xfrm>
            <a:custGeom>
              <a:avLst/>
              <a:gdLst/>
              <a:ahLst/>
              <a:cxnLst/>
              <a:rect l="l" t="t" r="r" b="b"/>
              <a:pathLst>
                <a:path w="1351279" h="472440" extrusionOk="0">
                  <a:moveTo>
                    <a:pt x="0" y="1904"/>
                  </a:moveTo>
                  <a:lnTo>
                    <a:pt x="675640" y="472440"/>
                  </a:lnTo>
                  <a:lnTo>
                    <a:pt x="1351279" y="1904"/>
                  </a:lnTo>
                  <a:lnTo>
                    <a:pt x="1348623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7" name="Google Shape;1894;p149">
              <a:extLst>
                <a:ext uri="{FF2B5EF4-FFF2-40B4-BE49-F238E27FC236}">
                  <a16:creationId xmlns:a16="http://schemas.microsoft.com/office/drawing/2014/main" id="{63030B95-6704-452D-A3DE-198831B03D94}"/>
                </a:ext>
              </a:extLst>
            </p:cNvPr>
            <p:cNvSpPr/>
            <p:nvPr/>
          </p:nvSpPr>
          <p:spPr>
            <a:xfrm>
              <a:off x="8307663" y="4483"/>
              <a:ext cx="608532" cy="824890"/>
            </a:xfrm>
            <a:custGeom>
              <a:avLst/>
              <a:gdLst/>
              <a:ahLst/>
              <a:cxnLst/>
              <a:rect l="l" t="t" r="r" b="b"/>
              <a:pathLst>
                <a:path w="670559" h="934719" extrusionOk="0">
                  <a:moveTo>
                    <a:pt x="0" y="0"/>
                  </a:moveTo>
                  <a:lnTo>
                    <a:pt x="0" y="473710"/>
                  </a:lnTo>
                  <a:lnTo>
                    <a:pt x="670560" y="934720"/>
                  </a:lnTo>
                  <a:lnTo>
                    <a:pt x="670560" y="4737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8" name="Google Shape;1895;p149">
              <a:extLst>
                <a:ext uri="{FF2B5EF4-FFF2-40B4-BE49-F238E27FC236}">
                  <a16:creationId xmlns:a16="http://schemas.microsoft.com/office/drawing/2014/main" id="{A737F445-D9FD-4562-BFB7-59805DAF6707}"/>
                </a:ext>
              </a:extLst>
            </p:cNvPr>
            <p:cNvSpPr/>
            <p:nvPr/>
          </p:nvSpPr>
          <p:spPr>
            <a:xfrm>
              <a:off x="8916554" y="4483"/>
              <a:ext cx="617753" cy="824890"/>
            </a:xfrm>
            <a:custGeom>
              <a:avLst/>
              <a:gdLst/>
              <a:ahLst/>
              <a:cxnLst/>
              <a:rect l="l" t="t" r="r" b="b"/>
              <a:pathLst>
                <a:path w="680720" h="934719" extrusionOk="0">
                  <a:moveTo>
                    <a:pt x="680719" y="0"/>
                  </a:moveTo>
                  <a:lnTo>
                    <a:pt x="0" y="473710"/>
                  </a:lnTo>
                  <a:lnTo>
                    <a:pt x="0" y="934720"/>
                  </a:lnTo>
                  <a:lnTo>
                    <a:pt x="680719" y="473710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9" name="Google Shape;1896;p149">
              <a:extLst>
                <a:ext uri="{FF2B5EF4-FFF2-40B4-BE49-F238E27FC236}">
                  <a16:creationId xmlns:a16="http://schemas.microsoft.com/office/drawing/2014/main" id="{539B9B30-E99A-4549-9737-A2038B9DC5AF}"/>
                </a:ext>
              </a:extLst>
            </p:cNvPr>
            <p:cNvSpPr/>
            <p:nvPr/>
          </p:nvSpPr>
          <p:spPr>
            <a:xfrm>
              <a:off x="7009244" y="0"/>
              <a:ext cx="1240117" cy="407962"/>
            </a:xfrm>
            <a:custGeom>
              <a:avLst/>
              <a:gdLst/>
              <a:ahLst/>
              <a:cxnLst/>
              <a:rect l="l" t="t" r="r" b="b"/>
              <a:pathLst>
                <a:path w="1366520" h="462280" extrusionOk="0">
                  <a:moveTo>
                    <a:pt x="0" y="0"/>
                  </a:moveTo>
                  <a:lnTo>
                    <a:pt x="685070" y="462279"/>
                  </a:lnTo>
                  <a:lnTo>
                    <a:pt x="1366344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0" name="Google Shape;1897;p149">
              <a:extLst>
                <a:ext uri="{FF2B5EF4-FFF2-40B4-BE49-F238E27FC236}">
                  <a16:creationId xmlns:a16="http://schemas.microsoft.com/office/drawing/2014/main" id="{5C994CCB-2A70-4496-97F8-4759BDC83588}"/>
                </a:ext>
              </a:extLst>
            </p:cNvPr>
            <p:cNvSpPr/>
            <p:nvPr/>
          </p:nvSpPr>
          <p:spPr>
            <a:xfrm>
              <a:off x="7006851" y="1"/>
              <a:ext cx="626973" cy="802474"/>
            </a:xfrm>
            <a:custGeom>
              <a:avLst/>
              <a:gdLst/>
              <a:ahLst/>
              <a:cxnLst/>
              <a:rect l="l" t="t" r="r" b="b"/>
              <a:pathLst>
                <a:path w="690879" h="909319" extrusionOk="0">
                  <a:moveTo>
                    <a:pt x="0" y="0"/>
                  </a:moveTo>
                  <a:lnTo>
                    <a:pt x="0" y="456565"/>
                  </a:lnTo>
                  <a:lnTo>
                    <a:pt x="690879" y="909320"/>
                  </a:lnTo>
                  <a:lnTo>
                    <a:pt x="690879" y="456565"/>
                  </a:lnTo>
                  <a:lnTo>
                    <a:pt x="7602" y="0"/>
                  </a:lnTo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1" name="Google Shape;1898;p149">
              <a:extLst>
                <a:ext uri="{FF2B5EF4-FFF2-40B4-BE49-F238E27FC236}">
                  <a16:creationId xmlns:a16="http://schemas.microsoft.com/office/drawing/2014/main" id="{4B7C9373-19C5-4A18-B9AE-91295B24B315}"/>
                </a:ext>
              </a:extLst>
            </p:cNvPr>
            <p:cNvSpPr/>
            <p:nvPr/>
          </p:nvSpPr>
          <p:spPr>
            <a:xfrm>
              <a:off x="7634193" y="1"/>
              <a:ext cx="617753" cy="802474"/>
            </a:xfrm>
            <a:custGeom>
              <a:avLst/>
              <a:gdLst/>
              <a:ahLst/>
              <a:cxnLst/>
              <a:rect l="l" t="t" r="r" b="b"/>
              <a:pathLst>
                <a:path w="680720" h="909319" extrusionOk="0">
                  <a:moveTo>
                    <a:pt x="673229" y="0"/>
                  </a:moveTo>
                  <a:lnTo>
                    <a:pt x="0" y="456565"/>
                  </a:lnTo>
                  <a:lnTo>
                    <a:pt x="0" y="909320"/>
                  </a:lnTo>
                  <a:lnTo>
                    <a:pt x="680720" y="456565"/>
                  </a:lnTo>
                  <a:lnTo>
                    <a:pt x="680720" y="0"/>
                  </a:lnTo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2" name="Google Shape;1899;p149">
              <a:extLst>
                <a:ext uri="{FF2B5EF4-FFF2-40B4-BE49-F238E27FC236}">
                  <a16:creationId xmlns:a16="http://schemas.microsoft.com/office/drawing/2014/main" id="{C73C8A9D-D0D9-4E46-B012-BE91E59C141E}"/>
                </a:ext>
              </a:extLst>
            </p:cNvPr>
            <p:cNvSpPr/>
            <p:nvPr/>
          </p:nvSpPr>
          <p:spPr>
            <a:xfrm>
              <a:off x="8270760" y="865093"/>
              <a:ext cx="617753" cy="860755"/>
            </a:xfrm>
            <a:custGeom>
              <a:avLst/>
              <a:gdLst/>
              <a:ahLst/>
              <a:cxnLst/>
              <a:rect l="l" t="t" r="r" b="b"/>
              <a:pathLst>
                <a:path w="680720" h="975360" extrusionOk="0">
                  <a:moveTo>
                    <a:pt x="680719" y="0"/>
                  </a:moveTo>
                  <a:lnTo>
                    <a:pt x="0" y="474852"/>
                  </a:lnTo>
                  <a:lnTo>
                    <a:pt x="0" y="975359"/>
                  </a:lnTo>
                  <a:lnTo>
                    <a:pt x="680719" y="474852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3" name="Google Shape;1900;p149">
              <a:extLst>
                <a:ext uri="{FF2B5EF4-FFF2-40B4-BE49-F238E27FC236}">
                  <a16:creationId xmlns:a16="http://schemas.microsoft.com/office/drawing/2014/main" id="{0FC64199-3478-4940-9D52-AA2F9338C13E}"/>
                </a:ext>
              </a:extLst>
            </p:cNvPr>
            <p:cNvSpPr/>
            <p:nvPr/>
          </p:nvSpPr>
          <p:spPr>
            <a:xfrm>
              <a:off x="7643418" y="434787"/>
              <a:ext cx="1244727" cy="851789"/>
            </a:xfrm>
            <a:custGeom>
              <a:avLst/>
              <a:gdLst/>
              <a:ahLst/>
              <a:cxnLst/>
              <a:rect l="l" t="t" r="r" b="b"/>
              <a:pathLst>
                <a:path w="1371600" h="965200" extrusionOk="0">
                  <a:moveTo>
                    <a:pt x="0" y="471678"/>
                  </a:moveTo>
                  <a:lnTo>
                    <a:pt x="694690" y="965200"/>
                  </a:lnTo>
                  <a:lnTo>
                    <a:pt x="1371600" y="490982"/>
                  </a:lnTo>
                  <a:lnTo>
                    <a:pt x="694690" y="0"/>
                  </a:lnTo>
                  <a:lnTo>
                    <a:pt x="0" y="471678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4" name="Google Shape;1901;p149">
              <a:extLst>
                <a:ext uri="{FF2B5EF4-FFF2-40B4-BE49-F238E27FC236}">
                  <a16:creationId xmlns:a16="http://schemas.microsoft.com/office/drawing/2014/main" id="{95F3E51F-DD19-40ED-A297-D56AF55188B3}"/>
                </a:ext>
              </a:extLst>
            </p:cNvPr>
            <p:cNvSpPr/>
            <p:nvPr/>
          </p:nvSpPr>
          <p:spPr>
            <a:xfrm>
              <a:off x="7643418" y="847164"/>
              <a:ext cx="626973" cy="869721"/>
            </a:xfrm>
            <a:custGeom>
              <a:avLst/>
              <a:gdLst/>
              <a:ahLst/>
              <a:cxnLst/>
              <a:rect l="l" t="t" r="r" b="b"/>
              <a:pathLst>
                <a:path w="690879" h="985519" extrusionOk="0">
                  <a:moveTo>
                    <a:pt x="2540" y="0"/>
                  </a:moveTo>
                  <a:lnTo>
                    <a:pt x="0" y="492759"/>
                  </a:lnTo>
                  <a:lnTo>
                    <a:pt x="690880" y="985519"/>
                  </a:lnTo>
                  <a:lnTo>
                    <a:pt x="690880" y="492759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5" name="Google Shape;1902;p149">
              <a:extLst>
                <a:ext uri="{FF2B5EF4-FFF2-40B4-BE49-F238E27FC236}">
                  <a16:creationId xmlns:a16="http://schemas.microsoft.com/office/drawing/2014/main" id="{BD642DE4-99B9-4857-8868-E5568E0F77AC}"/>
                </a:ext>
              </a:extLst>
            </p:cNvPr>
            <p:cNvSpPr/>
            <p:nvPr/>
          </p:nvSpPr>
          <p:spPr>
            <a:xfrm>
              <a:off x="8953456" y="875740"/>
              <a:ext cx="954290" cy="419730"/>
            </a:xfrm>
            <a:custGeom>
              <a:avLst/>
              <a:gdLst/>
              <a:ahLst/>
              <a:cxnLst/>
              <a:rect l="l" t="t" r="r" b="b"/>
              <a:pathLst>
                <a:path w="1051559" h="475615" extrusionOk="0">
                  <a:moveTo>
                    <a:pt x="0" y="0"/>
                  </a:moveTo>
                  <a:lnTo>
                    <a:pt x="671829" y="475615"/>
                  </a:lnTo>
                  <a:lnTo>
                    <a:pt x="1051560" y="216191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6" name="Google Shape;1903;p149">
              <a:extLst>
                <a:ext uri="{FF2B5EF4-FFF2-40B4-BE49-F238E27FC236}">
                  <a16:creationId xmlns:a16="http://schemas.microsoft.com/office/drawing/2014/main" id="{D33259B6-5562-4366-90EB-F4D6757544B1}"/>
                </a:ext>
              </a:extLst>
            </p:cNvPr>
            <p:cNvSpPr/>
            <p:nvPr/>
          </p:nvSpPr>
          <p:spPr>
            <a:xfrm>
              <a:off x="8953456" y="452718"/>
              <a:ext cx="954290" cy="423093"/>
            </a:xfrm>
            <a:custGeom>
              <a:avLst/>
              <a:gdLst/>
              <a:ahLst/>
              <a:cxnLst/>
              <a:rect l="l" t="t" r="r" b="b"/>
              <a:pathLst>
                <a:path w="1051559" h="479425" extrusionOk="0">
                  <a:moveTo>
                    <a:pt x="1051560" y="272285"/>
                  </a:moveTo>
                  <a:lnTo>
                    <a:pt x="678179" y="0"/>
                  </a:lnTo>
                  <a:lnTo>
                    <a:pt x="0" y="479425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7" name="Google Shape;1904;p149">
              <a:extLst>
                <a:ext uri="{FF2B5EF4-FFF2-40B4-BE49-F238E27FC236}">
                  <a16:creationId xmlns:a16="http://schemas.microsoft.com/office/drawing/2014/main" id="{95DBEB3A-AD3C-4104-B627-F2030C8A4B8A}"/>
                </a:ext>
              </a:extLst>
            </p:cNvPr>
            <p:cNvSpPr/>
            <p:nvPr/>
          </p:nvSpPr>
          <p:spPr>
            <a:xfrm>
              <a:off x="8944229" y="874059"/>
              <a:ext cx="617753" cy="833857"/>
            </a:xfrm>
            <a:custGeom>
              <a:avLst/>
              <a:gdLst/>
              <a:ahLst/>
              <a:cxnLst/>
              <a:rect l="l" t="t" r="r" b="b"/>
              <a:pathLst>
                <a:path w="680720" h="944880" extrusionOk="0">
                  <a:moveTo>
                    <a:pt x="2539" y="0"/>
                  </a:moveTo>
                  <a:lnTo>
                    <a:pt x="0" y="473710"/>
                  </a:lnTo>
                  <a:lnTo>
                    <a:pt x="675639" y="944879"/>
                  </a:lnTo>
                  <a:lnTo>
                    <a:pt x="680720" y="480187"/>
                  </a:lnTo>
                  <a:lnTo>
                    <a:pt x="253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8" name="Google Shape;1905;p149">
              <a:extLst>
                <a:ext uri="{FF2B5EF4-FFF2-40B4-BE49-F238E27FC236}">
                  <a16:creationId xmlns:a16="http://schemas.microsoft.com/office/drawing/2014/main" id="{B5C9D5C6-758A-4703-BE3E-3EB9DC1D20AB}"/>
                </a:ext>
              </a:extLst>
            </p:cNvPr>
            <p:cNvSpPr/>
            <p:nvPr/>
          </p:nvSpPr>
          <p:spPr>
            <a:xfrm>
              <a:off x="9562346" y="1066703"/>
              <a:ext cx="345757" cy="641644"/>
            </a:xfrm>
            <a:custGeom>
              <a:avLst/>
              <a:gdLst/>
              <a:ahLst/>
              <a:cxnLst/>
              <a:rect l="l" t="t" r="r" b="b"/>
              <a:pathLst>
                <a:path w="381000" h="727075" extrusionOk="0">
                  <a:moveTo>
                    <a:pt x="381000" y="0"/>
                  </a:moveTo>
                  <a:lnTo>
                    <a:pt x="5079" y="261094"/>
                  </a:lnTo>
                  <a:lnTo>
                    <a:pt x="0" y="726549"/>
                  </a:lnTo>
                  <a:lnTo>
                    <a:pt x="381000" y="468213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3257489D-10B7-4713-AA8E-BECAF674CDF4}"/>
              </a:ext>
            </a:extLst>
          </p:cNvPr>
          <p:cNvSpPr txBox="1"/>
          <p:nvPr userDrawn="1"/>
        </p:nvSpPr>
        <p:spPr>
          <a:xfrm>
            <a:off x="7501003" y="6594281"/>
            <a:ext cx="4064000" cy="203133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lvl="0" indent="0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1pPr>
            <a:lvl2pPr marL="284400" lvl="1" indent="-17280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2pPr>
            <a:lvl3pPr marL="511200" lvl="2" indent="-16560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3pPr>
            <a:lvl4pPr marL="0" lvl="3" indent="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2000">
                <a:solidFill>
                  <a:schemeClr val="tx2"/>
                </a:solidFill>
                <a:sym typeface="Trebuchet MS" panose="020B0603020202020204" pitchFamily="34" charset="0"/>
              </a:defRPr>
            </a:lvl4pPr>
            <a:lvl5pPr marL="0" lvl="4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2000" b="1" smtClean="0">
                <a:solidFill>
                  <a:schemeClr val="tx1"/>
                </a:solidFill>
                <a:sym typeface="Trebuchet MS" panose="020B0603020202020204" pitchFamily="34" charset="0"/>
              </a:defRPr>
            </a:lvl5pPr>
            <a:lvl6pPr marL="269875" lvl="5" indent="-152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2000" smtClean="0">
                <a:solidFill>
                  <a:schemeClr val="tx1"/>
                </a:solidFill>
                <a:sym typeface="Trebuchet MS" panose="020B0603020202020204" pitchFamily="34" charset="0"/>
              </a:defRPr>
            </a:lvl6pPr>
            <a:lvl7pPr marL="0" lvl="6" indent="0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5400" baseline="0" smtClean="0">
                <a:solidFill>
                  <a:schemeClr val="tx1"/>
                </a:solidFill>
                <a:sym typeface="Trebuchet MS" panose="020B0603020202020204" pitchFamily="34" charset="0"/>
              </a:defRPr>
            </a:lvl7pPr>
            <a:lvl8pPr marL="0" lvl="7" indent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6600" baseline="0" smtClean="0">
                <a:solidFill>
                  <a:schemeClr val="tx2"/>
                </a:solidFill>
                <a:sym typeface="Trebuchet MS" panose="020B0603020202020204" pitchFamily="34" charset="0"/>
              </a:defRPr>
            </a:lvl8pPr>
            <a:lvl9pPr marL="0" lvl="8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3200" baseline="0" dirty="0">
                <a:solidFill>
                  <a:schemeClr val="tx2"/>
                </a:solidFill>
                <a:sym typeface="Trebuchet MS" panose="020B0603020202020204" pitchFamily="34" charset="0"/>
              </a:defRPr>
            </a:lvl9pPr>
          </a:lstStyle>
          <a:p>
            <a:pPr algn="r">
              <a:buNone/>
            </a:pPr>
            <a:r>
              <a:rPr lang="en-US" sz="1200" b="1">
                <a:solidFill>
                  <a:schemeClr val="tx1"/>
                </a:solidFill>
              </a:rPr>
              <a:t>CONFIDENTIAL – NOT TO BE DISTRIBUTED </a:t>
            </a:r>
          </a:p>
        </p:txBody>
      </p:sp>
    </p:spTree>
    <p:extLst>
      <p:ext uri="{BB962C8B-B14F-4D97-AF65-F5344CB8AC3E}">
        <p14:creationId xmlns:p14="http://schemas.microsoft.com/office/powerpoint/2010/main" val="2317466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ft arrow">
    <p:bg>
      <p:bgPr>
        <a:gradFill>
          <a:gsLst>
            <a:gs pos="100000">
              <a:srgbClr val="073B16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B10EF0EE-6E79-48B7-BC38-8031A39097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517904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1" imgH="363" progId="TCLayout.ActiveDocument.1">
                  <p:embed/>
                </p:oleObj>
              </mc:Choice>
              <mc:Fallback>
                <p:oleObj name="think-cell Slide" r:id="rId3" imgW="351" imgH="36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B10EF0EE-6E79-48B7-BC38-8031A39097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Freeform 14"/>
          <p:cNvSpPr/>
          <p:nvPr userDrawn="1"/>
        </p:nvSpPr>
        <p:spPr bwMode="ltGray">
          <a:xfrm>
            <a:off x="1524" y="131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2F2F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en-US" sz="1600">
              <a:solidFill>
                <a:schemeClr val="bg1"/>
              </a:solidFill>
              <a:sym typeface="Trebuchet MS" panose="020B0603020202020204" pitchFamily="34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2" name="TextBox 11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CA723A-059F-4468-B6E4-419A79EC4E7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6745" y="2764203"/>
            <a:ext cx="2351893" cy="1314311"/>
          </a:xfrm>
        </p:spPr>
        <p:txBody>
          <a:bodyPr anchor="ctr"/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pic>
        <p:nvPicPr>
          <p:cNvPr id="9" name="Picture 8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442" y="3590399"/>
            <a:ext cx="1365250" cy="3382962"/>
          </a:xfrm>
          <a:custGeom>
            <a:avLst/>
            <a:gdLst>
              <a:gd name="connsiteX0" fmla="*/ 91954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0 w 1365250"/>
              <a:gd name="connsiteY3" fmla="*/ 3382962 h 3382962"/>
              <a:gd name="connsiteX4" fmla="*/ 0 w 1365250"/>
              <a:gd name="connsiteY4" fmla="*/ 3264716 h 3382962"/>
              <a:gd name="connsiteX5" fmla="*/ 129871 w 1365250"/>
              <a:gd name="connsiteY5" fmla="*/ 3267601 h 3382962"/>
              <a:gd name="connsiteX6" fmla="*/ 0 w 1365250"/>
              <a:gd name="connsiteY6" fmla="*/ 0 h 3382962"/>
              <a:gd name="connsiteX7" fmla="*/ 909386 w 1365250"/>
              <a:gd name="connsiteY7" fmla="*/ 0 h 3382962"/>
              <a:gd name="connsiteX8" fmla="*/ 0 w 1365250"/>
              <a:gd name="connsiteY8" fmla="*/ 2985607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5250" h="3382962">
                <a:moveTo>
                  <a:pt x="91954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264716"/>
                </a:lnTo>
                <a:lnTo>
                  <a:pt x="129871" y="3267601"/>
                </a:lnTo>
                <a:close/>
                <a:moveTo>
                  <a:pt x="0" y="0"/>
                </a:moveTo>
                <a:lnTo>
                  <a:pt x="909386" y="0"/>
                </a:lnTo>
                <a:lnTo>
                  <a:pt x="0" y="298560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oogle Shape;1892;p149">
            <a:extLst>
              <a:ext uri="{FF2B5EF4-FFF2-40B4-BE49-F238E27FC236}">
                <a16:creationId xmlns:a16="http://schemas.microsoft.com/office/drawing/2014/main" id="{FF5D0B8D-6363-4E55-8331-3C5738D24A69}"/>
              </a:ext>
            </a:extLst>
          </p:cNvPr>
          <p:cNvGrpSpPr/>
          <p:nvPr userDrawn="1"/>
        </p:nvGrpSpPr>
        <p:grpSpPr>
          <a:xfrm>
            <a:off x="10019832" y="-28841"/>
            <a:ext cx="2172168" cy="1289899"/>
            <a:chOff x="7006851" y="0"/>
            <a:chExt cx="2901252" cy="1725848"/>
          </a:xfrm>
        </p:grpSpPr>
        <p:sp>
          <p:nvSpPr>
            <p:cNvPr id="10" name="Google Shape;1893;p149">
              <a:extLst>
                <a:ext uri="{FF2B5EF4-FFF2-40B4-BE49-F238E27FC236}">
                  <a16:creationId xmlns:a16="http://schemas.microsoft.com/office/drawing/2014/main" id="{42D93CCD-F2C5-4401-9A48-DBB5F4BA0D12}"/>
                </a:ext>
              </a:extLst>
            </p:cNvPr>
            <p:cNvSpPr/>
            <p:nvPr/>
          </p:nvSpPr>
          <p:spPr>
            <a:xfrm>
              <a:off x="8307663" y="0"/>
              <a:ext cx="1226286" cy="416928"/>
            </a:xfrm>
            <a:custGeom>
              <a:avLst/>
              <a:gdLst/>
              <a:ahLst/>
              <a:cxnLst/>
              <a:rect l="l" t="t" r="r" b="b"/>
              <a:pathLst>
                <a:path w="1351279" h="472440" extrusionOk="0">
                  <a:moveTo>
                    <a:pt x="0" y="1904"/>
                  </a:moveTo>
                  <a:lnTo>
                    <a:pt x="675640" y="472440"/>
                  </a:lnTo>
                  <a:lnTo>
                    <a:pt x="1351279" y="1904"/>
                  </a:lnTo>
                  <a:lnTo>
                    <a:pt x="1348623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1" name="Google Shape;1894;p149">
              <a:extLst>
                <a:ext uri="{FF2B5EF4-FFF2-40B4-BE49-F238E27FC236}">
                  <a16:creationId xmlns:a16="http://schemas.microsoft.com/office/drawing/2014/main" id="{63030B95-6704-452D-A3DE-198831B03D94}"/>
                </a:ext>
              </a:extLst>
            </p:cNvPr>
            <p:cNvSpPr/>
            <p:nvPr/>
          </p:nvSpPr>
          <p:spPr>
            <a:xfrm>
              <a:off x="8307663" y="4483"/>
              <a:ext cx="608532" cy="824890"/>
            </a:xfrm>
            <a:custGeom>
              <a:avLst/>
              <a:gdLst/>
              <a:ahLst/>
              <a:cxnLst/>
              <a:rect l="l" t="t" r="r" b="b"/>
              <a:pathLst>
                <a:path w="670559" h="934719" extrusionOk="0">
                  <a:moveTo>
                    <a:pt x="0" y="0"/>
                  </a:moveTo>
                  <a:lnTo>
                    <a:pt x="0" y="473710"/>
                  </a:lnTo>
                  <a:lnTo>
                    <a:pt x="670560" y="934720"/>
                  </a:lnTo>
                  <a:lnTo>
                    <a:pt x="670560" y="4737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3" name="Google Shape;1895;p149">
              <a:extLst>
                <a:ext uri="{FF2B5EF4-FFF2-40B4-BE49-F238E27FC236}">
                  <a16:creationId xmlns:a16="http://schemas.microsoft.com/office/drawing/2014/main" id="{A737F445-D9FD-4562-BFB7-59805DAF6707}"/>
                </a:ext>
              </a:extLst>
            </p:cNvPr>
            <p:cNvSpPr/>
            <p:nvPr/>
          </p:nvSpPr>
          <p:spPr>
            <a:xfrm>
              <a:off x="8916554" y="4483"/>
              <a:ext cx="617753" cy="824890"/>
            </a:xfrm>
            <a:custGeom>
              <a:avLst/>
              <a:gdLst/>
              <a:ahLst/>
              <a:cxnLst/>
              <a:rect l="l" t="t" r="r" b="b"/>
              <a:pathLst>
                <a:path w="680720" h="934719" extrusionOk="0">
                  <a:moveTo>
                    <a:pt x="680719" y="0"/>
                  </a:moveTo>
                  <a:lnTo>
                    <a:pt x="0" y="473710"/>
                  </a:lnTo>
                  <a:lnTo>
                    <a:pt x="0" y="934720"/>
                  </a:lnTo>
                  <a:lnTo>
                    <a:pt x="680719" y="473710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4" name="Google Shape;1896;p149">
              <a:extLst>
                <a:ext uri="{FF2B5EF4-FFF2-40B4-BE49-F238E27FC236}">
                  <a16:creationId xmlns:a16="http://schemas.microsoft.com/office/drawing/2014/main" id="{539B9B30-E99A-4549-9737-A2038B9DC5AF}"/>
                </a:ext>
              </a:extLst>
            </p:cNvPr>
            <p:cNvSpPr/>
            <p:nvPr/>
          </p:nvSpPr>
          <p:spPr>
            <a:xfrm>
              <a:off x="7009244" y="0"/>
              <a:ext cx="1240117" cy="407962"/>
            </a:xfrm>
            <a:custGeom>
              <a:avLst/>
              <a:gdLst/>
              <a:ahLst/>
              <a:cxnLst/>
              <a:rect l="l" t="t" r="r" b="b"/>
              <a:pathLst>
                <a:path w="1366520" h="462280" extrusionOk="0">
                  <a:moveTo>
                    <a:pt x="0" y="0"/>
                  </a:moveTo>
                  <a:lnTo>
                    <a:pt x="685070" y="462279"/>
                  </a:lnTo>
                  <a:lnTo>
                    <a:pt x="1366344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5" name="Google Shape;1897;p149">
              <a:extLst>
                <a:ext uri="{FF2B5EF4-FFF2-40B4-BE49-F238E27FC236}">
                  <a16:creationId xmlns:a16="http://schemas.microsoft.com/office/drawing/2014/main" id="{5C994CCB-2A70-4496-97F8-4759BDC83588}"/>
                </a:ext>
              </a:extLst>
            </p:cNvPr>
            <p:cNvSpPr/>
            <p:nvPr/>
          </p:nvSpPr>
          <p:spPr>
            <a:xfrm>
              <a:off x="7006851" y="1"/>
              <a:ext cx="626973" cy="802474"/>
            </a:xfrm>
            <a:custGeom>
              <a:avLst/>
              <a:gdLst/>
              <a:ahLst/>
              <a:cxnLst/>
              <a:rect l="l" t="t" r="r" b="b"/>
              <a:pathLst>
                <a:path w="690879" h="909319" extrusionOk="0">
                  <a:moveTo>
                    <a:pt x="0" y="0"/>
                  </a:moveTo>
                  <a:lnTo>
                    <a:pt x="0" y="456565"/>
                  </a:lnTo>
                  <a:lnTo>
                    <a:pt x="690879" y="909320"/>
                  </a:lnTo>
                  <a:lnTo>
                    <a:pt x="690879" y="456565"/>
                  </a:lnTo>
                  <a:lnTo>
                    <a:pt x="7602" y="0"/>
                  </a:lnTo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7" name="Google Shape;1898;p149">
              <a:extLst>
                <a:ext uri="{FF2B5EF4-FFF2-40B4-BE49-F238E27FC236}">
                  <a16:creationId xmlns:a16="http://schemas.microsoft.com/office/drawing/2014/main" id="{4B7C9373-19C5-4A18-B9AE-91295B24B315}"/>
                </a:ext>
              </a:extLst>
            </p:cNvPr>
            <p:cNvSpPr/>
            <p:nvPr/>
          </p:nvSpPr>
          <p:spPr>
            <a:xfrm>
              <a:off x="7634193" y="1"/>
              <a:ext cx="617753" cy="802474"/>
            </a:xfrm>
            <a:custGeom>
              <a:avLst/>
              <a:gdLst/>
              <a:ahLst/>
              <a:cxnLst/>
              <a:rect l="l" t="t" r="r" b="b"/>
              <a:pathLst>
                <a:path w="680720" h="909319" extrusionOk="0">
                  <a:moveTo>
                    <a:pt x="673229" y="0"/>
                  </a:moveTo>
                  <a:lnTo>
                    <a:pt x="0" y="456565"/>
                  </a:lnTo>
                  <a:lnTo>
                    <a:pt x="0" y="909320"/>
                  </a:lnTo>
                  <a:lnTo>
                    <a:pt x="680720" y="456565"/>
                  </a:lnTo>
                  <a:lnTo>
                    <a:pt x="680720" y="0"/>
                  </a:lnTo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8" name="Google Shape;1899;p149">
              <a:extLst>
                <a:ext uri="{FF2B5EF4-FFF2-40B4-BE49-F238E27FC236}">
                  <a16:creationId xmlns:a16="http://schemas.microsoft.com/office/drawing/2014/main" id="{C73C8A9D-D0D9-4E46-B012-BE91E59C141E}"/>
                </a:ext>
              </a:extLst>
            </p:cNvPr>
            <p:cNvSpPr/>
            <p:nvPr/>
          </p:nvSpPr>
          <p:spPr>
            <a:xfrm>
              <a:off x="8270760" y="865093"/>
              <a:ext cx="617753" cy="860755"/>
            </a:xfrm>
            <a:custGeom>
              <a:avLst/>
              <a:gdLst/>
              <a:ahLst/>
              <a:cxnLst/>
              <a:rect l="l" t="t" r="r" b="b"/>
              <a:pathLst>
                <a:path w="680720" h="975360" extrusionOk="0">
                  <a:moveTo>
                    <a:pt x="680719" y="0"/>
                  </a:moveTo>
                  <a:lnTo>
                    <a:pt x="0" y="474852"/>
                  </a:lnTo>
                  <a:lnTo>
                    <a:pt x="0" y="975359"/>
                  </a:lnTo>
                  <a:lnTo>
                    <a:pt x="680719" y="474852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9" name="Google Shape;1900;p149">
              <a:extLst>
                <a:ext uri="{FF2B5EF4-FFF2-40B4-BE49-F238E27FC236}">
                  <a16:creationId xmlns:a16="http://schemas.microsoft.com/office/drawing/2014/main" id="{0FC64199-3478-4940-9D52-AA2F9338C13E}"/>
                </a:ext>
              </a:extLst>
            </p:cNvPr>
            <p:cNvSpPr/>
            <p:nvPr/>
          </p:nvSpPr>
          <p:spPr>
            <a:xfrm>
              <a:off x="7643418" y="434787"/>
              <a:ext cx="1244727" cy="851789"/>
            </a:xfrm>
            <a:custGeom>
              <a:avLst/>
              <a:gdLst/>
              <a:ahLst/>
              <a:cxnLst/>
              <a:rect l="l" t="t" r="r" b="b"/>
              <a:pathLst>
                <a:path w="1371600" h="965200" extrusionOk="0">
                  <a:moveTo>
                    <a:pt x="0" y="471678"/>
                  </a:moveTo>
                  <a:lnTo>
                    <a:pt x="694690" y="965200"/>
                  </a:lnTo>
                  <a:lnTo>
                    <a:pt x="1371600" y="490982"/>
                  </a:lnTo>
                  <a:lnTo>
                    <a:pt x="694690" y="0"/>
                  </a:lnTo>
                  <a:lnTo>
                    <a:pt x="0" y="471678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0" name="Google Shape;1901;p149">
              <a:extLst>
                <a:ext uri="{FF2B5EF4-FFF2-40B4-BE49-F238E27FC236}">
                  <a16:creationId xmlns:a16="http://schemas.microsoft.com/office/drawing/2014/main" id="{95F3E51F-DD19-40ED-A297-D56AF55188B3}"/>
                </a:ext>
              </a:extLst>
            </p:cNvPr>
            <p:cNvSpPr/>
            <p:nvPr/>
          </p:nvSpPr>
          <p:spPr>
            <a:xfrm>
              <a:off x="7643418" y="847164"/>
              <a:ext cx="626973" cy="869721"/>
            </a:xfrm>
            <a:custGeom>
              <a:avLst/>
              <a:gdLst/>
              <a:ahLst/>
              <a:cxnLst/>
              <a:rect l="l" t="t" r="r" b="b"/>
              <a:pathLst>
                <a:path w="690879" h="985519" extrusionOk="0">
                  <a:moveTo>
                    <a:pt x="2540" y="0"/>
                  </a:moveTo>
                  <a:lnTo>
                    <a:pt x="0" y="492759"/>
                  </a:lnTo>
                  <a:lnTo>
                    <a:pt x="690880" y="985519"/>
                  </a:lnTo>
                  <a:lnTo>
                    <a:pt x="690880" y="492759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1" name="Google Shape;1902;p149">
              <a:extLst>
                <a:ext uri="{FF2B5EF4-FFF2-40B4-BE49-F238E27FC236}">
                  <a16:creationId xmlns:a16="http://schemas.microsoft.com/office/drawing/2014/main" id="{BD642DE4-99B9-4857-8868-E5568E0F77AC}"/>
                </a:ext>
              </a:extLst>
            </p:cNvPr>
            <p:cNvSpPr/>
            <p:nvPr/>
          </p:nvSpPr>
          <p:spPr>
            <a:xfrm>
              <a:off x="8953456" y="875740"/>
              <a:ext cx="954290" cy="419730"/>
            </a:xfrm>
            <a:custGeom>
              <a:avLst/>
              <a:gdLst/>
              <a:ahLst/>
              <a:cxnLst/>
              <a:rect l="l" t="t" r="r" b="b"/>
              <a:pathLst>
                <a:path w="1051559" h="475615" extrusionOk="0">
                  <a:moveTo>
                    <a:pt x="0" y="0"/>
                  </a:moveTo>
                  <a:lnTo>
                    <a:pt x="671829" y="475615"/>
                  </a:lnTo>
                  <a:lnTo>
                    <a:pt x="1051560" y="216191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2" name="Google Shape;1903;p149">
              <a:extLst>
                <a:ext uri="{FF2B5EF4-FFF2-40B4-BE49-F238E27FC236}">
                  <a16:creationId xmlns:a16="http://schemas.microsoft.com/office/drawing/2014/main" id="{D33259B6-5562-4366-90EB-F4D6757544B1}"/>
                </a:ext>
              </a:extLst>
            </p:cNvPr>
            <p:cNvSpPr/>
            <p:nvPr/>
          </p:nvSpPr>
          <p:spPr>
            <a:xfrm>
              <a:off x="8953456" y="452718"/>
              <a:ext cx="954290" cy="423093"/>
            </a:xfrm>
            <a:custGeom>
              <a:avLst/>
              <a:gdLst/>
              <a:ahLst/>
              <a:cxnLst/>
              <a:rect l="l" t="t" r="r" b="b"/>
              <a:pathLst>
                <a:path w="1051559" h="479425" extrusionOk="0">
                  <a:moveTo>
                    <a:pt x="1051560" y="272285"/>
                  </a:moveTo>
                  <a:lnTo>
                    <a:pt x="678179" y="0"/>
                  </a:lnTo>
                  <a:lnTo>
                    <a:pt x="0" y="479425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3" name="Google Shape;1904;p149">
              <a:extLst>
                <a:ext uri="{FF2B5EF4-FFF2-40B4-BE49-F238E27FC236}">
                  <a16:creationId xmlns:a16="http://schemas.microsoft.com/office/drawing/2014/main" id="{95DBEB3A-AD3C-4104-B627-F2030C8A4B8A}"/>
                </a:ext>
              </a:extLst>
            </p:cNvPr>
            <p:cNvSpPr/>
            <p:nvPr/>
          </p:nvSpPr>
          <p:spPr>
            <a:xfrm>
              <a:off x="8944229" y="874059"/>
              <a:ext cx="617753" cy="833857"/>
            </a:xfrm>
            <a:custGeom>
              <a:avLst/>
              <a:gdLst/>
              <a:ahLst/>
              <a:cxnLst/>
              <a:rect l="l" t="t" r="r" b="b"/>
              <a:pathLst>
                <a:path w="680720" h="944880" extrusionOk="0">
                  <a:moveTo>
                    <a:pt x="2539" y="0"/>
                  </a:moveTo>
                  <a:lnTo>
                    <a:pt x="0" y="473710"/>
                  </a:lnTo>
                  <a:lnTo>
                    <a:pt x="675639" y="944879"/>
                  </a:lnTo>
                  <a:lnTo>
                    <a:pt x="680720" y="480187"/>
                  </a:lnTo>
                  <a:lnTo>
                    <a:pt x="253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4" name="Google Shape;1905;p149">
              <a:extLst>
                <a:ext uri="{FF2B5EF4-FFF2-40B4-BE49-F238E27FC236}">
                  <a16:creationId xmlns:a16="http://schemas.microsoft.com/office/drawing/2014/main" id="{B5C9D5C6-758A-4703-BE3E-3EB9DC1D20AB}"/>
                </a:ext>
              </a:extLst>
            </p:cNvPr>
            <p:cNvSpPr/>
            <p:nvPr/>
          </p:nvSpPr>
          <p:spPr>
            <a:xfrm>
              <a:off x="9562346" y="1066703"/>
              <a:ext cx="345757" cy="641644"/>
            </a:xfrm>
            <a:custGeom>
              <a:avLst/>
              <a:gdLst/>
              <a:ahLst/>
              <a:cxnLst/>
              <a:rect l="l" t="t" r="r" b="b"/>
              <a:pathLst>
                <a:path w="381000" h="727075" extrusionOk="0">
                  <a:moveTo>
                    <a:pt x="381000" y="0"/>
                  </a:moveTo>
                  <a:lnTo>
                    <a:pt x="5079" y="261094"/>
                  </a:lnTo>
                  <a:lnTo>
                    <a:pt x="0" y="726549"/>
                  </a:lnTo>
                  <a:lnTo>
                    <a:pt x="381000" y="468213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AA4525D1-A0CC-417B-BC30-78B051EBD78A}"/>
              </a:ext>
            </a:extLst>
          </p:cNvPr>
          <p:cNvSpPr txBox="1"/>
          <p:nvPr userDrawn="1"/>
        </p:nvSpPr>
        <p:spPr>
          <a:xfrm>
            <a:off x="7501003" y="6594281"/>
            <a:ext cx="4064000" cy="203133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lvl="0" indent="0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1pPr>
            <a:lvl2pPr marL="284400" lvl="1" indent="-17280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2pPr>
            <a:lvl3pPr marL="511200" lvl="2" indent="-16560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3pPr>
            <a:lvl4pPr marL="0" lvl="3" indent="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2000">
                <a:solidFill>
                  <a:schemeClr val="tx2"/>
                </a:solidFill>
                <a:sym typeface="Trebuchet MS" panose="020B0603020202020204" pitchFamily="34" charset="0"/>
              </a:defRPr>
            </a:lvl4pPr>
            <a:lvl5pPr marL="0" lvl="4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2000" b="1" smtClean="0">
                <a:solidFill>
                  <a:schemeClr val="tx1"/>
                </a:solidFill>
                <a:sym typeface="Trebuchet MS" panose="020B0603020202020204" pitchFamily="34" charset="0"/>
              </a:defRPr>
            </a:lvl5pPr>
            <a:lvl6pPr marL="269875" lvl="5" indent="-152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2000" smtClean="0">
                <a:solidFill>
                  <a:schemeClr val="tx1"/>
                </a:solidFill>
                <a:sym typeface="Trebuchet MS" panose="020B0603020202020204" pitchFamily="34" charset="0"/>
              </a:defRPr>
            </a:lvl6pPr>
            <a:lvl7pPr marL="0" lvl="6" indent="0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5400" baseline="0" smtClean="0">
                <a:solidFill>
                  <a:schemeClr val="tx1"/>
                </a:solidFill>
                <a:sym typeface="Trebuchet MS" panose="020B0603020202020204" pitchFamily="34" charset="0"/>
              </a:defRPr>
            </a:lvl7pPr>
            <a:lvl8pPr marL="0" lvl="7" indent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6600" baseline="0" smtClean="0">
                <a:solidFill>
                  <a:schemeClr val="tx2"/>
                </a:solidFill>
                <a:sym typeface="Trebuchet MS" panose="020B0603020202020204" pitchFamily="34" charset="0"/>
              </a:defRPr>
            </a:lvl8pPr>
            <a:lvl9pPr marL="0" lvl="8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3200" baseline="0" dirty="0">
                <a:solidFill>
                  <a:schemeClr val="tx2"/>
                </a:solidFill>
                <a:sym typeface="Trebuchet MS" panose="020B0603020202020204" pitchFamily="34" charset="0"/>
              </a:defRPr>
            </a:lvl9pPr>
          </a:lstStyle>
          <a:p>
            <a:pPr algn="r">
              <a:buNone/>
            </a:pPr>
            <a:r>
              <a:rPr lang="en-US" sz="1200" b="1">
                <a:solidFill>
                  <a:schemeClr val="bg1"/>
                </a:solidFill>
              </a:rPr>
              <a:t>CONFIDENTIAL – NOT TO BE DISTRIBUTED </a:t>
            </a:r>
          </a:p>
        </p:txBody>
      </p:sp>
    </p:spTree>
    <p:extLst>
      <p:ext uri="{BB962C8B-B14F-4D97-AF65-F5344CB8AC3E}">
        <p14:creationId xmlns:p14="http://schemas.microsoft.com/office/powerpoint/2010/main" val="3800944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left arrow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3CF50CA-4F49-4FCB-9E5A-12CD64BDD36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533577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1" imgH="363" progId="TCLayout.ActiveDocument.1">
                  <p:embed/>
                </p:oleObj>
              </mc:Choice>
              <mc:Fallback>
                <p:oleObj name="think-cell Slide" r:id="rId3" imgW="351" imgH="363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3CF50CA-4F49-4FCB-9E5A-12CD64BDD3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Freeform 14"/>
          <p:cNvSpPr/>
          <p:nvPr userDrawn="1"/>
        </p:nvSpPr>
        <p:spPr bwMode="ltGray">
          <a:xfrm>
            <a:off x="0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100000">
                <a:srgbClr val="073B16"/>
              </a:gs>
              <a:gs pos="0">
                <a:schemeClr val="accent2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756745" y="2764203"/>
            <a:ext cx="2351893" cy="1314311"/>
          </a:xfrm>
        </p:spPr>
        <p:txBody>
          <a:bodyPr vert="horz" anchor="ctr" anchorCtr="0">
            <a:noAutofit/>
          </a:bodyPr>
          <a:lstStyle>
            <a:lvl1pPr>
              <a:defRPr sz="4400" b="1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6" b="7716"/>
          <a:stretch/>
        </p:blipFill>
        <p:spPr>
          <a:xfrm rot="120000">
            <a:off x="2174642" y="3402828"/>
            <a:ext cx="2694666" cy="3461745"/>
          </a:xfrm>
          <a:custGeom>
            <a:avLst/>
            <a:gdLst>
              <a:gd name="connsiteX0" fmla="*/ 0 w 2694666"/>
              <a:gd name="connsiteY0" fmla="*/ 0 h 3461745"/>
              <a:gd name="connsiteX1" fmla="*/ 2694666 w 2694666"/>
              <a:gd name="connsiteY1" fmla="*/ 0 h 3461745"/>
              <a:gd name="connsiteX2" fmla="*/ 2694666 w 2694666"/>
              <a:gd name="connsiteY2" fmla="*/ 3461745 h 3461745"/>
              <a:gd name="connsiteX3" fmla="*/ 1325678 w 2694666"/>
              <a:gd name="connsiteY3" fmla="*/ 3461745 h 3461745"/>
              <a:gd name="connsiteX4" fmla="*/ 1671729 w 2694666"/>
              <a:gd name="connsiteY4" fmla="*/ 3449661 h 3461745"/>
              <a:gd name="connsiteX5" fmla="*/ 1894583 w 2694666"/>
              <a:gd name="connsiteY5" fmla="*/ 6023 h 3461745"/>
              <a:gd name="connsiteX6" fmla="*/ 1847153 w 2694666"/>
              <a:gd name="connsiteY6" fmla="*/ 12445 h 3461745"/>
              <a:gd name="connsiteX7" fmla="*/ 1149427 w 2694666"/>
              <a:gd name="connsiteY7" fmla="*/ 3461745 h 3461745"/>
              <a:gd name="connsiteX8" fmla="*/ 0 w 2694666"/>
              <a:gd name="connsiteY8" fmla="*/ 3461745 h 3461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94666" h="3461745">
                <a:moveTo>
                  <a:pt x="0" y="0"/>
                </a:moveTo>
                <a:lnTo>
                  <a:pt x="2694666" y="0"/>
                </a:lnTo>
                <a:lnTo>
                  <a:pt x="2694666" y="3461745"/>
                </a:lnTo>
                <a:lnTo>
                  <a:pt x="1325678" y="3461745"/>
                </a:lnTo>
                <a:lnTo>
                  <a:pt x="1671729" y="3449661"/>
                </a:lnTo>
                <a:lnTo>
                  <a:pt x="1894583" y="6023"/>
                </a:lnTo>
                <a:lnTo>
                  <a:pt x="1847153" y="12445"/>
                </a:lnTo>
                <a:lnTo>
                  <a:pt x="1149427" y="3461745"/>
                </a:lnTo>
                <a:lnTo>
                  <a:pt x="0" y="3461745"/>
                </a:lnTo>
                <a:close/>
              </a:path>
            </a:pathLst>
          </a:custGeom>
        </p:spPr>
      </p:pic>
      <p:grpSp>
        <p:nvGrpSpPr>
          <p:cNvPr id="8" name="Google Shape;1892;p149">
            <a:extLst>
              <a:ext uri="{FF2B5EF4-FFF2-40B4-BE49-F238E27FC236}">
                <a16:creationId xmlns:a16="http://schemas.microsoft.com/office/drawing/2014/main" id="{FF5D0B8D-6363-4E55-8331-3C5738D24A69}"/>
              </a:ext>
            </a:extLst>
          </p:cNvPr>
          <p:cNvGrpSpPr/>
          <p:nvPr userDrawn="1"/>
        </p:nvGrpSpPr>
        <p:grpSpPr>
          <a:xfrm>
            <a:off x="10019832" y="-28841"/>
            <a:ext cx="2172168" cy="1289899"/>
            <a:chOff x="7006851" y="0"/>
            <a:chExt cx="2901252" cy="1725848"/>
          </a:xfrm>
        </p:grpSpPr>
        <p:sp>
          <p:nvSpPr>
            <p:cNvPr id="10" name="Google Shape;1893;p149">
              <a:extLst>
                <a:ext uri="{FF2B5EF4-FFF2-40B4-BE49-F238E27FC236}">
                  <a16:creationId xmlns:a16="http://schemas.microsoft.com/office/drawing/2014/main" id="{42D93CCD-F2C5-4401-9A48-DBB5F4BA0D12}"/>
                </a:ext>
              </a:extLst>
            </p:cNvPr>
            <p:cNvSpPr/>
            <p:nvPr/>
          </p:nvSpPr>
          <p:spPr>
            <a:xfrm>
              <a:off x="8307663" y="0"/>
              <a:ext cx="1226286" cy="416928"/>
            </a:xfrm>
            <a:custGeom>
              <a:avLst/>
              <a:gdLst/>
              <a:ahLst/>
              <a:cxnLst/>
              <a:rect l="l" t="t" r="r" b="b"/>
              <a:pathLst>
                <a:path w="1351279" h="472440" extrusionOk="0">
                  <a:moveTo>
                    <a:pt x="0" y="1904"/>
                  </a:moveTo>
                  <a:lnTo>
                    <a:pt x="675640" y="472440"/>
                  </a:lnTo>
                  <a:lnTo>
                    <a:pt x="1351279" y="1904"/>
                  </a:lnTo>
                  <a:lnTo>
                    <a:pt x="1348623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1" name="Google Shape;1894;p149">
              <a:extLst>
                <a:ext uri="{FF2B5EF4-FFF2-40B4-BE49-F238E27FC236}">
                  <a16:creationId xmlns:a16="http://schemas.microsoft.com/office/drawing/2014/main" id="{63030B95-6704-452D-A3DE-198831B03D94}"/>
                </a:ext>
              </a:extLst>
            </p:cNvPr>
            <p:cNvSpPr/>
            <p:nvPr/>
          </p:nvSpPr>
          <p:spPr>
            <a:xfrm>
              <a:off x="8307663" y="4483"/>
              <a:ext cx="608532" cy="824890"/>
            </a:xfrm>
            <a:custGeom>
              <a:avLst/>
              <a:gdLst/>
              <a:ahLst/>
              <a:cxnLst/>
              <a:rect l="l" t="t" r="r" b="b"/>
              <a:pathLst>
                <a:path w="670559" h="934719" extrusionOk="0">
                  <a:moveTo>
                    <a:pt x="0" y="0"/>
                  </a:moveTo>
                  <a:lnTo>
                    <a:pt x="0" y="473710"/>
                  </a:lnTo>
                  <a:lnTo>
                    <a:pt x="670560" y="934720"/>
                  </a:lnTo>
                  <a:lnTo>
                    <a:pt x="670560" y="4737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2" name="Google Shape;1895;p149">
              <a:extLst>
                <a:ext uri="{FF2B5EF4-FFF2-40B4-BE49-F238E27FC236}">
                  <a16:creationId xmlns:a16="http://schemas.microsoft.com/office/drawing/2014/main" id="{A737F445-D9FD-4562-BFB7-59805DAF6707}"/>
                </a:ext>
              </a:extLst>
            </p:cNvPr>
            <p:cNvSpPr/>
            <p:nvPr/>
          </p:nvSpPr>
          <p:spPr>
            <a:xfrm>
              <a:off x="8916554" y="4483"/>
              <a:ext cx="617753" cy="824890"/>
            </a:xfrm>
            <a:custGeom>
              <a:avLst/>
              <a:gdLst/>
              <a:ahLst/>
              <a:cxnLst/>
              <a:rect l="l" t="t" r="r" b="b"/>
              <a:pathLst>
                <a:path w="680720" h="934719" extrusionOk="0">
                  <a:moveTo>
                    <a:pt x="680719" y="0"/>
                  </a:moveTo>
                  <a:lnTo>
                    <a:pt x="0" y="473710"/>
                  </a:lnTo>
                  <a:lnTo>
                    <a:pt x="0" y="934720"/>
                  </a:lnTo>
                  <a:lnTo>
                    <a:pt x="680719" y="473710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5" name="Google Shape;1896;p149">
              <a:extLst>
                <a:ext uri="{FF2B5EF4-FFF2-40B4-BE49-F238E27FC236}">
                  <a16:creationId xmlns:a16="http://schemas.microsoft.com/office/drawing/2014/main" id="{539B9B30-E99A-4549-9737-A2038B9DC5AF}"/>
                </a:ext>
              </a:extLst>
            </p:cNvPr>
            <p:cNvSpPr/>
            <p:nvPr/>
          </p:nvSpPr>
          <p:spPr>
            <a:xfrm>
              <a:off x="7009244" y="0"/>
              <a:ext cx="1240117" cy="407962"/>
            </a:xfrm>
            <a:custGeom>
              <a:avLst/>
              <a:gdLst/>
              <a:ahLst/>
              <a:cxnLst/>
              <a:rect l="l" t="t" r="r" b="b"/>
              <a:pathLst>
                <a:path w="1366520" h="462280" extrusionOk="0">
                  <a:moveTo>
                    <a:pt x="0" y="0"/>
                  </a:moveTo>
                  <a:lnTo>
                    <a:pt x="685070" y="462279"/>
                  </a:lnTo>
                  <a:lnTo>
                    <a:pt x="1366344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7" name="Google Shape;1897;p149">
              <a:extLst>
                <a:ext uri="{FF2B5EF4-FFF2-40B4-BE49-F238E27FC236}">
                  <a16:creationId xmlns:a16="http://schemas.microsoft.com/office/drawing/2014/main" id="{5C994CCB-2A70-4496-97F8-4759BDC83588}"/>
                </a:ext>
              </a:extLst>
            </p:cNvPr>
            <p:cNvSpPr/>
            <p:nvPr/>
          </p:nvSpPr>
          <p:spPr>
            <a:xfrm>
              <a:off x="7006851" y="1"/>
              <a:ext cx="626973" cy="802474"/>
            </a:xfrm>
            <a:custGeom>
              <a:avLst/>
              <a:gdLst/>
              <a:ahLst/>
              <a:cxnLst/>
              <a:rect l="l" t="t" r="r" b="b"/>
              <a:pathLst>
                <a:path w="690879" h="909319" extrusionOk="0">
                  <a:moveTo>
                    <a:pt x="0" y="0"/>
                  </a:moveTo>
                  <a:lnTo>
                    <a:pt x="0" y="456565"/>
                  </a:lnTo>
                  <a:lnTo>
                    <a:pt x="690879" y="909320"/>
                  </a:lnTo>
                  <a:lnTo>
                    <a:pt x="690879" y="456565"/>
                  </a:lnTo>
                  <a:lnTo>
                    <a:pt x="7602" y="0"/>
                  </a:lnTo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8" name="Google Shape;1898;p149">
              <a:extLst>
                <a:ext uri="{FF2B5EF4-FFF2-40B4-BE49-F238E27FC236}">
                  <a16:creationId xmlns:a16="http://schemas.microsoft.com/office/drawing/2014/main" id="{4B7C9373-19C5-4A18-B9AE-91295B24B315}"/>
                </a:ext>
              </a:extLst>
            </p:cNvPr>
            <p:cNvSpPr/>
            <p:nvPr/>
          </p:nvSpPr>
          <p:spPr>
            <a:xfrm>
              <a:off x="7634193" y="1"/>
              <a:ext cx="617753" cy="802474"/>
            </a:xfrm>
            <a:custGeom>
              <a:avLst/>
              <a:gdLst/>
              <a:ahLst/>
              <a:cxnLst/>
              <a:rect l="l" t="t" r="r" b="b"/>
              <a:pathLst>
                <a:path w="680720" h="909319" extrusionOk="0">
                  <a:moveTo>
                    <a:pt x="673229" y="0"/>
                  </a:moveTo>
                  <a:lnTo>
                    <a:pt x="0" y="456565"/>
                  </a:lnTo>
                  <a:lnTo>
                    <a:pt x="0" y="909320"/>
                  </a:lnTo>
                  <a:lnTo>
                    <a:pt x="680720" y="456565"/>
                  </a:lnTo>
                  <a:lnTo>
                    <a:pt x="680720" y="0"/>
                  </a:lnTo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9" name="Google Shape;1899;p149">
              <a:extLst>
                <a:ext uri="{FF2B5EF4-FFF2-40B4-BE49-F238E27FC236}">
                  <a16:creationId xmlns:a16="http://schemas.microsoft.com/office/drawing/2014/main" id="{C73C8A9D-D0D9-4E46-B012-BE91E59C141E}"/>
                </a:ext>
              </a:extLst>
            </p:cNvPr>
            <p:cNvSpPr/>
            <p:nvPr/>
          </p:nvSpPr>
          <p:spPr>
            <a:xfrm>
              <a:off x="8270760" y="865093"/>
              <a:ext cx="617753" cy="860755"/>
            </a:xfrm>
            <a:custGeom>
              <a:avLst/>
              <a:gdLst/>
              <a:ahLst/>
              <a:cxnLst/>
              <a:rect l="l" t="t" r="r" b="b"/>
              <a:pathLst>
                <a:path w="680720" h="975360" extrusionOk="0">
                  <a:moveTo>
                    <a:pt x="680719" y="0"/>
                  </a:moveTo>
                  <a:lnTo>
                    <a:pt x="0" y="474852"/>
                  </a:lnTo>
                  <a:lnTo>
                    <a:pt x="0" y="975359"/>
                  </a:lnTo>
                  <a:lnTo>
                    <a:pt x="680719" y="474852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0" name="Google Shape;1900;p149">
              <a:extLst>
                <a:ext uri="{FF2B5EF4-FFF2-40B4-BE49-F238E27FC236}">
                  <a16:creationId xmlns:a16="http://schemas.microsoft.com/office/drawing/2014/main" id="{0FC64199-3478-4940-9D52-AA2F9338C13E}"/>
                </a:ext>
              </a:extLst>
            </p:cNvPr>
            <p:cNvSpPr/>
            <p:nvPr/>
          </p:nvSpPr>
          <p:spPr>
            <a:xfrm>
              <a:off x="7643418" y="434787"/>
              <a:ext cx="1244727" cy="851789"/>
            </a:xfrm>
            <a:custGeom>
              <a:avLst/>
              <a:gdLst/>
              <a:ahLst/>
              <a:cxnLst/>
              <a:rect l="l" t="t" r="r" b="b"/>
              <a:pathLst>
                <a:path w="1371600" h="965200" extrusionOk="0">
                  <a:moveTo>
                    <a:pt x="0" y="471678"/>
                  </a:moveTo>
                  <a:lnTo>
                    <a:pt x="694690" y="965200"/>
                  </a:lnTo>
                  <a:lnTo>
                    <a:pt x="1371600" y="490982"/>
                  </a:lnTo>
                  <a:lnTo>
                    <a:pt x="694690" y="0"/>
                  </a:lnTo>
                  <a:lnTo>
                    <a:pt x="0" y="471678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1" name="Google Shape;1901;p149">
              <a:extLst>
                <a:ext uri="{FF2B5EF4-FFF2-40B4-BE49-F238E27FC236}">
                  <a16:creationId xmlns:a16="http://schemas.microsoft.com/office/drawing/2014/main" id="{95F3E51F-DD19-40ED-A297-D56AF55188B3}"/>
                </a:ext>
              </a:extLst>
            </p:cNvPr>
            <p:cNvSpPr/>
            <p:nvPr/>
          </p:nvSpPr>
          <p:spPr>
            <a:xfrm>
              <a:off x="7643418" y="847164"/>
              <a:ext cx="626973" cy="869721"/>
            </a:xfrm>
            <a:custGeom>
              <a:avLst/>
              <a:gdLst/>
              <a:ahLst/>
              <a:cxnLst/>
              <a:rect l="l" t="t" r="r" b="b"/>
              <a:pathLst>
                <a:path w="690879" h="985519" extrusionOk="0">
                  <a:moveTo>
                    <a:pt x="2540" y="0"/>
                  </a:moveTo>
                  <a:lnTo>
                    <a:pt x="0" y="492759"/>
                  </a:lnTo>
                  <a:lnTo>
                    <a:pt x="690880" y="985519"/>
                  </a:lnTo>
                  <a:lnTo>
                    <a:pt x="690880" y="492759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2" name="Google Shape;1902;p149">
              <a:extLst>
                <a:ext uri="{FF2B5EF4-FFF2-40B4-BE49-F238E27FC236}">
                  <a16:creationId xmlns:a16="http://schemas.microsoft.com/office/drawing/2014/main" id="{BD642DE4-99B9-4857-8868-E5568E0F77AC}"/>
                </a:ext>
              </a:extLst>
            </p:cNvPr>
            <p:cNvSpPr/>
            <p:nvPr/>
          </p:nvSpPr>
          <p:spPr>
            <a:xfrm>
              <a:off x="8953456" y="875740"/>
              <a:ext cx="954290" cy="419730"/>
            </a:xfrm>
            <a:custGeom>
              <a:avLst/>
              <a:gdLst/>
              <a:ahLst/>
              <a:cxnLst/>
              <a:rect l="l" t="t" r="r" b="b"/>
              <a:pathLst>
                <a:path w="1051559" h="475615" extrusionOk="0">
                  <a:moveTo>
                    <a:pt x="0" y="0"/>
                  </a:moveTo>
                  <a:lnTo>
                    <a:pt x="671829" y="475615"/>
                  </a:lnTo>
                  <a:lnTo>
                    <a:pt x="1051560" y="216191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3" name="Google Shape;1903;p149">
              <a:extLst>
                <a:ext uri="{FF2B5EF4-FFF2-40B4-BE49-F238E27FC236}">
                  <a16:creationId xmlns:a16="http://schemas.microsoft.com/office/drawing/2014/main" id="{D33259B6-5562-4366-90EB-F4D6757544B1}"/>
                </a:ext>
              </a:extLst>
            </p:cNvPr>
            <p:cNvSpPr/>
            <p:nvPr/>
          </p:nvSpPr>
          <p:spPr>
            <a:xfrm>
              <a:off x="8953456" y="452718"/>
              <a:ext cx="954290" cy="423093"/>
            </a:xfrm>
            <a:custGeom>
              <a:avLst/>
              <a:gdLst/>
              <a:ahLst/>
              <a:cxnLst/>
              <a:rect l="l" t="t" r="r" b="b"/>
              <a:pathLst>
                <a:path w="1051559" h="479425" extrusionOk="0">
                  <a:moveTo>
                    <a:pt x="1051560" y="272285"/>
                  </a:moveTo>
                  <a:lnTo>
                    <a:pt x="678179" y="0"/>
                  </a:lnTo>
                  <a:lnTo>
                    <a:pt x="0" y="479425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4" name="Google Shape;1904;p149">
              <a:extLst>
                <a:ext uri="{FF2B5EF4-FFF2-40B4-BE49-F238E27FC236}">
                  <a16:creationId xmlns:a16="http://schemas.microsoft.com/office/drawing/2014/main" id="{95DBEB3A-AD3C-4104-B627-F2030C8A4B8A}"/>
                </a:ext>
              </a:extLst>
            </p:cNvPr>
            <p:cNvSpPr/>
            <p:nvPr/>
          </p:nvSpPr>
          <p:spPr>
            <a:xfrm>
              <a:off x="8944229" y="874059"/>
              <a:ext cx="617753" cy="833857"/>
            </a:xfrm>
            <a:custGeom>
              <a:avLst/>
              <a:gdLst/>
              <a:ahLst/>
              <a:cxnLst/>
              <a:rect l="l" t="t" r="r" b="b"/>
              <a:pathLst>
                <a:path w="680720" h="944880" extrusionOk="0">
                  <a:moveTo>
                    <a:pt x="2539" y="0"/>
                  </a:moveTo>
                  <a:lnTo>
                    <a:pt x="0" y="473710"/>
                  </a:lnTo>
                  <a:lnTo>
                    <a:pt x="675639" y="944879"/>
                  </a:lnTo>
                  <a:lnTo>
                    <a:pt x="680720" y="480187"/>
                  </a:lnTo>
                  <a:lnTo>
                    <a:pt x="253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5" name="Google Shape;1905;p149">
              <a:extLst>
                <a:ext uri="{FF2B5EF4-FFF2-40B4-BE49-F238E27FC236}">
                  <a16:creationId xmlns:a16="http://schemas.microsoft.com/office/drawing/2014/main" id="{B5C9D5C6-758A-4703-BE3E-3EB9DC1D20AB}"/>
                </a:ext>
              </a:extLst>
            </p:cNvPr>
            <p:cNvSpPr/>
            <p:nvPr/>
          </p:nvSpPr>
          <p:spPr>
            <a:xfrm>
              <a:off x="9562346" y="1066703"/>
              <a:ext cx="345757" cy="641644"/>
            </a:xfrm>
            <a:custGeom>
              <a:avLst/>
              <a:gdLst/>
              <a:ahLst/>
              <a:cxnLst/>
              <a:rect l="l" t="t" r="r" b="b"/>
              <a:pathLst>
                <a:path w="381000" h="727075" extrusionOk="0">
                  <a:moveTo>
                    <a:pt x="381000" y="0"/>
                  </a:moveTo>
                  <a:lnTo>
                    <a:pt x="5079" y="261094"/>
                  </a:lnTo>
                  <a:lnTo>
                    <a:pt x="0" y="726549"/>
                  </a:lnTo>
                  <a:lnTo>
                    <a:pt x="381000" y="468213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13E583B7-CC73-4628-85B5-C2A8522C9875}"/>
              </a:ext>
            </a:extLst>
          </p:cNvPr>
          <p:cNvSpPr txBox="1"/>
          <p:nvPr userDrawn="1"/>
        </p:nvSpPr>
        <p:spPr>
          <a:xfrm>
            <a:off x="7501003" y="6594281"/>
            <a:ext cx="4064000" cy="203133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lvl="0" indent="0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1pPr>
            <a:lvl2pPr marL="284400" lvl="1" indent="-17280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2pPr>
            <a:lvl3pPr marL="511200" lvl="2" indent="-16560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3pPr>
            <a:lvl4pPr marL="0" lvl="3" indent="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2000">
                <a:solidFill>
                  <a:schemeClr val="tx2"/>
                </a:solidFill>
                <a:sym typeface="Trebuchet MS" panose="020B0603020202020204" pitchFamily="34" charset="0"/>
              </a:defRPr>
            </a:lvl4pPr>
            <a:lvl5pPr marL="0" lvl="4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2000" b="1" smtClean="0">
                <a:solidFill>
                  <a:schemeClr val="tx1"/>
                </a:solidFill>
                <a:sym typeface="Trebuchet MS" panose="020B0603020202020204" pitchFamily="34" charset="0"/>
              </a:defRPr>
            </a:lvl5pPr>
            <a:lvl6pPr marL="269875" lvl="5" indent="-152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2000" smtClean="0">
                <a:solidFill>
                  <a:schemeClr val="tx1"/>
                </a:solidFill>
                <a:sym typeface="Trebuchet MS" panose="020B0603020202020204" pitchFamily="34" charset="0"/>
              </a:defRPr>
            </a:lvl6pPr>
            <a:lvl7pPr marL="0" lvl="6" indent="0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5400" baseline="0" smtClean="0">
                <a:solidFill>
                  <a:schemeClr val="tx1"/>
                </a:solidFill>
                <a:sym typeface="Trebuchet MS" panose="020B0603020202020204" pitchFamily="34" charset="0"/>
              </a:defRPr>
            </a:lvl7pPr>
            <a:lvl8pPr marL="0" lvl="7" indent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6600" baseline="0" smtClean="0">
                <a:solidFill>
                  <a:schemeClr val="tx2"/>
                </a:solidFill>
                <a:sym typeface="Trebuchet MS" panose="020B0603020202020204" pitchFamily="34" charset="0"/>
              </a:defRPr>
            </a:lvl8pPr>
            <a:lvl9pPr marL="0" lvl="8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3200" baseline="0" dirty="0">
                <a:solidFill>
                  <a:schemeClr val="tx2"/>
                </a:solidFill>
                <a:sym typeface="Trebuchet MS" panose="020B0603020202020204" pitchFamily="34" charset="0"/>
              </a:defRPr>
            </a:lvl9pPr>
          </a:lstStyle>
          <a:p>
            <a:pPr algn="r">
              <a:buNone/>
            </a:pPr>
            <a:r>
              <a:rPr lang="en-US" sz="1200" b="1">
                <a:solidFill>
                  <a:schemeClr val="tx1"/>
                </a:solidFill>
              </a:rPr>
              <a:t>CONFIDENTIAL – NOT TO BE DISTRIBUTED </a:t>
            </a:r>
          </a:p>
        </p:txBody>
      </p:sp>
    </p:spTree>
    <p:extLst>
      <p:ext uri="{BB962C8B-B14F-4D97-AF65-F5344CB8AC3E}">
        <p14:creationId xmlns:p14="http://schemas.microsoft.com/office/powerpoint/2010/main" val="1913015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one third">
    <p:bg>
      <p:bgPr>
        <a:gradFill>
          <a:gsLst>
            <a:gs pos="100000">
              <a:srgbClr val="073B16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0727152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4" imgH="324" progId="TCLayout.ActiveDocument.1">
                  <p:embed/>
                </p:oleObj>
              </mc:Choice>
              <mc:Fallback>
                <p:oleObj name="think-cell Slide" r:id="rId3" imgW="324" imgH="32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kern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3" name="Pentagon 3"/>
          <p:cNvSpPr/>
          <p:nvPr userDrawn="1"/>
        </p:nvSpPr>
        <p:spPr bwMode="white">
          <a:xfrm>
            <a:off x="1" y="0"/>
            <a:ext cx="5426920" cy="6858000"/>
          </a:xfrm>
          <a:prstGeom prst="homePlate">
            <a:avLst>
              <a:gd name="adj" fmla="val 12939"/>
            </a:avLst>
          </a:prstGeom>
          <a:solidFill>
            <a:srgbClr val="F2F2F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en-US" sz="1600">
              <a:solidFill>
                <a:schemeClr val="bg1"/>
              </a:solidFill>
              <a:sym typeface="Trebuchet MS" panose="020B0603020202020204" pitchFamily="34" charset="0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756745" y="1785600"/>
            <a:ext cx="3935490" cy="3286800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5400" b="1">
                <a:solidFill>
                  <a:schemeClr val="tx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15" name="Picture 14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525" y="3394392"/>
            <a:ext cx="1298575" cy="3571875"/>
          </a:xfrm>
          <a:custGeom>
            <a:avLst/>
            <a:gdLst>
              <a:gd name="connsiteX0" fmla="*/ 0 w 1298575"/>
              <a:gd name="connsiteY0" fmla="*/ 0 h 3571875"/>
              <a:gd name="connsiteX1" fmla="*/ 1298575 w 1298575"/>
              <a:gd name="connsiteY1" fmla="*/ 0 h 3571875"/>
              <a:gd name="connsiteX2" fmla="*/ 1298575 w 1298575"/>
              <a:gd name="connsiteY2" fmla="*/ 3571875 h 3571875"/>
              <a:gd name="connsiteX3" fmla="*/ 0 w 1298575"/>
              <a:gd name="connsiteY3" fmla="*/ 3571875 h 3571875"/>
              <a:gd name="connsiteX4" fmla="*/ 0 w 1298575"/>
              <a:gd name="connsiteY4" fmla="*/ 3465683 h 3571875"/>
              <a:gd name="connsiteX5" fmla="*/ 139700 w 1298575"/>
              <a:gd name="connsiteY5" fmla="*/ 3466783 h 3571875"/>
              <a:gd name="connsiteX6" fmla="*/ 841375 w 1298575"/>
              <a:gd name="connsiteY6" fmla="*/ 21908 h 3571875"/>
              <a:gd name="connsiteX7" fmla="*/ 0 w 1298575"/>
              <a:gd name="connsiteY7" fmla="*/ 2642743 h 3571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98575" h="3571875">
                <a:moveTo>
                  <a:pt x="0" y="0"/>
                </a:moveTo>
                <a:lnTo>
                  <a:pt x="1298575" y="0"/>
                </a:lnTo>
                <a:lnTo>
                  <a:pt x="1298575" y="3571875"/>
                </a:lnTo>
                <a:lnTo>
                  <a:pt x="0" y="3571875"/>
                </a:lnTo>
                <a:lnTo>
                  <a:pt x="0" y="3465683"/>
                </a:lnTo>
                <a:lnTo>
                  <a:pt x="139700" y="3466783"/>
                </a:lnTo>
                <a:lnTo>
                  <a:pt x="841375" y="21908"/>
                </a:lnTo>
                <a:lnTo>
                  <a:pt x="0" y="264274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oogle Shape;1892;p149">
            <a:extLst>
              <a:ext uri="{FF2B5EF4-FFF2-40B4-BE49-F238E27FC236}">
                <a16:creationId xmlns:a16="http://schemas.microsoft.com/office/drawing/2014/main" id="{FF5D0B8D-6363-4E55-8331-3C5738D24A69}"/>
              </a:ext>
            </a:extLst>
          </p:cNvPr>
          <p:cNvGrpSpPr/>
          <p:nvPr userDrawn="1"/>
        </p:nvGrpSpPr>
        <p:grpSpPr>
          <a:xfrm>
            <a:off x="10019832" y="-28841"/>
            <a:ext cx="2172168" cy="1289899"/>
            <a:chOff x="7006851" y="0"/>
            <a:chExt cx="2901252" cy="1725848"/>
          </a:xfrm>
        </p:grpSpPr>
        <p:sp>
          <p:nvSpPr>
            <p:cNvPr id="10" name="Google Shape;1893;p149">
              <a:extLst>
                <a:ext uri="{FF2B5EF4-FFF2-40B4-BE49-F238E27FC236}">
                  <a16:creationId xmlns:a16="http://schemas.microsoft.com/office/drawing/2014/main" id="{42D93CCD-F2C5-4401-9A48-DBB5F4BA0D12}"/>
                </a:ext>
              </a:extLst>
            </p:cNvPr>
            <p:cNvSpPr/>
            <p:nvPr/>
          </p:nvSpPr>
          <p:spPr>
            <a:xfrm>
              <a:off x="8307663" y="0"/>
              <a:ext cx="1226286" cy="416928"/>
            </a:xfrm>
            <a:custGeom>
              <a:avLst/>
              <a:gdLst/>
              <a:ahLst/>
              <a:cxnLst/>
              <a:rect l="l" t="t" r="r" b="b"/>
              <a:pathLst>
                <a:path w="1351279" h="472440" extrusionOk="0">
                  <a:moveTo>
                    <a:pt x="0" y="1904"/>
                  </a:moveTo>
                  <a:lnTo>
                    <a:pt x="675640" y="472440"/>
                  </a:lnTo>
                  <a:lnTo>
                    <a:pt x="1351279" y="1904"/>
                  </a:lnTo>
                  <a:lnTo>
                    <a:pt x="1348623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1" name="Google Shape;1894;p149">
              <a:extLst>
                <a:ext uri="{FF2B5EF4-FFF2-40B4-BE49-F238E27FC236}">
                  <a16:creationId xmlns:a16="http://schemas.microsoft.com/office/drawing/2014/main" id="{63030B95-6704-452D-A3DE-198831B03D94}"/>
                </a:ext>
              </a:extLst>
            </p:cNvPr>
            <p:cNvSpPr/>
            <p:nvPr/>
          </p:nvSpPr>
          <p:spPr>
            <a:xfrm>
              <a:off x="8307663" y="4483"/>
              <a:ext cx="608532" cy="824890"/>
            </a:xfrm>
            <a:custGeom>
              <a:avLst/>
              <a:gdLst/>
              <a:ahLst/>
              <a:cxnLst/>
              <a:rect l="l" t="t" r="r" b="b"/>
              <a:pathLst>
                <a:path w="670559" h="934719" extrusionOk="0">
                  <a:moveTo>
                    <a:pt x="0" y="0"/>
                  </a:moveTo>
                  <a:lnTo>
                    <a:pt x="0" y="473710"/>
                  </a:lnTo>
                  <a:lnTo>
                    <a:pt x="670560" y="934720"/>
                  </a:lnTo>
                  <a:lnTo>
                    <a:pt x="670560" y="4737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2" name="Google Shape;1895;p149">
              <a:extLst>
                <a:ext uri="{FF2B5EF4-FFF2-40B4-BE49-F238E27FC236}">
                  <a16:creationId xmlns:a16="http://schemas.microsoft.com/office/drawing/2014/main" id="{A737F445-D9FD-4562-BFB7-59805DAF6707}"/>
                </a:ext>
              </a:extLst>
            </p:cNvPr>
            <p:cNvSpPr/>
            <p:nvPr/>
          </p:nvSpPr>
          <p:spPr>
            <a:xfrm>
              <a:off x="8916554" y="4483"/>
              <a:ext cx="617753" cy="824890"/>
            </a:xfrm>
            <a:custGeom>
              <a:avLst/>
              <a:gdLst/>
              <a:ahLst/>
              <a:cxnLst/>
              <a:rect l="l" t="t" r="r" b="b"/>
              <a:pathLst>
                <a:path w="680720" h="934719" extrusionOk="0">
                  <a:moveTo>
                    <a:pt x="680719" y="0"/>
                  </a:moveTo>
                  <a:lnTo>
                    <a:pt x="0" y="473710"/>
                  </a:lnTo>
                  <a:lnTo>
                    <a:pt x="0" y="934720"/>
                  </a:lnTo>
                  <a:lnTo>
                    <a:pt x="680719" y="473710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6" name="Google Shape;1896;p149">
              <a:extLst>
                <a:ext uri="{FF2B5EF4-FFF2-40B4-BE49-F238E27FC236}">
                  <a16:creationId xmlns:a16="http://schemas.microsoft.com/office/drawing/2014/main" id="{539B9B30-E99A-4549-9737-A2038B9DC5AF}"/>
                </a:ext>
              </a:extLst>
            </p:cNvPr>
            <p:cNvSpPr/>
            <p:nvPr/>
          </p:nvSpPr>
          <p:spPr>
            <a:xfrm>
              <a:off x="7009244" y="0"/>
              <a:ext cx="1240117" cy="407962"/>
            </a:xfrm>
            <a:custGeom>
              <a:avLst/>
              <a:gdLst/>
              <a:ahLst/>
              <a:cxnLst/>
              <a:rect l="l" t="t" r="r" b="b"/>
              <a:pathLst>
                <a:path w="1366520" h="462280" extrusionOk="0">
                  <a:moveTo>
                    <a:pt x="0" y="0"/>
                  </a:moveTo>
                  <a:lnTo>
                    <a:pt x="685070" y="462279"/>
                  </a:lnTo>
                  <a:lnTo>
                    <a:pt x="1366344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7" name="Google Shape;1897;p149">
              <a:extLst>
                <a:ext uri="{FF2B5EF4-FFF2-40B4-BE49-F238E27FC236}">
                  <a16:creationId xmlns:a16="http://schemas.microsoft.com/office/drawing/2014/main" id="{5C994CCB-2A70-4496-97F8-4759BDC83588}"/>
                </a:ext>
              </a:extLst>
            </p:cNvPr>
            <p:cNvSpPr/>
            <p:nvPr/>
          </p:nvSpPr>
          <p:spPr>
            <a:xfrm>
              <a:off x="7006851" y="1"/>
              <a:ext cx="626973" cy="802474"/>
            </a:xfrm>
            <a:custGeom>
              <a:avLst/>
              <a:gdLst/>
              <a:ahLst/>
              <a:cxnLst/>
              <a:rect l="l" t="t" r="r" b="b"/>
              <a:pathLst>
                <a:path w="690879" h="909319" extrusionOk="0">
                  <a:moveTo>
                    <a:pt x="0" y="0"/>
                  </a:moveTo>
                  <a:lnTo>
                    <a:pt x="0" y="456565"/>
                  </a:lnTo>
                  <a:lnTo>
                    <a:pt x="690879" y="909320"/>
                  </a:lnTo>
                  <a:lnTo>
                    <a:pt x="690879" y="456565"/>
                  </a:lnTo>
                  <a:lnTo>
                    <a:pt x="7602" y="0"/>
                  </a:lnTo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8" name="Google Shape;1898;p149">
              <a:extLst>
                <a:ext uri="{FF2B5EF4-FFF2-40B4-BE49-F238E27FC236}">
                  <a16:creationId xmlns:a16="http://schemas.microsoft.com/office/drawing/2014/main" id="{4B7C9373-19C5-4A18-B9AE-91295B24B315}"/>
                </a:ext>
              </a:extLst>
            </p:cNvPr>
            <p:cNvSpPr/>
            <p:nvPr/>
          </p:nvSpPr>
          <p:spPr>
            <a:xfrm>
              <a:off x="7634193" y="1"/>
              <a:ext cx="617753" cy="802474"/>
            </a:xfrm>
            <a:custGeom>
              <a:avLst/>
              <a:gdLst/>
              <a:ahLst/>
              <a:cxnLst/>
              <a:rect l="l" t="t" r="r" b="b"/>
              <a:pathLst>
                <a:path w="680720" h="909319" extrusionOk="0">
                  <a:moveTo>
                    <a:pt x="673229" y="0"/>
                  </a:moveTo>
                  <a:lnTo>
                    <a:pt x="0" y="456565"/>
                  </a:lnTo>
                  <a:lnTo>
                    <a:pt x="0" y="909320"/>
                  </a:lnTo>
                  <a:lnTo>
                    <a:pt x="680720" y="456565"/>
                  </a:lnTo>
                  <a:lnTo>
                    <a:pt x="680720" y="0"/>
                  </a:lnTo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9" name="Google Shape;1899;p149">
              <a:extLst>
                <a:ext uri="{FF2B5EF4-FFF2-40B4-BE49-F238E27FC236}">
                  <a16:creationId xmlns:a16="http://schemas.microsoft.com/office/drawing/2014/main" id="{C73C8A9D-D0D9-4E46-B012-BE91E59C141E}"/>
                </a:ext>
              </a:extLst>
            </p:cNvPr>
            <p:cNvSpPr/>
            <p:nvPr/>
          </p:nvSpPr>
          <p:spPr>
            <a:xfrm>
              <a:off x="8270760" y="865093"/>
              <a:ext cx="617753" cy="860755"/>
            </a:xfrm>
            <a:custGeom>
              <a:avLst/>
              <a:gdLst/>
              <a:ahLst/>
              <a:cxnLst/>
              <a:rect l="l" t="t" r="r" b="b"/>
              <a:pathLst>
                <a:path w="680720" h="975360" extrusionOk="0">
                  <a:moveTo>
                    <a:pt x="680719" y="0"/>
                  </a:moveTo>
                  <a:lnTo>
                    <a:pt x="0" y="474852"/>
                  </a:lnTo>
                  <a:lnTo>
                    <a:pt x="0" y="975359"/>
                  </a:lnTo>
                  <a:lnTo>
                    <a:pt x="680719" y="474852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0" name="Google Shape;1900;p149">
              <a:extLst>
                <a:ext uri="{FF2B5EF4-FFF2-40B4-BE49-F238E27FC236}">
                  <a16:creationId xmlns:a16="http://schemas.microsoft.com/office/drawing/2014/main" id="{0FC64199-3478-4940-9D52-AA2F9338C13E}"/>
                </a:ext>
              </a:extLst>
            </p:cNvPr>
            <p:cNvSpPr/>
            <p:nvPr/>
          </p:nvSpPr>
          <p:spPr>
            <a:xfrm>
              <a:off x="7643418" y="434787"/>
              <a:ext cx="1244727" cy="851789"/>
            </a:xfrm>
            <a:custGeom>
              <a:avLst/>
              <a:gdLst/>
              <a:ahLst/>
              <a:cxnLst/>
              <a:rect l="l" t="t" r="r" b="b"/>
              <a:pathLst>
                <a:path w="1371600" h="965200" extrusionOk="0">
                  <a:moveTo>
                    <a:pt x="0" y="471678"/>
                  </a:moveTo>
                  <a:lnTo>
                    <a:pt x="694690" y="965200"/>
                  </a:lnTo>
                  <a:lnTo>
                    <a:pt x="1371600" y="490982"/>
                  </a:lnTo>
                  <a:lnTo>
                    <a:pt x="694690" y="0"/>
                  </a:lnTo>
                  <a:lnTo>
                    <a:pt x="0" y="471678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1" name="Google Shape;1901;p149">
              <a:extLst>
                <a:ext uri="{FF2B5EF4-FFF2-40B4-BE49-F238E27FC236}">
                  <a16:creationId xmlns:a16="http://schemas.microsoft.com/office/drawing/2014/main" id="{95F3E51F-DD19-40ED-A297-D56AF55188B3}"/>
                </a:ext>
              </a:extLst>
            </p:cNvPr>
            <p:cNvSpPr/>
            <p:nvPr/>
          </p:nvSpPr>
          <p:spPr>
            <a:xfrm>
              <a:off x="7643418" y="847164"/>
              <a:ext cx="626973" cy="869721"/>
            </a:xfrm>
            <a:custGeom>
              <a:avLst/>
              <a:gdLst/>
              <a:ahLst/>
              <a:cxnLst/>
              <a:rect l="l" t="t" r="r" b="b"/>
              <a:pathLst>
                <a:path w="690879" h="985519" extrusionOk="0">
                  <a:moveTo>
                    <a:pt x="2540" y="0"/>
                  </a:moveTo>
                  <a:lnTo>
                    <a:pt x="0" y="492759"/>
                  </a:lnTo>
                  <a:lnTo>
                    <a:pt x="690880" y="985519"/>
                  </a:lnTo>
                  <a:lnTo>
                    <a:pt x="690880" y="492759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2" name="Google Shape;1902;p149">
              <a:extLst>
                <a:ext uri="{FF2B5EF4-FFF2-40B4-BE49-F238E27FC236}">
                  <a16:creationId xmlns:a16="http://schemas.microsoft.com/office/drawing/2014/main" id="{BD642DE4-99B9-4857-8868-E5568E0F77AC}"/>
                </a:ext>
              </a:extLst>
            </p:cNvPr>
            <p:cNvSpPr/>
            <p:nvPr/>
          </p:nvSpPr>
          <p:spPr>
            <a:xfrm>
              <a:off x="8953456" y="875740"/>
              <a:ext cx="954290" cy="419730"/>
            </a:xfrm>
            <a:custGeom>
              <a:avLst/>
              <a:gdLst/>
              <a:ahLst/>
              <a:cxnLst/>
              <a:rect l="l" t="t" r="r" b="b"/>
              <a:pathLst>
                <a:path w="1051559" h="475615" extrusionOk="0">
                  <a:moveTo>
                    <a:pt x="0" y="0"/>
                  </a:moveTo>
                  <a:lnTo>
                    <a:pt x="671829" y="475615"/>
                  </a:lnTo>
                  <a:lnTo>
                    <a:pt x="1051560" y="216191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3" name="Google Shape;1903;p149">
              <a:extLst>
                <a:ext uri="{FF2B5EF4-FFF2-40B4-BE49-F238E27FC236}">
                  <a16:creationId xmlns:a16="http://schemas.microsoft.com/office/drawing/2014/main" id="{D33259B6-5562-4366-90EB-F4D6757544B1}"/>
                </a:ext>
              </a:extLst>
            </p:cNvPr>
            <p:cNvSpPr/>
            <p:nvPr/>
          </p:nvSpPr>
          <p:spPr>
            <a:xfrm>
              <a:off x="8953456" y="452718"/>
              <a:ext cx="954290" cy="423093"/>
            </a:xfrm>
            <a:custGeom>
              <a:avLst/>
              <a:gdLst/>
              <a:ahLst/>
              <a:cxnLst/>
              <a:rect l="l" t="t" r="r" b="b"/>
              <a:pathLst>
                <a:path w="1051559" h="479425" extrusionOk="0">
                  <a:moveTo>
                    <a:pt x="1051560" y="272285"/>
                  </a:moveTo>
                  <a:lnTo>
                    <a:pt x="678179" y="0"/>
                  </a:lnTo>
                  <a:lnTo>
                    <a:pt x="0" y="479425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4" name="Google Shape;1904;p149">
              <a:extLst>
                <a:ext uri="{FF2B5EF4-FFF2-40B4-BE49-F238E27FC236}">
                  <a16:creationId xmlns:a16="http://schemas.microsoft.com/office/drawing/2014/main" id="{95DBEB3A-AD3C-4104-B627-F2030C8A4B8A}"/>
                </a:ext>
              </a:extLst>
            </p:cNvPr>
            <p:cNvSpPr/>
            <p:nvPr/>
          </p:nvSpPr>
          <p:spPr>
            <a:xfrm>
              <a:off x="8944229" y="874059"/>
              <a:ext cx="617753" cy="833857"/>
            </a:xfrm>
            <a:custGeom>
              <a:avLst/>
              <a:gdLst/>
              <a:ahLst/>
              <a:cxnLst/>
              <a:rect l="l" t="t" r="r" b="b"/>
              <a:pathLst>
                <a:path w="680720" h="944880" extrusionOk="0">
                  <a:moveTo>
                    <a:pt x="2539" y="0"/>
                  </a:moveTo>
                  <a:lnTo>
                    <a:pt x="0" y="473710"/>
                  </a:lnTo>
                  <a:lnTo>
                    <a:pt x="675639" y="944879"/>
                  </a:lnTo>
                  <a:lnTo>
                    <a:pt x="680720" y="480187"/>
                  </a:lnTo>
                  <a:lnTo>
                    <a:pt x="253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5" name="Google Shape;1905;p149">
              <a:extLst>
                <a:ext uri="{FF2B5EF4-FFF2-40B4-BE49-F238E27FC236}">
                  <a16:creationId xmlns:a16="http://schemas.microsoft.com/office/drawing/2014/main" id="{B5C9D5C6-758A-4703-BE3E-3EB9DC1D20AB}"/>
                </a:ext>
              </a:extLst>
            </p:cNvPr>
            <p:cNvSpPr/>
            <p:nvPr/>
          </p:nvSpPr>
          <p:spPr>
            <a:xfrm>
              <a:off x="9562346" y="1066703"/>
              <a:ext cx="345757" cy="641644"/>
            </a:xfrm>
            <a:custGeom>
              <a:avLst/>
              <a:gdLst/>
              <a:ahLst/>
              <a:cxnLst/>
              <a:rect l="l" t="t" r="r" b="b"/>
              <a:pathLst>
                <a:path w="381000" h="727075" extrusionOk="0">
                  <a:moveTo>
                    <a:pt x="381000" y="0"/>
                  </a:moveTo>
                  <a:lnTo>
                    <a:pt x="5079" y="261094"/>
                  </a:lnTo>
                  <a:lnTo>
                    <a:pt x="0" y="726549"/>
                  </a:lnTo>
                  <a:lnTo>
                    <a:pt x="381000" y="468213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A2918507-F99D-43E3-A0A3-C4E63C927BFF}"/>
              </a:ext>
            </a:extLst>
          </p:cNvPr>
          <p:cNvSpPr txBox="1"/>
          <p:nvPr userDrawn="1"/>
        </p:nvSpPr>
        <p:spPr>
          <a:xfrm>
            <a:off x="7501003" y="6594281"/>
            <a:ext cx="4064000" cy="203133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lvl="0" indent="0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1pPr>
            <a:lvl2pPr marL="284400" lvl="1" indent="-17280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2pPr>
            <a:lvl3pPr marL="511200" lvl="2" indent="-16560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3pPr>
            <a:lvl4pPr marL="0" lvl="3" indent="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2000">
                <a:solidFill>
                  <a:schemeClr val="tx2"/>
                </a:solidFill>
                <a:sym typeface="Trebuchet MS" panose="020B0603020202020204" pitchFamily="34" charset="0"/>
              </a:defRPr>
            </a:lvl4pPr>
            <a:lvl5pPr marL="0" lvl="4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2000" b="1" smtClean="0">
                <a:solidFill>
                  <a:schemeClr val="tx1"/>
                </a:solidFill>
                <a:sym typeface="Trebuchet MS" panose="020B0603020202020204" pitchFamily="34" charset="0"/>
              </a:defRPr>
            </a:lvl5pPr>
            <a:lvl6pPr marL="269875" lvl="5" indent="-152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2000" smtClean="0">
                <a:solidFill>
                  <a:schemeClr val="tx1"/>
                </a:solidFill>
                <a:sym typeface="Trebuchet MS" panose="020B0603020202020204" pitchFamily="34" charset="0"/>
              </a:defRPr>
            </a:lvl6pPr>
            <a:lvl7pPr marL="0" lvl="6" indent="0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5400" baseline="0" smtClean="0">
                <a:solidFill>
                  <a:schemeClr val="tx1"/>
                </a:solidFill>
                <a:sym typeface="Trebuchet MS" panose="020B0603020202020204" pitchFamily="34" charset="0"/>
              </a:defRPr>
            </a:lvl7pPr>
            <a:lvl8pPr marL="0" lvl="7" indent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6600" baseline="0" smtClean="0">
                <a:solidFill>
                  <a:schemeClr val="tx2"/>
                </a:solidFill>
                <a:sym typeface="Trebuchet MS" panose="020B0603020202020204" pitchFamily="34" charset="0"/>
              </a:defRPr>
            </a:lvl8pPr>
            <a:lvl9pPr marL="0" lvl="8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3200" baseline="0" dirty="0">
                <a:solidFill>
                  <a:schemeClr val="tx2"/>
                </a:solidFill>
                <a:sym typeface="Trebuchet MS" panose="020B0603020202020204" pitchFamily="34" charset="0"/>
              </a:defRPr>
            </a:lvl9pPr>
          </a:lstStyle>
          <a:p>
            <a:pPr algn="r">
              <a:buNone/>
            </a:pPr>
            <a:r>
              <a:rPr lang="en-US" sz="1200" b="1">
                <a:solidFill>
                  <a:schemeClr val="bg1"/>
                </a:solidFill>
              </a:rPr>
              <a:t>CONFIDENTIAL – NOT TO BE DISTRIBUTED </a:t>
            </a:r>
          </a:p>
        </p:txBody>
      </p:sp>
    </p:spTree>
    <p:extLst>
      <p:ext uri="{BB962C8B-B14F-4D97-AF65-F5344CB8AC3E}">
        <p14:creationId xmlns:p14="http://schemas.microsoft.com/office/powerpoint/2010/main" val="1519150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arrow one third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B373AC1-7A49-43C0-9F0E-094508DD1B6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32202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1" imgH="363" progId="TCLayout.ActiveDocument.1">
                  <p:embed/>
                </p:oleObj>
              </mc:Choice>
              <mc:Fallback>
                <p:oleObj name="think-cell Slide" r:id="rId3" imgW="351" imgH="36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B373AC1-7A49-43C0-9F0E-094508DD1B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Pentagon 3"/>
          <p:cNvSpPr/>
          <p:nvPr userDrawn="1"/>
        </p:nvSpPr>
        <p:spPr bwMode="white">
          <a:xfrm>
            <a:off x="1" y="0"/>
            <a:ext cx="5426920" cy="6858000"/>
          </a:xfrm>
          <a:prstGeom prst="homePlate">
            <a:avLst>
              <a:gd name="adj" fmla="val 12939"/>
            </a:avLst>
          </a:prstGeom>
          <a:gradFill>
            <a:gsLst>
              <a:gs pos="100000">
                <a:srgbClr val="073B16"/>
              </a:gs>
              <a:gs pos="0">
                <a:schemeClr val="accent2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756745" y="1785600"/>
            <a:ext cx="3935490" cy="3286800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5400" b="1">
                <a:solidFill>
                  <a:srgbClr val="FFFFFF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TextBox 15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62" b="6867"/>
          <a:stretch/>
        </p:blipFill>
        <p:spPr>
          <a:xfrm>
            <a:off x="3578059" y="3416300"/>
            <a:ext cx="2694666" cy="3441700"/>
          </a:xfrm>
          <a:custGeom>
            <a:avLst/>
            <a:gdLst>
              <a:gd name="connsiteX0" fmla="*/ 2040063 w 2694666"/>
              <a:gd name="connsiteY0" fmla="*/ 0 h 3441700"/>
              <a:gd name="connsiteX1" fmla="*/ 2694666 w 2694666"/>
              <a:gd name="connsiteY1" fmla="*/ 0 h 3441700"/>
              <a:gd name="connsiteX2" fmla="*/ 2694666 w 2694666"/>
              <a:gd name="connsiteY2" fmla="*/ 3441700 h 3441700"/>
              <a:gd name="connsiteX3" fmla="*/ 1510783 w 2694666"/>
              <a:gd name="connsiteY3" fmla="*/ 3441700 h 3441700"/>
              <a:gd name="connsiteX4" fmla="*/ 1816742 w 2694666"/>
              <a:gd name="connsiteY4" fmla="*/ 365420 h 3441700"/>
              <a:gd name="connsiteX5" fmla="*/ 2022641 w 2694666"/>
              <a:gd name="connsiteY5" fmla="*/ 379413 h 3441700"/>
              <a:gd name="connsiteX6" fmla="*/ 0 w 2694666"/>
              <a:gd name="connsiteY6" fmla="*/ 0 h 3441700"/>
              <a:gd name="connsiteX7" fmla="*/ 1846270 w 2694666"/>
              <a:gd name="connsiteY7" fmla="*/ 0 h 3441700"/>
              <a:gd name="connsiteX8" fmla="*/ 1848810 w 2694666"/>
              <a:gd name="connsiteY8" fmla="*/ 12700 h 3441700"/>
              <a:gd name="connsiteX9" fmla="*/ 1777372 w 2694666"/>
              <a:gd name="connsiteY9" fmla="*/ 362744 h 3441700"/>
              <a:gd name="connsiteX10" fmla="*/ 1780172 w 2694666"/>
              <a:gd name="connsiteY10" fmla="*/ 362934 h 3441700"/>
              <a:gd name="connsiteX11" fmla="*/ 1144340 w 2694666"/>
              <a:gd name="connsiteY11" fmla="*/ 3441700 h 3441700"/>
              <a:gd name="connsiteX12" fmla="*/ 0 w 2694666"/>
              <a:gd name="connsiteY12" fmla="*/ 3441700 h 3441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94666" h="3441700">
                <a:moveTo>
                  <a:pt x="2040063" y="0"/>
                </a:moveTo>
                <a:lnTo>
                  <a:pt x="2694666" y="0"/>
                </a:lnTo>
                <a:lnTo>
                  <a:pt x="2694666" y="3441700"/>
                </a:lnTo>
                <a:lnTo>
                  <a:pt x="1510783" y="3441700"/>
                </a:lnTo>
                <a:lnTo>
                  <a:pt x="1816742" y="365420"/>
                </a:lnTo>
                <a:lnTo>
                  <a:pt x="2022641" y="379413"/>
                </a:lnTo>
                <a:close/>
                <a:moveTo>
                  <a:pt x="0" y="0"/>
                </a:moveTo>
                <a:lnTo>
                  <a:pt x="1846270" y="0"/>
                </a:lnTo>
                <a:lnTo>
                  <a:pt x="1848810" y="12700"/>
                </a:lnTo>
                <a:lnTo>
                  <a:pt x="1777372" y="362744"/>
                </a:lnTo>
                <a:lnTo>
                  <a:pt x="1780172" y="362934"/>
                </a:lnTo>
                <a:lnTo>
                  <a:pt x="1144340" y="3441700"/>
                </a:lnTo>
                <a:lnTo>
                  <a:pt x="0" y="3441700"/>
                </a:lnTo>
                <a:close/>
              </a:path>
            </a:pathLst>
          </a:custGeom>
        </p:spPr>
      </p:pic>
      <p:grpSp>
        <p:nvGrpSpPr>
          <p:cNvPr id="8" name="Google Shape;1892;p149">
            <a:extLst>
              <a:ext uri="{FF2B5EF4-FFF2-40B4-BE49-F238E27FC236}">
                <a16:creationId xmlns:a16="http://schemas.microsoft.com/office/drawing/2014/main" id="{FF5D0B8D-6363-4E55-8331-3C5738D24A69}"/>
              </a:ext>
            </a:extLst>
          </p:cNvPr>
          <p:cNvGrpSpPr/>
          <p:nvPr userDrawn="1"/>
        </p:nvGrpSpPr>
        <p:grpSpPr>
          <a:xfrm>
            <a:off x="10019832" y="-28841"/>
            <a:ext cx="2172168" cy="1289899"/>
            <a:chOff x="7006851" y="0"/>
            <a:chExt cx="2901252" cy="1725848"/>
          </a:xfrm>
        </p:grpSpPr>
        <p:sp>
          <p:nvSpPr>
            <p:cNvPr id="10" name="Google Shape;1893;p149">
              <a:extLst>
                <a:ext uri="{FF2B5EF4-FFF2-40B4-BE49-F238E27FC236}">
                  <a16:creationId xmlns:a16="http://schemas.microsoft.com/office/drawing/2014/main" id="{42D93CCD-F2C5-4401-9A48-DBB5F4BA0D12}"/>
                </a:ext>
              </a:extLst>
            </p:cNvPr>
            <p:cNvSpPr/>
            <p:nvPr/>
          </p:nvSpPr>
          <p:spPr>
            <a:xfrm>
              <a:off x="8307663" y="0"/>
              <a:ext cx="1226286" cy="416928"/>
            </a:xfrm>
            <a:custGeom>
              <a:avLst/>
              <a:gdLst/>
              <a:ahLst/>
              <a:cxnLst/>
              <a:rect l="l" t="t" r="r" b="b"/>
              <a:pathLst>
                <a:path w="1351279" h="472440" extrusionOk="0">
                  <a:moveTo>
                    <a:pt x="0" y="1904"/>
                  </a:moveTo>
                  <a:lnTo>
                    <a:pt x="675640" y="472440"/>
                  </a:lnTo>
                  <a:lnTo>
                    <a:pt x="1351279" y="1904"/>
                  </a:lnTo>
                  <a:lnTo>
                    <a:pt x="1348623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2" name="Google Shape;1894;p149">
              <a:extLst>
                <a:ext uri="{FF2B5EF4-FFF2-40B4-BE49-F238E27FC236}">
                  <a16:creationId xmlns:a16="http://schemas.microsoft.com/office/drawing/2014/main" id="{63030B95-6704-452D-A3DE-198831B03D94}"/>
                </a:ext>
              </a:extLst>
            </p:cNvPr>
            <p:cNvSpPr/>
            <p:nvPr/>
          </p:nvSpPr>
          <p:spPr>
            <a:xfrm>
              <a:off x="8307663" y="4483"/>
              <a:ext cx="608532" cy="824890"/>
            </a:xfrm>
            <a:custGeom>
              <a:avLst/>
              <a:gdLst/>
              <a:ahLst/>
              <a:cxnLst/>
              <a:rect l="l" t="t" r="r" b="b"/>
              <a:pathLst>
                <a:path w="670559" h="934719" extrusionOk="0">
                  <a:moveTo>
                    <a:pt x="0" y="0"/>
                  </a:moveTo>
                  <a:lnTo>
                    <a:pt x="0" y="473710"/>
                  </a:lnTo>
                  <a:lnTo>
                    <a:pt x="670560" y="934720"/>
                  </a:lnTo>
                  <a:lnTo>
                    <a:pt x="670560" y="4737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5" name="Google Shape;1895;p149">
              <a:extLst>
                <a:ext uri="{FF2B5EF4-FFF2-40B4-BE49-F238E27FC236}">
                  <a16:creationId xmlns:a16="http://schemas.microsoft.com/office/drawing/2014/main" id="{A737F445-D9FD-4562-BFB7-59805DAF6707}"/>
                </a:ext>
              </a:extLst>
            </p:cNvPr>
            <p:cNvSpPr/>
            <p:nvPr/>
          </p:nvSpPr>
          <p:spPr>
            <a:xfrm>
              <a:off x="8916554" y="4483"/>
              <a:ext cx="617753" cy="824890"/>
            </a:xfrm>
            <a:custGeom>
              <a:avLst/>
              <a:gdLst/>
              <a:ahLst/>
              <a:cxnLst/>
              <a:rect l="l" t="t" r="r" b="b"/>
              <a:pathLst>
                <a:path w="680720" h="934719" extrusionOk="0">
                  <a:moveTo>
                    <a:pt x="680719" y="0"/>
                  </a:moveTo>
                  <a:lnTo>
                    <a:pt x="0" y="473710"/>
                  </a:lnTo>
                  <a:lnTo>
                    <a:pt x="0" y="934720"/>
                  </a:lnTo>
                  <a:lnTo>
                    <a:pt x="680719" y="473710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7" name="Google Shape;1896;p149">
              <a:extLst>
                <a:ext uri="{FF2B5EF4-FFF2-40B4-BE49-F238E27FC236}">
                  <a16:creationId xmlns:a16="http://schemas.microsoft.com/office/drawing/2014/main" id="{539B9B30-E99A-4549-9737-A2038B9DC5AF}"/>
                </a:ext>
              </a:extLst>
            </p:cNvPr>
            <p:cNvSpPr/>
            <p:nvPr/>
          </p:nvSpPr>
          <p:spPr>
            <a:xfrm>
              <a:off x="7009244" y="0"/>
              <a:ext cx="1240117" cy="407962"/>
            </a:xfrm>
            <a:custGeom>
              <a:avLst/>
              <a:gdLst/>
              <a:ahLst/>
              <a:cxnLst/>
              <a:rect l="l" t="t" r="r" b="b"/>
              <a:pathLst>
                <a:path w="1366520" h="462280" extrusionOk="0">
                  <a:moveTo>
                    <a:pt x="0" y="0"/>
                  </a:moveTo>
                  <a:lnTo>
                    <a:pt x="685070" y="462279"/>
                  </a:lnTo>
                  <a:lnTo>
                    <a:pt x="1366344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8" name="Google Shape;1897;p149">
              <a:extLst>
                <a:ext uri="{FF2B5EF4-FFF2-40B4-BE49-F238E27FC236}">
                  <a16:creationId xmlns:a16="http://schemas.microsoft.com/office/drawing/2014/main" id="{5C994CCB-2A70-4496-97F8-4759BDC83588}"/>
                </a:ext>
              </a:extLst>
            </p:cNvPr>
            <p:cNvSpPr/>
            <p:nvPr/>
          </p:nvSpPr>
          <p:spPr>
            <a:xfrm>
              <a:off x="7006851" y="1"/>
              <a:ext cx="626973" cy="802474"/>
            </a:xfrm>
            <a:custGeom>
              <a:avLst/>
              <a:gdLst/>
              <a:ahLst/>
              <a:cxnLst/>
              <a:rect l="l" t="t" r="r" b="b"/>
              <a:pathLst>
                <a:path w="690879" h="909319" extrusionOk="0">
                  <a:moveTo>
                    <a:pt x="0" y="0"/>
                  </a:moveTo>
                  <a:lnTo>
                    <a:pt x="0" y="456565"/>
                  </a:lnTo>
                  <a:lnTo>
                    <a:pt x="690879" y="909320"/>
                  </a:lnTo>
                  <a:lnTo>
                    <a:pt x="690879" y="456565"/>
                  </a:lnTo>
                  <a:lnTo>
                    <a:pt x="7602" y="0"/>
                  </a:lnTo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9" name="Google Shape;1898;p149">
              <a:extLst>
                <a:ext uri="{FF2B5EF4-FFF2-40B4-BE49-F238E27FC236}">
                  <a16:creationId xmlns:a16="http://schemas.microsoft.com/office/drawing/2014/main" id="{4B7C9373-19C5-4A18-B9AE-91295B24B315}"/>
                </a:ext>
              </a:extLst>
            </p:cNvPr>
            <p:cNvSpPr/>
            <p:nvPr/>
          </p:nvSpPr>
          <p:spPr>
            <a:xfrm>
              <a:off x="7634193" y="1"/>
              <a:ext cx="617753" cy="802474"/>
            </a:xfrm>
            <a:custGeom>
              <a:avLst/>
              <a:gdLst/>
              <a:ahLst/>
              <a:cxnLst/>
              <a:rect l="l" t="t" r="r" b="b"/>
              <a:pathLst>
                <a:path w="680720" h="909319" extrusionOk="0">
                  <a:moveTo>
                    <a:pt x="673229" y="0"/>
                  </a:moveTo>
                  <a:lnTo>
                    <a:pt x="0" y="456565"/>
                  </a:lnTo>
                  <a:lnTo>
                    <a:pt x="0" y="909320"/>
                  </a:lnTo>
                  <a:lnTo>
                    <a:pt x="680720" y="456565"/>
                  </a:lnTo>
                  <a:lnTo>
                    <a:pt x="680720" y="0"/>
                  </a:lnTo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0" name="Google Shape;1899;p149">
              <a:extLst>
                <a:ext uri="{FF2B5EF4-FFF2-40B4-BE49-F238E27FC236}">
                  <a16:creationId xmlns:a16="http://schemas.microsoft.com/office/drawing/2014/main" id="{C73C8A9D-D0D9-4E46-B012-BE91E59C141E}"/>
                </a:ext>
              </a:extLst>
            </p:cNvPr>
            <p:cNvSpPr/>
            <p:nvPr/>
          </p:nvSpPr>
          <p:spPr>
            <a:xfrm>
              <a:off x="8270760" y="865093"/>
              <a:ext cx="617753" cy="860755"/>
            </a:xfrm>
            <a:custGeom>
              <a:avLst/>
              <a:gdLst/>
              <a:ahLst/>
              <a:cxnLst/>
              <a:rect l="l" t="t" r="r" b="b"/>
              <a:pathLst>
                <a:path w="680720" h="975360" extrusionOk="0">
                  <a:moveTo>
                    <a:pt x="680719" y="0"/>
                  </a:moveTo>
                  <a:lnTo>
                    <a:pt x="0" y="474852"/>
                  </a:lnTo>
                  <a:lnTo>
                    <a:pt x="0" y="975359"/>
                  </a:lnTo>
                  <a:lnTo>
                    <a:pt x="680719" y="474852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1" name="Google Shape;1900;p149">
              <a:extLst>
                <a:ext uri="{FF2B5EF4-FFF2-40B4-BE49-F238E27FC236}">
                  <a16:creationId xmlns:a16="http://schemas.microsoft.com/office/drawing/2014/main" id="{0FC64199-3478-4940-9D52-AA2F9338C13E}"/>
                </a:ext>
              </a:extLst>
            </p:cNvPr>
            <p:cNvSpPr/>
            <p:nvPr/>
          </p:nvSpPr>
          <p:spPr>
            <a:xfrm>
              <a:off x="7643418" y="434787"/>
              <a:ext cx="1244727" cy="851789"/>
            </a:xfrm>
            <a:custGeom>
              <a:avLst/>
              <a:gdLst/>
              <a:ahLst/>
              <a:cxnLst/>
              <a:rect l="l" t="t" r="r" b="b"/>
              <a:pathLst>
                <a:path w="1371600" h="965200" extrusionOk="0">
                  <a:moveTo>
                    <a:pt x="0" y="471678"/>
                  </a:moveTo>
                  <a:lnTo>
                    <a:pt x="694690" y="965200"/>
                  </a:lnTo>
                  <a:lnTo>
                    <a:pt x="1371600" y="490982"/>
                  </a:lnTo>
                  <a:lnTo>
                    <a:pt x="694690" y="0"/>
                  </a:lnTo>
                  <a:lnTo>
                    <a:pt x="0" y="471678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2" name="Google Shape;1901;p149">
              <a:extLst>
                <a:ext uri="{FF2B5EF4-FFF2-40B4-BE49-F238E27FC236}">
                  <a16:creationId xmlns:a16="http://schemas.microsoft.com/office/drawing/2014/main" id="{95F3E51F-DD19-40ED-A297-D56AF55188B3}"/>
                </a:ext>
              </a:extLst>
            </p:cNvPr>
            <p:cNvSpPr/>
            <p:nvPr/>
          </p:nvSpPr>
          <p:spPr>
            <a:xfrm>
              <a:off x="7643418" y="847164"/>
              <a:ext cx="626973" cy="869721"/>
            </a:xfrm>
            <a:custGeom>
              <a:avLst/>
              <a:gdLst/>
              <a:ahLst/>
              <a:cxnLst/>
              <a:rect l="l" t="t" r="r" b="b"/>
              <a:pathLst>
                <a:path w="690879" h="985519" extrusionOk="0">
                  <a:moveTo>
                    <a:pt x="2540" y="0"/>
                  </a:moveTo>
                  <a:lnTo>
                    <a:pt x="0" y="492759"/>
                  </a:lnTo>
                  <a:lnTo>
                    <a:pt x="690880" y="985519"/>
                  </a:lnTo>
                  <a:lnTo>
                    <a:pt x="690880" y="492759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3" name="Google Shape;1902;p149">
              <a:extLst>
                <a:ext uri="{FF2B5EF4-FFF2-40B4-BE49-F238E27FC236}">
                  <a16:creationId xmlns:a16="http://schemas.microsoft.com/office/drawing/2014/main" id="{BD642DE4-99B9-4857-8868-E5568E0F77AC}"/>
                </a:ext>
              </a:extLst>
            </p:cNvPr>
            <p:cNvSpPr/>
            <p:nvPr/>
          </p:nvSpPr>
          <p:spPr>
            <a:xfrm>
              <a:off x="8953456" y="875740"/>
              <a:ext cx="954290" cy="419730"/>
            </a:xfrm>
            <a:custGeom>
              <a:avLst/>
              <a:gdLst/>
              <a:ahLst/>
              <a:cxnLst/>
              <a:rect l="l" t="t" r="r" b="b"/>
              <a:pathLst>
                <a:path w="1051559" h="475615" extrusionOk="0">
                  <a:moveTo>
                    <a:pt x="0" y="0"/>
                  </a:moveTo>
                  <a:lnTo>
                    <a:pt x="671829" y="475615"/>
                  </a:lnTo>
                  <a:lnTo>
                    <a:pt x="1051560" y="216191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4" name="Google Shape;1903;p149">
              <a:extLst>
                <a:ext uri="{FF2B5EF4-FFF2-40B4-BE49-F238E27FC236}">
                  <a16:creationId xmlns:a16="http://schemas.microsoft.com/office/drawing/2014/main" id="{D33259B6-5562-4366-90EB-F4D6757544B1}"/>
                </a:ext>
              </a:extLst>
            </p:cNvPr>
            <p:cNvSpPr/>
            <p:nvPr/>
          </p:nvSpPr>
          <p:spPr>
            <a:xfrm>
              <a:off x="8953456" y="452718"/>
              <a:ext cx="954290" cy="423093"/>
            </a:xfrm>
            <a:custGeom>
              <a:avLst/>
              <a:gdLst/>
              <a:ahLst/>
              <a:cxnLst/>
              <a:rect l="l" t="t" r="r" b="b"/>
              <a:pathLst>
                <a:path w="1051559" h="479425" extrusionOk="0">
                  <a:moveTo>
                    <a:pt x="1051560" y="272285"/>
                  </a:moveTo>
                  <a:lnTo>
                    <a:pt x="678179" y="0"/>
                  </a:lnTo>
                  <a:lnTo>
                    <a:pt x="0" y="479425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5" name="Google Shape;1904;p149">
              <a:extLst>
                <a:ext uri="{FF2B5EF4-FFF2-40B4-BE49-F238E27FC236}">
                  <a16:creationId xmlns:a16="http://schemas.microsoft.com/office/drawing/2014/main" id="{95DBEB3A-AD3C-4104-B627-F2030C8A4B8A}"/>
                </a:ext>
              </a:extLst>
            </p:cNvPr>
            <p:cNvSpPr/>
            <p:nvPr/>
          </p:nvSpPr>
          <p:spPr>
            <a:xfrm>
              <a:off x="8944229" y="874059"/>
              <a:ext cx="617753" cy="833857"/>
            </a:xfrm>
            <a:custGeom>
              <a:avLst/>
              <a:gdLst/>
              <a:ahLst/>
              <a:cxnLst/>
              <a:rect l="l" t="t" r="r" b="b"/>
              <a:pathLst>
                <a:path w="680720" h="944880" extrusionOk="0">
                  <a:moveTo>
                    <a:pt x="2539" y="0"/>
                  </a:moveTo>
                  <a:lnTo>
                    <a:pt x="0" y="473710"/>
                  </a:lnTo>
                  <a:lnTo>
                    <a:pt x="675639" y="944879"/>
                  </a:lnTo>
                  <a:lnTo>
                    <a:pt x="680720" y="480187"/>
                  </a:lnTo>
                  <a:lnTo>
                    <a:pt x="253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6" name="Google Shape;1905;p149">
              <a:extLst>
                <a:ext uri="{FF2B5EF4-FFF2-40B4-BE49-F238E27FC236}">
                  <a16:creationId xmlns:a16="http://schemas.microsoft.com/office/drawing/2014/main" id="{B5C9D5C6-758A-4703-BE3E-3EB9DC1D20AB}"/>
                </a:ext>
              </a:extLst>
            </p:cNvPr>
            <p:cNvSpPr/>
            <p:nvPr/>
          </p:nvSpPr>
          <p:spPr>
            <a:xfrm>
              <a:off x="9562346" y="1066703"/>
              <a:ext cx="345757" cy="641644"/>
            </a:xfrm>
            <a:custGeom>
              <a:avLst/>
              <a:gdLst/>
              <a:ahLst/>
              <a:cxnLst/>
              <a:rect l="l" t="t" r="r" b="b"/>
              <a:pathLst>
                <a:path w="381000" h="727075" extrusionOk="0">
                  <a:moveTo>
                    <a:pt x="381000" y="0"/>
                  </a:moveTo>
                  <a:lnTo>
                    <a:pt x="5079" y="261094"/>
                  </a:lnTo>
                  <a:lnTo>
                    <a:pt x="0" y="726549"/>
                  </a:lnTo>
                  <a:lnTo>
                    <a:pt x="381000" y="468213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D82CD990-B518-44EA-8A85-8C62312DCC51}"/>
              </a:ext>
            </a:extLst>
          </p:cNvPr>
          <p:cNvSpPr txBox="1"/>
          <p:nvPr userDrawn="1"/>
        </p:nvSpPr>
        <p:spPr>
          <a:xfrm>
            <a:off x="7501003" y="6594281"/>
            <a:ext cx="4064000" cy="203133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lvl="0" indent="0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1pPr>
            <a:lvl2pPr marL="284400" lvl="1" indent="-17280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2pPr>
            <a:lvl3pPr marL="511200" lvl="2" indent="-16560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3pPr>
            <a:lvl4pPr marL="0" lvl="3" indent="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2000">
                <a:solidFill>
                  <a:schemeClr val="tx2"/>
                </a:solidFill>
                <a:sym typeface="Trebuchet MS" panose="020B0603020202020204" pitchFamily="34" charset="0"/>
              </a:defRPr>
            </a:lvl4pPr>
            <a:lvl5pPr marL="0" lvl="4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2000" b="1" smtClean="0">
                <a:solidFill>
                  <a:schemeClr val="tx1"/>
                </a:solidFill>
                <a:sym typeface="Trebuchet MS" panose="020B0603020202020204" pitchFamily="34" charset="0"/>
              </a:defRPr>
            </a:lvl5pPr>
            <a:lvl6pPr marL="269875" lvl="5" indent="-152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2000" smtClean="0">
                <a:solidFill>
                  <a:schemeClr val="tx1"/>
                </a:solidFill>
                <a:sym typeface="Trebuchet MS" panose="020B0603020202020204" pitchFamily="34" charset="0"/>
              </a:defRPr>
            </a:lvl6pPr>
            <a:lvl7pPr marL="0" lvl="6" indent="0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5400" baseline="0" smtClean="0">
                <a:solidFill>
                  <a:schemeClr val="tx1"/>
                </a:solidFill>
                <a:sym typeface="Trebuchet MS" panose="020B0603020202020204" pitchFamily="34" charset="0"/>
              </a:defRPr>
            </a:lvl7pPr>
            <a:lvl8pPr marL="0" lvl="7" indent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6600" baseline="0" smtClean="0">
                <a:solidFill>
                  <a:schemeClr val="tx2"/>
                </a:solidFill>
                <a:sym typeface="Trebuchet MS" panose="020B0603020202020204" pitchFamily="34" charset="0"/>
              </a:defRPr>
            </a:lvl8pPr>
            <a:lvl9pPr marL="0" lvl="8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3200" baseline="0" dirty="0">
                <a:solidFill>
                  <a:schemeClr val="tx2"/>
                </a:solidFill>
                <a:sym typeface="Trebuchet MS" panose="020B0603020202020204" pitchFamily="34" charset="0"/>
              </a:defRPr>
            </a:lvl9pPr>
          </a:lstStyle>
          <a:p>
            <a:pPr algn="r">
              <a:buNone/>
            </a:pPr>
            <a:r>
              <a:rPr lang="en-US" sz="1200" b="1">
                <a:solidFill>
                  <a:schemeClr val="tx1"/>
                </a:solidFill>
              </a:rPr>
              <a:t>CONFIDENTIAL – NOT TO BE DISTRIBUTED </a:t>
            </a:r>
          </a:p>
        </p:txBody>
      </p:sp>
    </p:spTree>
    <p:extLst>
      <p:ext uri="{BB962C8B-B14F-4D97-AF65-F5344CB8AC3E}">
        <p14:creationId xmlns:p14="http://schemas.microsoft.com/office/powerpoint/2010/main" val="3226806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half">
    <p:bg>
      <p:bgPr>
        <a:gradFill>
          <a:gsLst>
            <a:gs pos="100000">
              <a:srgbClr val="073B16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11976EC-3FA0-401F-8CFA-66B99EE26B6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703173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1" imgH="363" progId="TCLayout.ActiveDocument.1">
                  <p:embed/>
                </p:oleObj>
              </mc:Choice>
              <mc:Fallback>
                <p:oleObj name="think-cell Slide" r:id="rId3" imgW="351" imgH="36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11976EC-3FA0-401F-8CFA-66B99EE26B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Date Placeholder 7"/>
          <p:cNvSpPr>
            <a:spLocks noGrp="1"/>
          </p:cNvSpPr>
          <p:nvPr>
            <p:ph type="dt" sz="half" idx="16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TextBox 14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4" name="Pentagon 8"/>
          <p:cNvSpPr/>
          <p:nvPr userDrawn="1"/>
        </p:nvSpPr>
        <p:spPr bwMode="white">
          <a:xfrm>
            <a:off x="0" y="0"/>
            <a:ext cx="6363546" cy="6858000"/>
          </a:xfrm>
          <a:prstGeom prst="homePlate">
            <a:avLst>
              <a:gd name="adj" fmla="val 12939"/>
            </a:avLst>
          </a:prstGeom>
          <a:solidFill>
            <a:srgbClr val="F2F2F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en-US" sz="1600">
              <a:solidFill>
                <a:schemeClr val="bg1"/>
              </a:solidFill>
              <a:sym typeface="Trebuchet MS" panose="020B0603020202020204" pitchFamily="34" charset="0"/>
            </a:endParaRPr>
          </a:p>
        </p:txBody>
      </p:sp>
      <p:sp>
        <p:nvSpPr>
          <p:cNvPr id="16" name="Title 2"/>
          <p:cNvSpPr>
            <a:spLocks noGrp="1"/>
          </p:cNvSpPr>
          <p:nvPr>
            <p:ph type="title" hasCustomPrompt="1"/>
          </p:nvPr>
        </p:nvSpPr>
        <p:spPr>
          <a:xfrm>
            <a:off x="756745" y="317139"/>
            <a:ext cx="4546901" cy="569387"/>
          </a:xfrm>
          <a:prstGeom prst="rect">
            <a:avLst/>
          </a:prstGeom>
        </p:spPr>
        <p:txBody>
          <a:bodyPr vert="horz" wrap="square" lIns="0" tIns="0" rIns="0" bIns="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4000" b="1" i="0" u="none" kern="1200" spc="0">
                <a:solidFill>
                  <a:schemeClr val="tx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pic>
        <p:nvPicPr>
          <p:cNvPr id="9" name="Picture 8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806" y="3589606"/>
            <a:ext cx="1365250" cy="3382962"/>
          </a:xfrm>
          <a:custGeom>
            <a:avLst/>
            <a:gdLst>
              <a:gd name="connsiteX0" fmla="*/ 920598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0 w 1365250"/>
              <a:gd name="connsiteY3" fmla="*/ 3382962 h 3382962"/>
              <a:gd name="connsiteX4" fmla="*/ 0 w 1365250"/>
              <a:gd name="connsiteY4" fmla="*/ 3320782 h 3382962"/>
              <a:gd name="connsiteX5" fmla="*/ 126694 w 1365250"/>
              <a:gd name="connsiteY5" fmla="*/ 3320782 h 3382962"/>
              <a:gd name="connsiteX6" fmla="*/ 0 w 1365250"/>
              <a:gd name="connsiteY6" fmla="*/ 0 h 3382962"/>
              <a:gd name="connsiteX7" fmla="*/ 908172 w 1365250"/>
              <a:gd name="connsiteY7" fmla="*/ 0 h 3382962"/>
              <a:gd name="connsiteX8" fmla="*/ 0 w 1365250"/>
              <a:gd name="connsiteY8" fmla="*/ 2890357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5250" h="3382962">
                <a:moveTo>
                  <a:pt x="920598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320782"/>
                </a:lnTo>
                <a:lnTo>
                  <a:pt x="126694" y="3320782"/>
                </a:lnTo>
                <a:close/>
                <a:moveTo>
                  <a:pt x="0" y="0"/>
                </a:moveTo>
                <a:lnTo>
                  <a:pt x="908172" y="0"/>
                </a:lnTo>
                <a:lnTo>
                  <a:pt x="0" y="289035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oogle Shape;1892;p149">
            <a:extLst>
              <a:ext uri="{FF2B5EF4-FFF2-40B4-BE49-F238E27FC236}">
                <a16:creationId xmlns:a16="http://schemas.microsoft.com/office/drawing/2014/main" id="{FF5D0B8D-6363-4E55-8331-3C5738D24A69}"/>
              </a:ext>
            </a:extLst>
          </p:cNvPr>
          <p:cNvGrpSpPr/>
          <p:nvPr userDrawn="1"/>
        </p:nvGrpSpPr>
        <p:grpSpPr>
          <a:xfrm>
            <a:off x="10019832" y="-28841"/>
            <a:ext cx="2172168" cy="1289899"/>
            <a:chOff x="7006851" y="0"/>
            <a:chExt cx="2901252" cy="1725848"/>
          </a:xfrm>
        </p:grpSpPr>
        <p:sp>
          <p:nvSpPr>
            <p:cNvPr id="11" name="Google Shape;1893;p149">
              <a:extLst>
                <a:ext uri="{FF2B5EF4-FFF2-40B4-BE49-F238E27FC236}">
                  <a16:creationId xmlns:a16="http://schemas.microsoft.com/office/drawing/2014/main" id="{42D93CCD-F2C5-4401-9A48-DBB5F4BA0D12}"/>
                </a:ext>
              </a:extLst>
            </p:cNvPr>
            <p:cNvSpPr/>
            <p:nvPr/>
          </p:nvSpPr>
          <p:spPr>
            <a:xfrm>
              <a:off x="8307663" y="0"/>
              <a:ext cx="1226286" cy="416928"/>
            </a:xfrm>
            <a:custGeom>
              <a:avLst/>
              <a:gdLst/>
              <a:ahLst/>
              <a:cxnLst/>
              <a:rect l="l" t="t" r="r" b="b"/>
              <a:pathLst>
                <a:path w="1351279" h="472440" extrusionOk="0">
                  <a:moveTo>
                    <a:pt x="0" y="1904"/>
                  </a:moveTo>
                  <a:lnTo>
                    <a:pt x="675640" y="472440"/>
                  </a:lnTo>
                  <a:lnTo>
                    <a:pt x="1351279" y="1904"/>
                  </a:lnTo>
                  <a:lnTo>
                    <a:pt x="1348623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2" name="Google Shape;1894;p149">
              <a:extLst>
                <a:ext uri="{FF2B5EF4-FFF2-40B4-BE49-F238E27FC236}">
                  <a16:creationId xmlns:a16="http://schemas.microsoft.com/office/drawing/2014/main" id="{63030B95-6704-452D-A3DE-198831B03D94}"/>
                </a:ext>
              </a:extLst>
            </p:cNvPr>
            <p:cNvSpPr/>
            <p:nvPr/>
          </p:nvSpPr>
          <p:spPr>
            <a:xfrm>
              <a:off x="8307663" y="4483"/>
              <a:ext cx="608532" cy="824890"/>
            </a:xfrm>
            <a:custGeom>
              <a:avLst/>
              <a:gdLst/>
              <a:ahLst/>
              <a:cxnLst/>
              <a:rect l="l" t="t" r="r" b="b"/>
              <a:pathLst>
                <a:path w="670559" h="934719" extrusionOk="0">
                  <a:moveTo>
                    <a:pt x="0" y="0"/>
                  </a:moveTo>
                  <a:lnTo>
                    <a:pt x="0" y="473710"/>
                  </a:lnTo>
                  <a:lnTo>
                    <a:pt x="670560" y="934720"/>
                  </a:lnTo>
                  <a:lnTo>
                    <a:pt x="670560" y="4737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3" name="Google Shape;1895;p149">
              <a:extLst>
                <a:ext uri="{FF2B5EF4-FFF2-40B4-BE49-F238E27FC236}">
                  <a16:creationId xmlns:a16="http://schemas.microsoft.com/office/drawing/2014/main" id="{A737F445-D9FD-4562-BFB7-59805DAF6707}"/>
                </a:ext>
              </a:extLst>
            </p:cNvPr>
            <p:cNvSpPr/>
            <p:nvPr/>
          </p:nvSpPr>
          <p:spPr>
            <a:xfrm>
              <a:off x="8916554" y="4483"/>
              <a:ext cx="617753" cy="824890"/>
            </a:xfrm>
            <a:custGeom>
              <a:avLst/>
              <a:gdLst/>
              <a:ahLst/>
              <a:cxnLst/>
              <a:rect l="l" t="t" r="r" b="b"/>
              <a:pathLst>
                <a:path w="680720" h="934719" extrusionOk="0">
                  <a:moveTo>
                    <a:pt x="680719" y="0"/>
                  </a:moveTo>
                  <a:lnTo>
                    <a:pt x="0" y="473710"/>
                  </a:lnTo>
                  <a:lnTo>
                    <a:pt x="0" y="934720"/>
                  </a:lnTo>
                  <a:lnTo>
                    <a:pt x="680719" y="473710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7" name="Google Shape;1896;p149">
              <a:extLst>
                <a:ext uri="{FF2B5EF4-FFF2-40B4-BE49-F238E27FC236}">
                  <a16:creationId xmlns:a16="http://schemas.microsoft.com/office/drawing/2014/main" id="{539B9B30-E99A-4549-9737-A2038B9DC5AF}"/>
                </a:ext>
              </a:extLst>
            </p:cNvPr>
            <p:cNvSpPr/>
            <p:nvPr/>
          </p:nvSpPr>
          <p:spPr>
            <a:xfrm>
              <a:off x="7009244" y="0"/>
              <a:ext cx="1240117" cy="407962"/>
            </a:xfrm>
            <a:custGeom>
              <a:avLst/>
              <a:gdLst/>
              <a:ahLst/>
              <a:cxnLst/>
              <a:rect l="l" t="t" r="r" b="b"/>
              <a:pathLst>
                <a:path w="1366520" h="462280" extrusionOk="0">
                  <a:moveTo>
                    <a:pt x="0" y="0"/>
                  </a:moveTo>
                  <a:lnTo>
                    <a:pt x="685070" y="462279"/>
                  </a:lnTo>
                  <a:lnTo>
                    <a:pt x="1366344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8" name="Google Shape;1897;p149">
              <a:extLst>
                <a:ext uri="{FF2B5EF4-FFF2-40B4-BE49-F238E27FC236}">
                  <a16:creationId xmlns:a16="http://schemas.microsoft.com/office/drawing/2014/main" id="{5C994CCB-2A70-4496-97F8-4759BDC83588}"/>
                </a:ext>
              </a:extLst>
            </p:cNvPr>
            <p:cNvSpPr/>
            <p:nvPr/>
          </p:nvSpPr>
          <p:spPr>
            <a:xfrm>
              <a:off x="7006851" y="1"/>
              <a:ext cx="626973" cy="802474"/>
            </a:xfrm>
            <a:custGeom>
              <a:avLst/>
              <a:gdLst/>
              <a:ahLst/>
              <a:cxnLst/>
              <a:rect l="l" t="t" r="r" b="b"/>
              <a:pathLst>
                <a:path w="690879" h="909319" extrusionOk="0">
                  <a:moveTo>
                    <a:pt x="0" y="0"/>
                  </a:moveTo>
                  <a:lnTo>
                    <a:pt x="0" y="456565"/>
                  </a:lnTo>
                  <a:lnTo>
                    <a:pt x="690879" y="909320"/>
                  </a:lnTo>
                  <a:lnTo>
                    <a:pt x="690879" y="456565"/>
                  </a:lnTo>
                  <a:lnTo>
                    <a:pt x="7602" y="0"/>
                  </a:lnTo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9" name="Google Shape;1898;p149">
              <a:extLst>
                <a:ext uri="{FF2B5EF4-FFF2-40B4-BE49-F238E27FC236}">
                  <a16:creationId xmlns:a16="http://schemas.microsoft.com/office/drawing/2014/main" id="{4B7C9373-19C5-4A18-B9AE-91295B24B315}"/>
                </a:ext>
              </a:extLst>
            </p:cNvPr>
            <p:cNvSpPr/>
            <p:nvPr/>
          </p:nvSpPr>
          <p:spPr>
            <a:xfrm>
              <a:off x="7634193" y="1"/>
              <a:ext cx="617753" cy="802474"/>
            </a:xfrm>
            <a:custGeom>
              <a:avLst/>
              <a:gdLst/>
              <a:ahLst/>
              <a:cxnLst/>
              <a:rect l="l" t="t" r="r" b="b"/>
              <a:pathLst>
                <a:path w="680720" h="909319" extrusionOk="0">
                  <a:moveTo>
                    <a:pt x="673229" y="0"/>
                  </a:moveTo>
                  <a:lnTo>
                    <a:pt x="0" y="456565"/>
                  </a:lnTo>
                  <a:lnTo>
                    <a:pt x="0" y="909320"/>
                  </a:lnTo>
                  <a:lnTo>
                    <a:pt x="680720" y="456565"/>
                  </a:lnTo>
                  <a:lnTo>
                    <a:pt x="680720" y="0"/>
                  </a:lnTo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0" name="Google Shape;1899;p149">
              <a:extLst>
                <a:ext uri="{FF2B5EF4-FFF2-40B4-BE49-F238E27FC236}">
                  <a16:creationId xmlns:a16="http://schemas.microsoft.com/office/drawing/2014/main" id="{C73C8A9D-D0D9-4E46-B012-BE91E59C141E}"/>
                </a:ext>
              </a:extLst>
            </p:cNvPr>
            <p:cNvSpPr/>
            <p:nvPr/>
          </p:nvSpPr>
          <p:spPr>
            <a:xfrm>
              <a:off x="8270760" y="865093"/>
              <a:ext cx="617753" cy="860755"/>
            </a:xfrm>
            <a:custGeom>
              <a:avLst/>
              <a:gdLst/>
              <a:ahLst/>
              <a:cxnLst/>
              <a:rect l="l" t="t" r="r" b="b"/>
              <a:pathLst>
                <a:path w="680720" h="975360" extrusionOk="0">
                  <a:moveTo>
                    <a:pt x="680719" y="0"/>
                  </a:moveTo>
                  <a:lnTo>
                    <a:pt x="0" y="474852"/>
                  </a:lnTo>
                  <a:lnTo>
                    <a:pt x="0" y="975359"/>
                  </a:lnTo>
                  <a:lnTo>
                    <a:pt x="680719" y="474852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1" name="Google Shape;1900;p149">
              <a:extLst>
                <a:ext uri="{FF2B5EF4-FFF2-40B4-BE49-F238E27FC236}">
                  <a16:creationId xmlns:a16="http://schemas.microsoft.com/office/drawing/2014/main" id="{0FC64199-3478-4940-9D52-AA2F9338C13E}"/>
                </a:ext>
              </a:extLst>
            </p:cNvPr>
            <p:cNvSpPr/>
            <p:nvPr/>
          </p:nvSpPr>
          <p:spPr>
            <a:xfrm>
              <a:off x="7643418" y="434787"/>
              <a:ext cx="1244727" cy="851789"/>
            </a:xfrm>
            <a:custGeom>
              <a:avLst/>
              <a:gdLst/>
              <a:ahLst/>
              <a:cxnLst/>
              <a:rect l="l" t="t" r="r" b="b"/>
              <a:pathLst>
                <a:path w="1371600" h="965200" extrusionOk="0">
                  <a:moveTo>
                    <a:pt x="0" y="471678"/>
                  </a:moveTo>
                  <a:lnTo>
                    <a:pt x="694690" y="965200"/>
                  </a:lnTo>
                  <a:lnTo>
                    <a:pt x="1371600" y="490982"/>
                  </a:lnTo>
                  <a:lnTo>
                    <a:pt x="694690" y="0"/>
                  </a:lnTo>
                  <a:lnTo>
                    <a:pt x="0" y="471678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2" name="Google Shape;1901;p149">
              <a:extLst>
                <a:ext uri="{FF2B5EF4-FFF2-40B4-BE49-F238E27FC236}">
                  <a16:creationId xmlns:a16="http://schemas.microsoft.com/office/drawing/2014/main" id="{95F3E51F-DD19-40ED-A297-D56AF55188B3}"/>
                </a:ext>
              </a:extLst>
            </p:cNvPr>
            <p:cNvSpPr/>
            <p:nvPr/>
          </p:nvSpPr>
          <p:spPr>
            <a:xfrm>
              <a:off x="7643418" y="847164"/>
              <a:ext cx="626973" cy="869721"/>
            </a:xfrm>
            <a:custGeom>
              <a:avLst/>
              <a:gdLst/>
              <a:ahLst/>
              <a:cxnLst/>
              <a:rect l="l" t="t" r="r" b="b"/>
              <a:pathLst>
                <a:path w="690879" h="985519" extrusionOk="0">
                  <a:moveTo>
                    <a:pt x="2540" y="0"/>
                  </a:moveTo>
                  <a:lnTo>
                    <a:pt x="0" y="492759"/>
                  </a:lnTo>
                  <a:lnTo>
                    <a:pt x="690880" y="985519"/>
                  </a:lnTo>
                  <a:lnTo>
                    <a:pt x="690880" y="492759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3" name="Google Shape;1902;p149">
              <a:extLst>
                <a:ext uri="{FF2B5EF4-FFF2-40B4-BE49-F238E27FC236}">
                  <a16:creationId xmlns:a16="http://schemas.microsoft.com/office/drawing/2014/main" id="{BD642DE4-99B9-4857-8868-E5568E0F77AC}"/>
                </a:ext>
              </a:extLst>
            </p:cNvPr>
            <p:cNvSpPr/>
            <p:nvPr/>
          </p:nvSpPr>
          <p:spPr>
            <a:xfrm>
              <a:off x="8953456" y="875740"/>
              <a:ext cx="954290" cy="419730"/>
            </a:xfrm>
            <a:custGeom>
              <a:avLst/>
              <a:gdLst/>
              <a:ahLst/>
              <a:cxnLst/>
              <a:rect l="l" t="t" r="r" b="b"/>
              <a:pathLst>
                <a:path w="1051559" h="475615" extrusionOk="0">
                  <a:moveTo>
                    <a:pt x="0" y="0"/>
                  </a:moveTo>
                  <a:lnTo>
                    <a:pt x="671829" y="475615"/>
                  </a:lnTo>
                  <a:lnTo>
                    <a:pt x="1051560" y="216191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4" name="Google Shape;1903;p149">
              <a:extLst>
                <a:ext uri="{FF2B5EF4-FFF2-40B4-BE49-F238E27FC236}">
                  <a16:creationId xmlns:a16="http://schemas.microsoft.com/office/drawing/2014/main" id="{D33259B6-5562-4366-90EB-F4D6757544B1}"/>
                </a:ext>
              </a:extLst>
            </p:cNvPr>
            <p:cNvSpPr/>
            <p:nvPr/>
          </p:nvSpPr>
          <p:spPr>
            <a:xfrm>
              <a:off x="8953456" y="452718"/>
              <a:ext cx="954290" cy="423093"/>
            </a:xfrm>
            <a:custGeom>
              <a:avLst/>
              <a:gdLst/>
              <a:ahLst/>
              <a:cxnLst/>
              <a:rect l="l" t="t" r="r" b="b"/>
              <a:pathLst>
                <a:path w="1051559" h="479425" extrusionOk="0">
                  <a:moveTo>
                    <a:pt x="1051560" y="272285"/>
                  </a:moveTo>
                  <a:lnTo>
                    <a:pt x="678179" y="0"/>
                  </a:lnTo>
                  <a:lnTo>
                    <a:pt x="0" y="479425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5" name="Google Shape;1904;p149">
              <a:extLst>
                <a:ext uri="{FF2B5EF4-FFF2-40B4-BE49-F238E27FC236}">
                  <a16:creationId xmlns:a16="http://schemas.microsoft.com/office/drawing/2014/main" id="{95DBEB3A-AD3C-4104-B627-F2030C8A4B8A}"/>
                </a:ext>
              </a:extLst>
            </p:cNvPr>
            <p:cNvSpPr/>
            <p:nvPr/>
          </p:nvSpPr>
          <p:spPr>
            <a:xfrm>
              <a:off x="8944229" y="874059"/>
              <a:ext cx="617753" cy="833857"/>
            </a:xfrm>
            <a:custGeom>
              <a:avLst/>
              <a:gdLst/>
              <a:ahLst/>
              <a:cxnLst/>
              <a:rect l="l" t="t" r="r" b="b"/>
              <a:pathLst>
                <a:path w="680720" h="944880" extrusionOk="0">
                  <a:moveTo>
                    <a:pt x="2539" y="0"/>
                  </a:moveTo>
                  <a:lnTo>
                    <a:pt x="0" y="473710"/>
                  </a:lnTo>
                  <a:lnTo>
                    <a:pt x="675639" y="944879"/>
                  </a:lnTo>
                  <a:lnTo>
                    <a:pt x="680720" y="480187"/>
                  </a:lnTo>
                  <a:lnTo>
                    <a:pt x="253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6" name="Google Shape;1905;p149">
              <a:extLst>
                <a:ext uri="{FF2B5EF4-FFF2-40B4-BE49-F238E27FC236}">
                  <a16:creationId xmlns:a16="http://schemas.microsoft.com/office/drawing/2014/main" id="{B5C9D5C6-758A-4703-BE3E-3EB9DC1D20AB}"/>
                </a:ext>
              </a:extLst>
            </p:cNvPr>
            <p:cNvSpPr/>
            <p:nvPr/>
          </p:nvSpPr>
          <p:spPr>
            <a:xfrm>
              <a:off x="9562346" y="1066703"/>
              <a:ext cx="345757" cy="641644"/>
            </a:xfrm>
            <a:custGeom>
              <a:avLst/>
              <a:gdLst/>
              <a:ahLst/>
              <a:cxnLst/>
              <a:rect l="l" t="t" r="r" b="b"/>
              <a:pathLst>
                <a:path w="381000" h="727075" extrusionOk="0">
                  <a:moveTo>
                    <a:pt x="381000" y="0"/>
                  </a:moveTo>
                  <a:lnTo>
                    <a:pt x="5079" y="261094"/>
                  </a:lnTo>
                  <a:lnTo>
                    <a:pt x="0" y="726549"/>
                  </a:lnTo>
                  <a:lnTo>
                    <a:pt x="381000" y="468213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96927667-2081-4B7A-A290-220A6DCAB474}"/>
              </a:ext>
            </a:extLst>
          </p:cNvPr>
          <p:cNvSpPr txBox="1"/>
          <p:nvPr userDrawn="1"/>
        </p:nvSpPr>
        <p:spPr>
          <a:xfrm>
            <a:off x="7501003" y="6594281"/>
            <a:ext cx="4064000" cy="203133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lvl="0" indent="0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1pPr>
            <a:lvl2pPr marL="284400" lvl="1" indent="-17280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2pPr>
            <a:lvl3pPr marL="511200" lvl="2" indent="-16560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3pPr>
            <a:lvl4pPr marL="0" lvl="3" indent="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2000">
                <a:solidFill>
                  <a:schemeClr val="tx2"/>
                </a:solidFill>
                <a:sym typeface="Trebuchet MS" panose="020B0603020202020204" pitchFamily="34" charset="0"/>
              </a:defRPr>
            </a:lvl4pPr>
            <a:lvl5pPr marL="0" lvl="4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2000" b="1" smtClean="0">
                <a:solidFill>
                  <a:schemeClr val="tx1"/>
                </a:solidFill>
                <a:sym typeface="Trebuchet MS" panose="020B0603020202020204" pitchFamily="34" charset="0"/>
              </a:defRPr>
            </a:lvl5pPr>
            <a:lvl6pPr marL="269875" lvl="5" indent="-152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2000" smtClean="0">
                <a:solidFill>
                  <a:schemeClr val="tx1"/>
                </a:solidFill>
                <a:sym typeface="Trebuchet MS" panose="020B0603020202020204" pitchFamily="34" charset="0"/>
              </a:defRPr>
            </a:lvl6pPr>
            <a:lvl7pPr marL="0" lvl="6" indent="0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5400" baseline="0" smtClean="0">
                <a:solidFill>
                  <a:schemeClr val="tx1"/>
                </a:solidFill>
                <a:sym typeface="Trebuchet MS" panose="020B0603020202020204" pitchFamily="34" charset="0"/>
              </a:defRPr>
            </a:lvl7pPr>
            <a:lvl8pPr marL="0" lvl="7" indent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6600" baseline="0" smtClean="0">
                <a:solidFill>
                  <a:schemeClr val="tx2"/>
                </a:solidFill>
                <a:sym typeface="Trebuchet MS" panose="020B0603020202020204" pitchFamily="34" charset="0"/>
              </a:defRPr>
            </a:lvl8pPr>
            <a:lvl9pPr marL="0" lvl="8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3200" baseline="0" dirty="0">
                <a:solidFill>
                  <a:schemeClr val="tx2"/>
                </a:solidFill>
                <a:sym typeface="Trebuchet MS" panose="020B0603020202020204" pitchFamily="34" charset="0"/>
              </a:defRPr>
            </a:lvl9pPr>
          </a:lstStyle>
          <a:p>
            <a:pPr algn="r">
              <a:buNone/>
            </a:pPr>
            <a:r>
              <a:rPr lang="en-US" sz="1200" b="1">
                <a:solidFill>
                  <a:schemeClr val="bg1"/>
                </a:solidFill>
              </a:rPr>
              <a:t>CONFIDENTIAL – NOT TO BE DISTRIBUTED </a:t>
            </a:r>
          </a:p>
        </p:txBody>
      </p:sp>
    </p:spTree>
    <p:extLst>
      <p:ext uri="{BB962C8B-B14F-4D97-AF65-F5344CB8AC3E}">
        <p14:creationId xmlns:p14="http://schemas.microsoft.com/office/powerpoint/2010/main" val="3757749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arrow half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256323A-BFCB-4D2B-8446-176197BC032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29446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1" imgH="363" progId="TCLayout.ActiveDocument.1">
                  <p:embed/>
                </p:oleObj>
              </mc:Choice>
              <mc:Fallback>
                <p:oleObj name="think-cell Slide" r:id="rId3" imgW="351" imgH="36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256323A-BFCB-4D2B-8446-176197BC032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Pentagon 8"/>
          <p:cNvSpPr/>
          <p:nvPr userDrawn="1"/>
        </p:nvSpPr>
        <p:spPr bwMode="white">
          <a:xfrm>
            <a:off x="0" y="0"/>
            <a:ext cx="6363546" cy="6858000"/>
          </a:xfrm>
          <a:prstGeom prst="homePlate">
            <a:avLst>
              <a:gd name="adj" fmla="val 12939"/>
            </a:avLst>
          </a:prstGeom>
          <a:gradFill>
            <a:gsLst>
              <a:gs pos="100000">
                <a:srgbClr val="073B16"/>
              </a:gs>
              <a:gs pos="0">
                <a:schemeClr val="accent2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6" name="Title 2"/>
          <p:cNvSpPr>
            <a:spLocks noGrp="1"/>
          </p:cNvSpPr>
          <p:nvPr>
            <p:ph type="title" hasCustomPrompt="1"/>
          </p:nvPr>
        </p:nvSpPr>
        <p:spPr>
          <a:xfrm>
            <a:off x="756745" y="317139"/>
            <a:ext cx="4546901" cy="569387"/>
          </a:xfrm>
          <a:prstGeom prst="rect">
            <a:avLst/>
          </a:prstGeom>
        </p:spPr>
        <p:txBody>
          <a:bodyPr vert="horz" wrap="square" lIns="0" tIns="0" rIns="0" bIns="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4000" b="1" i="0" u="none" kern="1200" spc="0">
                <a:solidFill>
                  <a:srgbClr val="FFFFFF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3" name="TextBox 12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2" b="6867"/>
          <a:stretch/>
        </p:blipFill>
        <p:spPr>
          <a:xfrm rot="120000">
            <a:off x="4460172" y="3407803"/>
            <a:ext cx="2694666" cy="3456551"/>
          </a:xfrm>
          <a:custGeom>
            <a:avLst/>
            <a:gdLst>
              <a:gd name="connsiteX0" fmla="*/ 2136534 w 2694666"/>
              <a:gd name="connsiteY0" fmla="*/ 0 h 3456551"/>
              <a:gd name="connsiteX1" fmla="*/ 2694666 w 2694666"/>
              <a:gd name="connsiteY1" fmla="*/ 0 h 3456551"/>
              <a:gd name="connsiteX2" fmla="*/ 2694666 w 2694666"/>
              <a:gd name="connsiteY2" fmla="*/ 3456551 h 3456551"/>
              <a:gd name="connsiteX3" fmla="*/ 1957033 w 2694666"/>
              <a:gd name="connsiteY3" fmla="*/ 3456551 h 3456551"/>
              <a:gd name="connsiteX4" fmla="*/ 1856842 w 2694666"/>
              <a:gd name="connsiteY4" fmla="*/ 432620 h 3456551"/>
              <a:gd name="connsiteX5" fmla="*/ 1914577 w 2694666"/>
              <a:gd name="connsiteY5" fmla="*/ 426057 h 3456551"/>
              <a:gd name="connsiteX6" fmla="*/ 0 w 2694666"/>
              <a:gd name="connsiteY6" fmla="*/ 0 h 3456551"/>
              <a:gd name="connsiteX7" fmla="*/ 1841687 w 2694666"/>
              <a:gd name="connsiteY7" fmla="*/ 0 h 3456551"/>
              <a:gd name="connsiteX8" fmla="*/ 1142595 w 2694666"/>
              <a:gd name="connsiteY8" fmla="*/ 3456551 h 3456551"/>
              <a:gd name="connsiteX9" fmla="*/ 0 w 2694666"/>
              <a:gd name="connsiteY9" fmla="*/ 3456551 h 345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94666" h="3456551">
                <a:moveTo>
                  <a:pt x="2136534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957033" y="3456551"/>
                </a:lnTo>
                <a:lnTo>
                  <a:pt x="1856842" y="432620"/>
                </a:lnTo>
                <a:lnTo>
                  <a:pt x="1914577" y="426057"/>
                </a:lnTo>
                <a:close/>
                <a:moveTo>
                  <a:pt x="0" y="0"/>
                </a:moveTo>
                <a:lnTo>
                  <a:pt x="1841687" y="0"/>
                </a:lnTo>
                <a:lnTo>
                  <a:pt x="1142595" y="3456551"/>
                </a:lnTo>
                <a:lnTo>
                  <a:pt x="0" y="3456551"/>
                </a:lnTo>
                <a:close/>
              </a:path>
            </a:pathLst>
          </a:custGeom>
        </p:spPr>
      </p:pic>
      <p:grpSp>
        <p:nvGrpSpPr>
          <p:cNvPr id="8" name="Google Shape;1892;p149">
            <a:extLst>
              <a:ext uri="{FF2B5EF4-FFF2-40B4-BE49-F238E27FC236}">
                <a16:creationId xmlns:a16="http://schemas.microsoft.com/office/drawing/2014/main" id="{FF5D0B8D-6363-4E55-8331-3C5738D24A69}"/>
              </a:ext>
            </a:extLst>
          </p:cNvPr>
          <p:cNvGrpSpPr/>
          <p:nvPr userDrawn="1"/>
        </p:nvGrpSpPr>
        <p:grpSpPr>
          <a:xfrm>
            <a:off x="10019832" y="-28841"/>
            <a:ext cx="2172168" cy="1289899"/>
            <a:chOff x="7006851" y="0"/>
            <a:chExt cx="2901252" cy="1725848"/>
          </a:xfrm>
        </p:grpSpPr>
        <p:sp>
          <p:nvSpPr>
            <p:cNvPr id="10" name="Google Shape;1893;p149">
              <a:extLst>
                <a:ext uri="{FF2B5EF4-FFF2-40B4-BE49-F238E27FC236}">
                  <a16:creationId xmlns:a16="http://schemas.microsoft.com/office/drawing/2014/main" id="{42D93CCD-F2C5-4401-9A48-DBB5F4BA0D12}"/>
                </a:ext>
              </a:extLst>
            </p:cNvPr>
            <p:cNvSpPr/>
            <p:nvPr/>
          </p:nvSpPr>
          <p:spPr>
            <a:xfrm>
              <a:off x="8307663" y="0"/>
              <a:ext cx="1226286" cy="416928"/>
            </a:xfrm>
            <a:custGeom>
              <a:avLst/>
              <a:gdLst/>
              <a:ahLst/>
              <a:cxnLst/>
              <a:rect l="l" t="t" r="r" b="b"/>
              <a:pathLst>
                <a:path w="1351279" h="472440" extrusionOk="0">
                  <a:moveTo>
                    <a:pt x="0" y="1904"/>
                  </a:moveTo>
                  <a:lnTo>
                    <a:pt x="675640" y="472440"/>
                  </a:lnTo>
                  <a:lnTo>
                    <a:pt x="1351279" y="1904"/>
                  </a:lnTo>
                  <a:lnTo>
                    <a:pt x="1348623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1" name="Google Shape;1894;p149">
              <a:extLst>
                <a:ext uri="{FF2B5EF4-FFF2-40B4-BE49-F238E27FC236}">
                  <a16:creationId xmlns:a16="http://schemas.microsoft.com/office/drawing/2014/main" id="{63030B95-6704-452D-A3DE-198831B03D94}"/>
                </a:ext>
              </a:extLst>
            </p:cNvPr>
            <p:cNvSpPr/>
            <p:nvPr/>
          </p:nvSpPr>
          <p:spPr>
            <a:xfrm>
              <a:off x="8307663" y="4483"/>
              <a:ext cx="608532" cy="824890"/>
            </a:xfrm>
            <a:custGeom>
              <a:avLst/>
              <a:gdLst/>
              <a:ahLst/>
              <a:cxnLst/>
              <a:rect l="l" t="t" r="r" b="b"/>
              <a:pathLst>
                <a:path w="670559" h="934719" extrusionOk="0">
                  <a:moveTo>
                    <a:pt x="0" y="0"/>
                  </a:moveTo>
                  <a:lnTo>
                    <a:pt x="0" y="473710"/>
                  </a:lnTo>
                  <a:lnTo>
                    <a:pt x="670560" y="934720"/>
                  </a:lnTo>
                  <a:lnTo>
                    <a:pt x="670560" y="4737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5" name="Google Shape;1895;p149">
              <a:extLst>
                <a:ext uri="{FF2B5EF4-FFF2-40B4-BE49-F238E27FC236}">
                  <a16:creationId xmlns:a16="http://schemas.microsoft.com/office/drawing/2014/main" id="{A737F445-D9FD-4562-BFB7-59805DAF6707}"/>
                </a:ext>
              </a:extLst>
            </p:cNvPr>
            <p:cNvSpPr/>
            <p:nvPr/>
          </p:nvSpPr>
          <p:spPr>
            <a:xfrm>
              <a:off x="8916554" y="4483"/>
              <a:ext cx="617753" cy="824890"/>
            </a:xfrm>
            <a:custGeom>
              <a:avLst/>
              <a:gdLst/>
              <a:ahLst/>
              <a:cxnLst/>
              <a:rect l="l" t="t" r="r" b="b"/>
              <a:pathLst>
                <a:path w="680720" h="934719" extrusionOk="0">
                  <a:moveTo>
                    <a:pt x="680719" y="0"/>
                  </a:moveTo>
                  <a:lnTo>
                    <a:pt x="0" y="473710"/>
                  </a:lnTo>
                  <a:lnTo>
                    <a:pt x="0" y="934720"/>
                  </a:lnTo>
                  <a:lnTo>
                    <a:pt x="680719" y="473710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7" name="Google Shape;1896;p149">
              <a:extLst>
                <a:ext uri="{FF2B5EF4-FFF2-40B4-BE49-F238E27FC236}">
                  <a16:creationId xmlns:a16="http://schemas.microsoft.com/office/drawing/2014/main" id="{539B9B30-E99A-4549-9737-A2038B9DC5AF}"/>
                </a:ext>
              </a:extLst>
            </p:cNvPr>
            <p:cNvSpPr/>
            <p:nvPr/>
          </p:nvSpPr>
          <p:spPr>
            <a:xfrm>
              <a:off x="7009244" y="0"/>
              <a:ext cx="1240117" cy="407962"/>
            </a:xfrm>
            <a:custGeom>
              <a:avLst/>
              <a:gdLst/>
              <a:ahLst/>
              <a:cxnLst/>
              <a:rect l="l" t="t" r="r" b="b"/>
              <a:pathLst>
                <a:path w="1366520" h="462280" extrusionOk="0">
                  <a:moveTo>
                    <a:pt x="0" y="0"/>
                  </a:moveTo>
                  <a:lnTo>
                    <a:pt x="685070" y="462279"/>
                  </a:lnTo>
                  <a:lnTo>
                    <a:pt x="1366344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8" name="Google Shape;1897;p149">
              <a:extLst>
                <a:ext uri="{FF2B5EF4-FFF2-40B4-BE49-F238E27FC236}">
                  <a16:creationId xmlns:a16="http://schemas.microsoft.com/office/drawing/2014/main" id="{5C994CCB-2A70-4496-97F8-4759BDC83588}"/>
                </a:ext>
              </a:extLst>
            </p:cNvPr>
            <p:cNvSpPr/>
            <p:nvPr/>
          </p:nvSpPr>
          <p:spPr>
            <a:xfrm>
              <a:off x="7006851" y="1"/>
              <a:ext cx="626973" cy="802474"/>
            </a:xfrm>
            <a:custGeom>
              <a:avLst/>
              <a:gdLst/>
              <a:ahLst/>
              <a:cxnLst/>
              <a:rect l="l" t="t" r="r" b="b"/>
              <a:pathLst>
                <a:path w="690879" h="909319" extrusionOk="0">
                  <a:moveTo>
                    <a:pt x="0" y="0"/>
                  </a:moveTo>
                  <a:lnTo>
                    <a:pt x="0" y="456565"/>
                  </a:lnTo>
                  <a:lnTo>
                    <a:pt x="690879" y="909320"/>
                  </a:lnTo>
                  <a:lnTo>
                    <a:pt x="690879" y="456565"/>
                  </a:lnTo>
                  <a:lnTo>
                    <a:pt x="7602" y="0"/>
                  </a:lnTo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9" name="Google Shape;1898;p149">
              <a:extLst>
                <a:ext uri="{FF2B5EF4-FFF2-40B4-BE49-F238E27FC236}">
                  <a16:creationId xmlns:a16="http://schemas.microsoft.com/office/drawing/2014/main" id="{4B7C9373-19C5-4A18-B9AE-91295B24B315}"/>
                </a:ext>
              </a:extLst>
            </p:cNvPr>
            <p:cNvSpPr/>
            <p:nvPr/>
          </p:nvSpPr>
          <p:spPr>
            <a:xfrm>
              <a:off x="7634193" y="1"/>
              <a:ext cx="617753" cy="802474"/>
            </a:xfrm>
            <a:custGeom>
              <a:avLst/>
              <a:gdLst/>
              <a:ahLst/>
              <a:cxnLst/>
              <a:rect l="l" t="t" r="r" b="b"/>
              <a:pathLst>
                <a:path w="680720" h="909319" extrusionOk="0">
                  <a:moveTo>
                    <a:pt x="673229" y="0"/>
                  </a:moveTo>
                  <a:lnTo>
                    <a:pt x="0" y="456565"/>
                  </a:lnTo>
                  <a:lnTo>
                    <a:pt x="0" y="909320"/>
                  </a:lnTo>
                  <a:lnTo>
                    <a:pt x="680720" y="456565"/>
                  </a:lnTo>
                  <a:lnTo>
                    <a:pt x="680720" y="0"/>
                  </a:lnTo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0" name="Google Shape;1899;p149">
              <a:extLst>
                <a:ext uri="{FF2B5EF4-FFF2-40B4-BE49-F238E27FC236}">
                  <a16:creationId xmlns:a16="http://schemas.microsoft.com/office/drawing/2014/main" id="{C73C8A9D-D0D9-4E46-B012-BE91E59C141E}"/>
                </a:ext>
              </a:extLst>
            </p:cNvPr>
            <p:cNvSpPr/>
            <p:nvPr/>
          </p:nvSpPr>
          <p:spPr>
            <a:xfrm>
              <a:off x="8270760" y="865093"/>
              <a:ext cx="617753" cy="860755"/>
            </a:xfrm>
            <a:custGeom>
              <a:avLst/>
              <a:gdLst/>
              <a:ahLst/>
              <a:cxnLst/>
              <a:rect l="l" t="t" r="r" b="b"/>
              <a:pathLst>
                <a:path w="680720" h="975360" extrusionOk="0">
                  <a:moveTo>
                    <a:pt x="680719" y="0"/>
                  </a:moveTo>
                  <a:lnTo>
                    <a:pt x="0" y="474852"/>
                  </a:lnTo>
                  <a:lnTo>
                    <a:pt x="0" y="975359"/>
                  </a:lnTo>
                  <a:lnTo>
                    <a:pt x="680719" y="474852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1" name="Google Shape;1900;p149">
              <a:extLst>
                <a:ext uri="{FF2B5EF4-FFF2-40B4-BE49-F238E27FC236}">
                  <a16:creationId xmlns:a16="http://schemas.microsoft.com/office/drawing/2014/main" id="{0FC64199-3478-4940-9D52-AA2F9338C13E}"/>
                </a:ext>
              </a:extLst>
            </p:cNvPr>
            <p:cNvSpPr/>
            <p:nvPr/>
          </p:nvSpPr>
          <p:spPr>
            <a:xfrm>
              <a:off x="7643418" y="434787"/>
              <a:ext cx="1244727" cy="851789"/>
            </a:xfrm>
            <a:custGeom>
              <a:avLst/>
              <a:gdLst/>
              <a:ahLst/>
              <a:cxnLst/>
              <a:rect l="l" t="t" r="r" b="b"/>
              <a:pathLst>
                <a:path w="1371600" h="965200" extrusionOk="0">
                  <a:moveTo>
                    <a:pt x="0" y="471678"/>
                  </a:moveTo>
                  <a:lnTo>
                    <a:pt x="694690" y="965200"/>
                  </a:lnTo>
                  <a:lnTo>
                    <a:pt x="1371600" y="490982"/>
                  </a:lnTo>
                  <a:lnTo>
                    <a:pt x="694690" y="0"/>
                  </a:lnTo>
                  <a:lnTo>
                    <a:pt x="0" y="471678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2" name="Google Shape;1901;p149">
              <a:extLst>
                <a:ext uri="{FF2B5EF4-FFF2-40B4-BE49-F238E27FC236}">
                  <a16:creationId xmlns:a16="http://schemas.microsoft.com/office/drawing/2014/main" id="{95F3E51F-DD19-40ED-A297-D56AF55188B3}"/>
                </a:ext>
              </a:extLst>
            </p:cNvPr>
            <p:cNvSpPr/>
            <p:nvPr/>
          </p:nvSpPr>
          <p:spPr>
            <a:xfrm>
              <a:off x="7643418" y="847164"/>
              <a:ext cx="626973" cy="869721"/>
            </a:xfrm>
            <a:custGeom>
              <a:avLst/>
              <a:gdLst/>
              <a:ahLst/>
              <a:cxnLst/>
              <a:rect l="l" t="t" r="r" b="b"/>
              <a:pathLst>
                <a:path w="690879" h="985519" extrusionOk="0">
                  <a:moveTo>
                    <a:pt x="2540" y="0"/>
                  </a:moveTo>
                  <a:lnTo>
                    <a:pt x="0" y="492759"/>
                  </a:lnTo>
                  <a:lnTo>
                    <a:pt x="690880" y="985519"/>
                  </a:lnTo>
                  <a:lnTo>
                    <a:pt x="690880" y="492759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3" name="Google Shape;1902;p149">
              <a:extLst>
                <a:ext uri="{FF2B5EF4-FFF2-40B4-BE49-F238E27FC236}">
                  <a16:creationId xmlns:a16="http://schemas.microsoft.com/office/drawing/2014/main" id="{BD642DE4-99B9-4857-8868-E5568E0F77AC}"/>
                </a:ext>
              </a:extLst>
            </p:cNvPr>
            <p:cNvSpPr/>
            <p:nvPr/>
          </p:nvSpPr>
          <p:spPr>
            <a:xfrm>
              <a:off x="8953456" y="875740"/>
              <a:ext cx="954290" cy="419730"/>
            </a:xfrm>
            <a:custGeom>
              <a:avLst/>
              <a:gdLst/>
              <a:ahLst/>
              <a:cxnLst/>
              <a:rect l="l" t="t" r="r" b="b"/>
              <a:pathLst>
                <a:path w="1051559" h="475615" extrusionOk="0">
                  <a:moveTo>
                    <a:pt x="0" y="0"/>
                  </a:moveTo>
                  <a:lnTo>
                    <a:pt x="671829" y="475615"/>
                  </a:lnTo>
                  <a:lnTo>
                    <a:pt x="1051560" y="216191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4" name="Google Shape;1903;p149">
              <a:extLst>
                <a:ext uri="{FF2B5EF4-FFF2-40B4-BE49-F238E27FC236}">
                  <a16:creationId xmlns:a16="http://schemas.microsoft.com/office/drawing/2014/main" id="{D33259B6-5562-4366-90EB-F4D6757544B1}"/>
                </a:ext>
              </a:extLst>
            </p:cNvPr>
            <p:cNvSpPr/>
            <p:nvPr/>
          </p:nvSpPr>
          <p:spPr>
            <a:xfrm>
              <a:off x="8953456" y="452718"/>
              <a:ext cx="954290" cy="423093"/>
            </a:xfrm>
            <a:custGeom>
              <a:avLst/>
              <a:gdLst/>
              <a:ahLst/>
              <a:cxnLst/>
              <a:rect l="l" t="t" r="r" b="b"/>
              <a:pathLst>
                <a:path w="1051559" h="479425" extrusionOk="0">
                  <a:moveTo>
                    <a:pt x="1051560" y="272285"/>
                  </a:moveTo>
                  <a:lnTo>
                    <a:pt x="678179" y="0"/>
                  </a:lnTo>
                  <a:lnTo>
                    <a:pt x="0" y="479425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5" name="Google Shape;1904;p149">
              <a:extLst>
                <a:ext uri="{FF2B5EF4-FFF2-40B4-BE49-F238E27FC236}">
                  <a16:creationId xmlns:a16="http://schemas.microsoft.com/office/drawing/2014/main" id="{95DBEB3A-AD3C-4104-B627-F2030C8A4B8A}"/>
                </a:ext>
              </a:extLst>
            </p:cNvPr>
            <p:cNvSpPr/>
            <p:nvPr/>
          </p:nvSpPr>
          <p:spPr>
            <a:xfrm>
              <a:off x="8944229" y="874059"/>
              <a:ext cx="617753" cy="833857"/>
            </a:xfrm>
            <a:custGeom>
              <a:avLst/>
              <a:gdLst/>
              <a:ahLst/>
              <a:cxnLst/>
              <a:rect l="l" t="t" r="r" b="b"/>
              <a:pathLst>
                <a:path w="680720" h="944880" extrusionOk="0">
                  <a:moveTo>
                    <a:pt x="2539" y="0"/>
                  </a:moveTo>
                  <a:lnTo>
                    <a:pt x="0" y="473710"/>
                  </a:lnTo>
                  <a:lnTo>
                    <a:pt x="675639" y="944879"/>
                  </a:lnTo>
                  <a:lnTo>
                    <a:pt x="680720" y="480187"/>
                  </a:lnTo>
                  <a:lnTo>
                    <a:pt x="253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6" name="Google Shape;1905;p149">
              <a:extLst>
                <a:ext uri="{FF2B5EF4-FFF2-40B4-BE49-F238E27FC236}">
                  <a16:creationId xmlns:a16="http://schemas.microsoft.com/office/drawing/2014/main" id="{B5C9D5C6-758A-4703-BE3E-3EB9DC1D20AB}"/>
                </a:ext>
              </a:extLst>
            </p:cNvPr>
            <p:cNvSpPr/>
            <p:nvPr/>
          </p:nvSpPr>
          <p:spPr>
            <a:xfrm>
              <a:off x="9562346" y="1066703"/>
              <a:ext cx="345757" cy="641644"/>
            </a:xfrm>
            <a:custGeom>
              <a:avLst/>
              <a:gdLst/>
              <a:ahLst/>
              <a:cxnLst/>
              <a:rect l="l" t="t" r="r" b="b"/>
              <a:pathLst>
                <a:path w="381000" h="727075" extrusionOk="0">
                  <a:moveTo>
                    <a:pt x="381000" y="0"/>
                  </a:moveTo>
                  <a:lnTo>
                    <a:pt x="5079" y="261094"/>
                  </a:lnTo>
                  <a:lnTo>
                    <a:pt x="0" y="726549"/>
                  </a:lnTo>
                  <a:lnTo>
                    <a:pt x="381000" y="468213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EDF6303D-8C82-41BA-90C3-71DB83D96920}"/>
              </a:ext>
            </a:extLst>
          </p:cNvPr>
          <p:cNvSpPr txBox="1"/>
          <p:nvPr userDrawn="1"/>
        </p:nvSpPr>
        <p:spPr>
          <a:xfrm>
            <a:off x="7501003" y="6594281"/>
            <a:ext cx="4064000" cy="203133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lvl="0" indent="0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1pPr>
            <a:lvl2pPr marL="284400" lvl="1" indent="-17280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2pPr>
            <a:lvl3pPr marL="511200" lvl="2" indent="-16560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3pPr>
            <a:lvl4pPr marL="0" lvl="3" indent="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2000">
                <a:solidFill>
                  <a:schemeClr val="tx2"/>
                </a:solidFill>
                <a:sym typeface="Trebuchet MS" panose="020B0603020202020204" pitchFamily="34" charset="0"/>
              </a:defRPr>
            </a:lvl4pPr>
            <a:lvl5pPr marL="0" lvl="4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2000" b="1" smtClean="0">
                <a:solidFill>
                  <a:schemeClr val="tx1"/>
                </a:solidFill>
                <a:sym typeface="Trebuchet MS" panose="020B0603020202020204" pitchFamily="34" charset="0"/>
              </a:defRPr>
            </a:lvl5pPr>
            <a:lvl6pPr marL="269875" lvl="5" indent="-152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2000" smtClean="0">
                <a:solidFill>
                  <a:schemeClr val="tx1"/>
                </a:solidFill>
                <a:sym typeface="Trebuchet MS" panose="020B0603020202020204" pitchFamily="34" charset="0"/>
              </a:defRPr>
            </a:lvl6pPr>
            <a:lvl7pPr marL="0" lvl="6" indent="0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5400" baseline="0" smtClean="0">
                <a:solidFill>
                  <a:schemeClr val="tx1"/>
                </a:solidFill>
                <a:sym typeface="Trebuchet MS" panose="020B0603020202020204" pitchFamily="34" charset="0"/>
              </a:defRPr>
            </a:lvl7pPr>
            <a:lvl8pPr marL="0" lvl="7" indent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6600" baseline="0" smtClean="0">
                <a:solidFill>
                  <a:schemeClr val="tx2"/>
                </a:solidFill>
                <a:sym typeface="Trebuchet MS" panose="020B0603020202020204" pitchFamily="34" charset="0"/>
              </a:defRPr>
            </a:lvl8pPr>
            <a:lvl9pPr marL="0" lvl="8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3200" baseline="0" dirty="0">
                <a:solidFill>
                  <a:schemeClr val="tx2"/>
                </a:solidFill>
                <a:sym typeface="Trebuchet MS" panose="020B0603020202020204" pitchFamily="34" charset="0"/>
              </a:defRPr>
            </a:lvl9pPr>
          </a:lstStyle>
          <a:p>
            <a:pPr algn="r">
              <a:buNone/>
            </a:pPr>
            <a:r>
              <a:rPr lang="en-US" sz="1200" b="1">
                <a:solidFill>
                  <a:schemeClr val="tx1"/>
                </a:solidFill>
              </a:rPr>
              <a:t>CONFIDENTIAL – NOT TO BE DISTRIBUTED </a:t>
            </a:r>
          </a:p>
        </p:txBody>
      </p:sp>
    </p:spTree>
    <p:extLst>
      <p:ext uri="{BB962C8B-B14F-4D97-AF65-F5344CB8AC3E}">
        <p14:creationId xmlns:p14="http://schemas.microsoft.com/office/powerpoint/2010/main" val="1929850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two third">
    <p:bg>
      <p:bgPr>
        <a:gradFill>
          <a:gsLst>
            <a:gs pos="100000">
              <a:srgbClr val="073B16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2F9B779F-4072-4938-936D-FD869CC2810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829742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1" imgH="363" progId="TCLayout.ActiveDocument.1">
                  <p:embed/>
                </p:oleObj>
              </mc:Choice>
              <mc:Fallback>
                <p:oleObj name="think-cell Slide" r:id="rId3" imgW="351" imgH="36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2F9B779F-4072-4938-936D-FD869CC281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reeform 18"/>
          <p:cNvSpPr/>
          <p:nvPr userDrawn="1"/>
        </p:nvSpPr>
        <p:spPr bwMode="white">
          <a:xfrm>
            <a:off x="0" y="0"/>
            <a:ext cx="8446239" cy="6858000"/>
          </a:xfrm>
          <a:custGeom>
            <a:avLst/>
            <a:gdLst>
              <a:gd name="connsiteX0" fmla="*/ 0 w 8446239"/>
              <a:gd name="connsiteY0" fmla="*/ 0 h 6858000"/>
              <a:gd name="connsiteX1" fmla="*/ 7645979 w 8446239"/>
              <a:gd name="connsiteY1" fmla="*/ 0 h 6858000"/>
              <a:gd name="connsiteX2" fmla="*/ 8446239 w 8446239"/>
              <a:gd name="connsiteY2" fmla="*/ 3429000 h 6858000"/>
              <a:gd name="connsiteX3" fmla="*/ 7645979 w 8446239"/>
              <a:gd name="connsiteY3" fmla="*/ 6858000 h 6858000"/>
              <a:gd name="connsiteX4" fmla="*/ 0 w 8446239"/>
              <a:gd name="connsiteY4" fmla="*/ 6858000 h 6858000"/>
              <a:gd name="connsiteX5" fmla="*/ 0 w 844623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6239" h="685800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en-US" sz="1600">
              <a:solidFill>
                <a:schemeClr val="bg1"/>
              </a:solidFill>
              <a:sym typeface="Trebuchet MS" panose="020B0603020202020204" pitchFamily="34" charset="0"/>
            </a:endParaRPr>
          </a:p>
        </p:txBody>
      </p:sp>
      <p:sp>
        <p:nvSpPr>
          <p:cNvPr id="13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TextBox 14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1" name="Title 3"/>
          <p:cNvSpPr>
            <a:spLocks noGrp="1"/>
          </p:cNvSpPr>
          <p:nvPr>
            <p:ph type="title" hasCustomPrompt="1"/>
          </p:nvPr>
        </p:nvSpPr>
        <p:spPr>
          <a:xfrm>
            <a:off x="756745" y="317139"/>
            <a:ext cx="6130055" cy="553998"/>
          </a:xfrm>
          <a:prstGeom prst="rect">
            <a:avLst/>
          </a:prstGeom>
        </p:spPr>
        <p:txBody>
          <a:bodyPr vert="horz" wrap="square" lIns="0" tIns="0" rIns="0" bIns="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4000" b="1" i="0" u="none" kern="1200" spc="0">
                <a:solidFill>
                  <a:schemeClr val="tx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pic>
        <p:nvPicPr>
          <p:cNvPr id="16" name="Picture 15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0339" y="3589606"/>
            <a:ext cx="1365250" cy="3382962"/>
          </a:xfrm>
          <a:custGeom>
            <a:avLst/>
            <a:gdLst>
              <a:gd name="connsiteX0" fmla="*/ 91153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107988 w 1365250"/>
              <a:gd name="connsiteY3" fmla="*/ 3382962 h 3382962"/>
              <a:gd name="connsiteX4" fmla="*/ 111422 w 1365250"/>
              <a:gd name="connsiteY4" fmla="*/ 3368118 h 3382962"/>
              <a:gd name="connsiteX5" fmla="*/ 129661 w 1365250"/>
              <a:gd name="connsiteY5" fmla="*/ 3368407 h 3382962"/>
              <a:gd name="connsiteX6" fmla="*/ 890411 w 1365250"/>
              <a:gd name="connsiteY6" fmla="*/ 0 h 3382962"/>
              <a:gd name="connsiteX7" fmla="*/ 897808 w 1365250"/>
              <a:gd name="connsiteY7" fmla="*/ 0 h 3382962"/>
              <a:gd name="connsiteX8" fmla="*/ 870584 w 1365250"/>
              <a:gd name="connsiteY8" fmla="*/ 85726 h 3382962"/>
              <a:gd name="connsiteX9" fmla="*/ 0 w 1365250"/>
              <a:gd name="connsiteY9" fmla="*/ 0 h 3382962"/>
              <a:gd name="connsiteX10" fmla="*/ 852736 w 1365250"/>
              <a:gd name="connsiteY10" fmla="*/ 0 h 3382962"/>
              <a:gd name="connsiteX11" fmla="*/ 0 w 1365250"/>
              <a:gd name="connsiteY11" fmla="*/ 1883543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65250" h="3382962">
                <a:moveTo>
                  <a:pt x="91153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07988" y="3382962"/>
                </a:lnTo>
                <a:lnTo>
                  <a:pt x="111422" y="3368118"/>
                </a:lnTo>
                <a:lnTo>
                  <a:pt x="129661" y="3368407"/>
                </a:lnTo>
                <a:close/>
                <a:moveTo>
                  <a:pt x="890411" y="0"/>
                </a:moveTo>
                <a:lnTo>
                  <a:pt x="897808" y="0"/>
                </a:lnTo>
                <a:lnTo>
                  <a:pt x="870584" y="85726"/>
                </a:lnTo>
                <a:close/>
                <a:moveTo>
                  <a:pt x="0" y="0"/>
                </a:moveTo>
                <a:lnTo>
                  <a:pt x="852736" y="0"/>
                </a:lnTo>
                <a:lnTo>
                  <a:pt x="0" y="188354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oogle Shape;1892;p149">
            <a:extLst>
              <a:ext uri="{FF2B5EF4-FFF2-40B4-BE49-F238E27FC236}">
                <a16:creationId xmlns:a16="http://schemas.microsoft.com/office/drawing/2014/main" id="{FF5D0B8D-6363-4E55-8331-3C5738D24A69}"/>
              </a:ext>
            </a:extLst>
          </p:cNvPr>
          <p:cNvGrpSpPr/>
          <p:nvPr userDrawn="1"/>
        </p:nvGrpSpPr>
        <p:grpSpPr>
          <a:xfrm>
            <a:off x="10019832" y="-28841"/>
            <a:ext cx="2172168" cy="1289899"/>
            <a:chOff x="7006851" y="0"/>
            <a:chExt cx="2901252" cy="1725848"/>
          </a:xfrm>
        </p:grpSpPr>
        <p:sp>
          <p:nvSpPr>
            <p:cNvPr id="9" name="Google Shape;1893;p149">
              <a:extLst>
                <a:ext uri="{FF2B5EF4-FFF2-40B4-BE49-F238E27FC236}">
                  <a16:creationId xmlns:a16="http://schemas.microsoft.com/office/drawing/2014/main" id="{42D93CCD-F2C5-4401-9A48-DBB5F4BA0D12}"/>
                </a:ext>
              </a:extLst>
            </p:cNvPr>
            <p:cNvSpPr/>
            <p:nvPr/>
          </p:nvSpPr>
          <p:spPr>
            <a:xfrm>
              <a:off x="8307663" y="0"/>
              <a:ext cx="1226286" cy="416928"/>
            </a:xfrm>
            <a:custGeom>
              <a:avLst/>
              <a:gdLst/>
              <a:ahLst/>
              <a:cxnLst/>
              <a:rect l="l" t="t" r="r" b="b"/>
              <a:pathLst>
                <a:path w="1351279" h="472440" extrusionOk="0">
                  <a:moveTo>
                    <a:pt x="0" y="1904"/>
                  </a:moveTo>
                  <a:lnTo>
                    <a:pt x="675640" y="472440"/>
                  </a:lnTo>
                  <a:lnTo>
                    <a:pt x="1351279" y="1904"/>
                  </a:lnTo>
                  <a:lnTo>
                    <a:pt x="1348623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0" name="Google Shape;1894;p149">
              <a:extLst>
                <a:ext uri="{FF2B5EF4-FFF2-40B4-BE49-F238E27FC236}">
                  <a16:creationId xmlns:a16="http://schemas.microsoft.com/office/drawing/2014/main" id="{63030B95-6704-452D-A3DE-198831B03D94}"/>
                </a:ext>
              </a:extLst>
            </p:cNvPr>
            <p:cNvSpPr/>
            <p:nvPr/>
          </p:nvSpPr>
          <p:spPr>
            <a:xfrm>
              <a:off x="8307663" y="4483"/>
              <a:ext cx="608532" cy="824890"/>
            </a:xfrm>
            <a:custGeom>
              <a:avLst/>
              <a:gdLst/>
              <a:ahLst/>
              <a:cxnLst/>
              <a:rect l="l" t="t" r="r" b="b"/>
              <a:pathLst>
                <a:path w="670559" h="934719" extrusionOk="0">
                  <a:moveTo>
                    <a:pt x="0" y="0"/>
                  </a:moveTo>
                  <a:lnTo>
                    <a:pt x="0" y="473710"/>
                  </a:lnTo>
                  <a:lnTo>
                    <a:pt x="670560" y="934720"/>
                  </a:lnTo>
                  <a:lnTo>
                    <a:pt x="670560" y="4737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4" name="Google Shape;1895;p149">
              <a:extLst>
                <a:ext uri="{FF2B5EF4-FFF2-40B4-BE49-F238E27FC236}">
                  <a16:creationId xmlns:a16="http://schemas.microsoft.com/office/drawing/2014/main" id="{A737F445-D9FD-4562-BFB7-59805DAF6707}"/>
                </a:ext>
              </a:extLst>
            </p:cNvPr>
            <p:cNvSpPr/>
            <p:nvPr/>
          </p:nvSpPr>
          <p:spPr>
            <a:xfrm>
              <a:off x="8916554" y="4483"/>
              <a:ext cx="617753" cy="824890"/>
            </a:xfrm>
            <a:custGeom>
              <a:avLst/>
              <a:gdLst/>
              <a:ahLst/>
              <a:cxnLst/>
              <a:rect l="l" t="t" r="r" b="b"/>
              <a:pathLst>
                <a:path w="680720" h="934719" extrusionOk="0">
                  <a:moveTo>
                    <a:pt x="680719" y="0"/>
                  </a:moveTo>
                  <a:lnTo>
                    <a:pt x="0" y="473710"/>
                  </a:lnTo>
                  <a:lnTo>
                    <a:pt x="0" y="934720"/>
                  </a:lnTo>
                  <a:lnTo>
                    <a:pt x="680719" y="473710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7" name="Google Shape;1896;p149">
              <a:extLst>
                <a:ext uri="{FF2B5EF4-FFF2-40B4-BE49-F238E27FC236}">
                  <a16:creationId xmlns:a16="http://schemas.microsoft.com/office/drawing/2014/main" id="{539B9B30-E99A-4549-9737-A2038B9DC5AF}"/>
                </a:ext>
              </a:extLst>
            </p:cNvPr>
            <p:cNvSpPr/>
            <p:nvPr/>
          </p:nvSpPr>
          <p:spPr>
            <a:xfrm>
              <a:off x="7009244" y="0"/>
              <a:ext cx="1240117" cy="407962"/>
            </a:xfrm>
            <a:custGeom>
              <a:avLst/>
              <a:gdLst/>
              <a:ahLst/>
              <a:cxnLst/>
              <a:rect l="l" t="t" r="r" b="b"/>
              <a:pathLst>
                <a:path w="1366520" h="462280" extrusionOk="0">
                  <a:moveTo>
                    <a:pt x="0" y="0"/>
                  </a:moveTo>
                  <a:lnTo>
                    <a:pt x="685070" y="462279"/>
                  </a:lnTo>
                  <a:lnTo>
                    <a:pt x="1366344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8" name="Google Shape;1897;p149">
              <a:extLst>
                <a:ext uri="{FF2B5EF4-FFF2-40B4-BE49-F238E27FC236}">
                  <a16:creationId xmlns:a16="http://schemas.microsoft.com/office/drawing/2014/main" id="{5C994CCB-2A70-4496-97F8-4759BDC83588}"/>
                </a:ext>
              </a:extLst>
            </p:cNvPr>
            <p:cNvSpPr/>
            <p:nvPr/>
          </p:nvSpPr>
          <p:spPr>
            <a:xfrm>
              <a:off x="7006851" y="1"/>
              <a:ext cx="626973" cy="802474"/>
            </a:xfrm>
            <a:custGeom>
              <a:avLst/>
              <a:gdLst/>
              <a:ahLst/>
              <a:cxnLst/>
              <a:rect l="l" t="t" r="r" b="b"/>
              <a:pathLst>
                <a:path w="690879" h="909319" extrusionOk="0">
                  <a:moveTo>
                    <a:pt x="0" y="0"/>
                  </a:moveTo>
                  <a:lnTo>
                    <a:pt x="0" y="456565"/>
                  </a:lnTo>
                  <a:lnTo>
                    <a:pt x="690879" y="909320"/>
                  </a:lnTo>
                  <a:lnTo>
                    <a:pt x="690879" y="456565"/>
                  </a:lnTo>
                  <a:lnTo>
                    <a:pt x="7602" y="0"/>
                  </a:lnTo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9" name="Google Shape;1898;p149">
              <a:extLst>
                <a:ext uri="{FF2B5EF4-FFF2-40B4-BE49-F238E27FC236}">
                  <a16:creationId xmlns:a16="http://schemas.microsoft.com/office/drawing/2014/main" id="{4B7C9373-19C5-4A18-B9AE-91295B24B315}"/>
                </a:ext>
              </a:extLst>
            </p:cNvPr>
            <p:cNvSpPr/>
            <p:nvPr/>
          </p:nvSpPr>
          <p:spPr>
            <a:xfrm>
              <a:off x="7634193" y="1"/>
              <a:ext cx="617753" cy="802474"/>
            </a:xfrm>
            <a:custGeom>
              <a:avLst/>
              <a:gdLst/>
              <a:ahLst/>
              <a:cxnLst/>
              <a:rect l="l" t="t" r="r" b="b"/>
              <a:pathLst>
                <a:path w="680720" h="909319" extrusionOk="0">
                  <a:moveTo>
                    <a:pt x="673229" y="0"/>
                  </a:moveTo>
                  <a:lnTo>
                    <a:pt x="0" y="456565"/>
                  </a:lnTo>
                  <a:lnTo>
                    <a:pt x="0" y="909320"/>
                  </a:lnTo>
                  <a:lnTo>
                    <a:pt x="680720" y="456565"/>
                  </a:lnTo>
                  <a:lnTo>
                    <a:pt x="680720" y="0"/>
                  </a:lnTo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0" name="Google Shape;1899;p149">
              <a:extLst>
                <a:ext uri="{FF2B5EF4-FFF2-40B4-BE49-F238E27FC236}">
                  <a16:creationId xmlns:a16="http://schemas.microsoft.com/office/drawing/2014/main" id="{C73C8A9D-D0D9-4E46-B012-BE91E59C141E}"/>
                </a:ext>
              </a:extLst>
            </p:cNvPr>
            <p:cNvSpPr/>
            <p:nvPr/>
          </p:nvSpPr>
          <p:spPr>
            <a:xfrm>
              <a:off x="8270760" y="865093"/>
              <a:ext cx="617753" cy="860755"/>
            </a:xfrm>
            <a:custGeom>
              <a:avLst/>
              <a:gdLst/>
              <a:ahLst/>
              <a:cxnLst/>
              <a:rect l="l" t="t" r="r" b="b"/>
              <a:pathLst>
                <a:path w="680720" h="975360" extrusionOk="0">
                  <a:moveTo>
                    <a:pt x="680719" y="0"/>
                  </a:moveTo>
                  <a:lnTo>
                    <a:pt x="0" y="474852"/>
                  </a:lnTo>
                  <a:lnTo>
                    <a:pt x="0" y="975359"/>
                  </a:lnTo>
                  <a:lnTo>
                    <a:pt x="680719" y="474852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1" name="Google Shape;1900;p149">
              <a:extLst>
                <a:ext uri="{FF2B5EF4-FFF2-40B4-BE49-F238E27FC236}">
                  <a16:creationId xmlns:a16="http://schemas.microsoft.com/office/drawing/2014/main" id="{0FC64199-3478-4940-9D52-AA2F9338C13E}"/>
                </a:ext>
              </a:extLst>
            </p:cNvPr>
            <p:cNvSpPr/>
            <p:nvPr/>
          </p:nvSpPr>
          <p:spPr>
            <a:xfrm>
              <a:off x="7643418" y="434787"/>
              <a:ext cx="1244727" cy="851789"/>
            </a:xfrm>
            <a:custGeom>
              <a:avLst/>
              <a:gdLst/>
              <a:ahLst/>
              <a:cxnLst/>
              <a:rect l="l" t="t" r="r" b="b"/>
              <a:pathLst>
                <a:path w="1371600" h="965200" extrusionOk="0">
                  <a:moveTo>
                    <a:pt x="0" y="471678"/>
                  </a:moveTo>
                  <a:lnTo>
                    <a:pt x="694690" y="965200"/>
                  </a:lnTo>
                  <a:lnTo>
                    <a:pt x="1371600" y="490982"/>
                  </a:lnTo>
                  <a:lnTo>
                    <a:pt x="694690" y="0"/>
                  </a:lnTo>
                  <a:lnTo>
                    <a:pt x="0" y="471678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2" name="Google Shape;1901;p149">
              <a:extLst>
                <a:ext uri="{FF2B5EF4-FFF2-40B4-BE49-F238E27FC236}">
                  <a16:creationId xmlns:a16="http://schemas.microsoft.com/office/drawing/2014/main" id="{95F3E51F-DD19-40ED-A297-D56AF55188B3}"/>
                </a:ext>
              </a:extLst>
            </p:cNvPr>
            <p:cNvSpPr/>
            <p:nvPr/>
          </p:nvSpPr>
          <p:spPr>
            <a:xfrm>
              <a:off x="7643418" y="847164"/>
              <a:ext cx="626973" cy="869721"/>
            </a:xfrm>
            <a:custGeom>
              <a:avLst/>
              <a:gdLst/>
              <a:ahLst/>
              <a:cxnLst/>
              <a:rect l="l" t="t" r="r" b="b"/>
              <a:pathLst>
                <a:path w="690879" h="985519" extrusionOk="0">
                  <a:moveTo>
                    <a:pt x="2540" y="0"/>
                  </a:moveTo>
                  <a:lnTo>
                    <a:pt x="0" y="492759"/>
                  </a:lnTo>
                  <a:lnTo>
                    <a:pt x="690880" y="985519"/>
                  </a:lnTo>
                  <a:lnTo>
                    <a:pt x="690880" y="492759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3" name="Google Shape;1902;p149">
              <a:extLst>
                <a:ext uri="{FF2B5EF4-FFF2-40B4-BE49-F238E27FC236}">
                  <a16:creationId xmlns:a16="http://schemas.microsoft.com/office/drawing/2014/main" id="{BD642DE4-99B9-4857-8868-E5568E0F77AC}"/>
                </a:ext>
              </a:extLst>
            </p:cNvPr>
            <p:cNvSpPr/>
            <p:nvPr/>
          </p:nvSpPr>
          <p:spPr>
            <a:xfrm>
              <a:off x="8953456" y="875740"/>
              <a:ext cx="954290" cy="419730"/>
            </a:xfrm>
            <a:custGeom>
              <a:avLst/>
              <a:gdLst/>
              <a:ahLst/>
              <a:cxnLst/>
              <a:rect l="l" t="t" r="r" b="b"/>
              <a:pathLst>
                <a:path w="1051559" h="475615" extrusionOk="0">
                  <a:moveTo>
                    <a:pt x="0" y="0"/>
                  </a:moveTo>
                  <a:lnTo>
                    <a:pt x="671829" y="475615"/>
                  </a:lnTo>
                  <a:lnTo>
                    <a:pt x="1051560" y="216191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4" name="Google Shape;1903;p149">
              <a:extLst>
                <a:ext uri="{FF2B5EF4-FFF2-40B4-BE49-F238E27FC236}">
                  <a16:creationId xmlns:a16="http://schemas.microsoft.com/office/drawing/2014/main" id="{D33259B6-5562-4366-90EB-F4D6757544B1}"/>
                </a:ext>
              </a:extLst>
            </p:cNvPr>
            <p:cNvSpPr/>
            <p:nvPr/>
          </p:nvSpPr>
          <p:spPr>
            <a:xfrm>
              <a:off x="8953456" y="452718"/>
              <a:ext cx="954290" cy="423093"/>
            </a:xfrm>
            <a:custGeom>
              <a:avLst/>
              <a:gdLst/>
              <a:ahLst/>
              <a:cxnLst/>
              <a:rect l="l" t="t" r="r" b="b"/>
              <a:pathLst>
                <a:path w="1051559" h="479425" extrusionOk="0">
                  <a:moveTo>
                    <a:pt x="1051560" y="272285"/>
                  </a:moveTo>
                  <a:lnTo>
                    <a:pt x="678179" y="0"/>
                  </a:lnTo>
                  <a:lnTo>
                    <a:pt x="0" y="479425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5" name="Google Shape;1904;p149">
              <a:extLst>
                <a:ext uri="{FF2B5EF4-FFF2-40B4-BE49-F238E27FC236}">
                  <a16:creationId xmlns:a16="http://schemas.microsoft.com/office/drawing/2014/main" id="{95DBEB3A-AD3C-4104-B627-F2030C8A4B8A}"/>
                </a:ext>
              </a:extLst>
            </p:cNvPr>
            <p:cNvSpPr/>
            <p:nvPr/>
          </p:nvSpPr>
          <p:spPr>
            <a:xfrm>
              <a:off x="8944229" y="874059"/>
              <a:ext cx="617753" cy="833857"/>
            </a:xfrm>
            <a:custGeom>
              <a:avLst/>
              <a:gdLst/>
              <a:ahLst/>
              <a:cxnLst/>
              <a:rect l="l" t="t" r="r" b="b"/>
              <a:pathLst>
                <a:path w="680720" h="944880" extrusionOk="0">
                  <a:moveTo>
                    <a:pt x="2539" y="0"/>
                  </a:moveTo>
                  <a:lnTo>
                    <a:pt x="0" y="473710"/>
                  </a:lnTo>
                  <a:lnTo>
                    <a:pt x="675639" y="944879"/>
                  </a:lnTo>
                  <a:lnTo>
                    <a:pt x="680720" y="480187"/>
                  </a:lnTo>
                  <a:lnTo>
                    <a:pt x="253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6" name="Google Shape;1905;p149">
              <a:extLst>
                <a:ext uri="{FF2B5EF4-FFF2-40B4-BE49-F238E27FC236}">
                  <a16:creationId xmlns:a16="http://schemas.microsoft.com/office/drawing/2014/main" id="{B5C9D5C6-758A-4703-BE3E-3EB9DC1D20AB}"/>
                </a:ext>
              </a:extLst>
            </p:cNvPr>
            <p:cNvSpPr/>
            <p:nvPr/>
          </p:nvSpPr>
          <p:spPr>
            <a:xfrm>
              <a:off x="9562346" y="1066703"/>
              <a:ext cx="345757" cy="641644"/>
            </a:xfrm>
            <a:custGeom>
              <a:avLst/>
              <a:gdLst/>
              <a:ahLst/>
              <a:cxnLst/>
              <a:rect l="l" t="t" r="r" b="b"/>
              <a:pathLst>
                <a:path w="381000" h="727075" extrusionOk="0">
                  <a:moveTo>
                    <a:pt x="381000" y="0"/>
                  </a:moveTo>
                  <a:lnTo>
                    <a:pt x="5079" y="261094"/>
                  </a:lnTo>
                  <a:lnTo>
                    <a:pt x="0" y="726549"/>
                  </a:lnTo>
                  <a:lnTo>
                    <a:pt x="381000" y="468213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B47FAAC3-ECB1-43E8-AA29-41D2A2498C4B}"/>
              </a:ext>
            </a:extLst>
          </p:cNvPr>
          <p:cNvSpPr txBox="1"/>
          <p:nvPr userDrawn="1"/>
        </p:nvSpPr>
        <p:spPr>
          <a:xfrm>
            <a:off x="7501003" y="6594281"/>
            <a:ext cx="4064000" cy="203133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lvl="0" indent="0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1pPr>
            <a:lvl2pPr marL="284400" lvl="1" indent="-17280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2pPr>
            <a:lvl3pPr marL="511200" lvl="2" indent="-16560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3pPr>
            <a:lvl4pPr marL="0" lvl="3" indent="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2000">
                <a:solidFill>
                  <a:schemeClr val="tx2"/>
                </a:solidFill>
                <a:sym typeface="Trebuchet MS" panose="020B0603020202020204" pitchFamily="34" charset="0"/>
              </a:defRPr>
            </a:lvl4pPr>
            <a:lvl5pPr marL="0" lvl="4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2000" b="1" smtClean="0">
                <a:solidFill>
                  <a:schemeClr val="tx1"/>
                </a:solidFill>
                <a:sym typeface="Trebuchet MS" panose="020B0603020202020204" pitchFamily="34" charset="0"/>
              </a:defRPr>
            </a:lvl5pPr>
            <a:lvl6pPr marL="269875" lvl="5" indent="-152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2000" smtClean="0">
                <a:solidFill>
                  <a:schemeClr val="tx1"/>
                </a:solidFill>
                <a:sym typeface="Trebuchet MS" panose="020B0603020202020204" pitchFamily="34" charset="0"/>
              </a:defRPr>
            </a:lvl6pPr>
            <a:lvl7pPr marL="0" lvl="6" indent="0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5400" baseline="0" smtClean="0">
                <a:solidFill>
                  <a:schemeClr val="tx1"/>
                </a:solidFill>
                <a:sym typeface="Trebuchet MS" panose="020B0603020202020204" pitchFamily="34" charset="0"/>
              </a:defRPr>
            </a:lvl7pPr>
            <a:lvl8pPr marL="0" lvl="7" indent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6600" baseline="0" smtClean="0">
                <a:solidFill>
                  <a:schemeClr val="tx2"/>
                </a:solidFill>
                <a:sym typeface="Trebuchet MS" panose="020B0603020202020204" pitchFamily="34" charset="0"/>
              </a:defRPr>
            </a:lvl8pPr>
            <a:lvl9pPr marL="0" lvl="8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3200" baseline="0" dirty="0">
                <a:solidFill>
                  <a:schemeClr val="tx2"/>
                </a:solidFill>
                <a:sym typeface="Trebuchet MS" panose="020B0603020202020204" pitchFamily="34" charset="0"/>
              </a:defRPr>
            </a:lvl9pPr>
          </a:lstStyle>
          <a:p>
            <a:pPr algn="r">
              <a:buNone/>
            </a:pPr>
            <a:r>
              <a:rPr lang="en-US" sz="1200" b="1">
                <a:solidFill>
                  <a:schemeClr val="bg1"/>
                </a:solidFill>
              </a:rPr>
              <a:t>CONFIDENTIAL – NOT TO BE DISTRIBUTED </a:t>
            </a:r>
          </a:p>
        </p:txBody>
      </p:sp>
    </p:spTree>
    <p:extLst>
      <p:ext uri="{BB962C8B-B14F-4D97-AF65-F5344CB8AC3E}">
        <p14:creationId xmlns:p14="http://schemas.microsoft.com/office/powerpoint/2010/main" val="3250433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arrow two third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21498336-B684-4D03-8633-D6567A8DD0A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048001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1" imgH="363" progId="TCLayout.ActiveDocument.1">
                  <p:embed/>
                </p:oleObj>
              </mc:Choice>
              <mc:Fallback>
                <p:oleObj name="think-cell Slide" r:id="rId3" imgW="351" imgH="36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21498336-B684-4D03-8633-D6567A8DD0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reeform 18"/>
          <p:cNvSpPr/>
          <p:nvPr userDrawn="1"/>
        </p:nvSpPr>
        <p:spPr bwMode="white">
          <a:xfrm>
            <a:off x="0" y="0"/>
            <a:ext cx="8446239" cy="6858000"/>
          </a:xfrm>
          <a:custGeom>
            <a:avLst/>
            <a:gdLst>
              <a:gd name="connsiteX0" fmla="*/ 0 w 8446239"/>
              <a:gd name="connsiteY0" fmla="*/ 0 h 6858000"/>
              <a:gd name="connsiteX1" fmla="*/ 7645979 w 8446239"/>
              <a:gd name="connsiteY1" fmla="*/ 0 h 6858000"/>
              <a:gd name="connsiteX2" fmla="*/ 8446239 w 8446239"/>
              <a:gd name="connsiteY2" fmla="*/ 3429000 h 6858000"/>
              <a:gd name="connsiteX3" fmla="*/ 7645979 w 8446239"/>
              <a:gd name="connsiteY3" fmla="*/ 6858000 h 6858000"/>
              <a:gd name="connsiteX4" fmla="*/ 0 w 8446239"/>
              <a:gd name="connsiteY4" fmla="*/ 6858000 h 6858000"/>
              <a:gd name="connsiteX5" fmla="*/ 0 w 844623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6239" h="685800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100000">
                <a:srgbClr val="073B16"/>
              </a:gs>
              <a:gs pos="0">
                <a:schemeClr val="accent2"/>
              </a:gs>
            </a:gsLst>
            <a:lin ang="8100000" scaled="1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1" name="Title 3"/>
          <p:cNvSpPr>
            <a:spLocks noGrp="1"/>
          </p:cNvSpPr>
          <p:nvPr>
            <p:ph type="title" hasCustomPrompt="1"/>
          </p:nvPr>
        </p:nvSpPr>
        <p:spPr>
          <a:xfrm>
            <a:off x="756745" y="317139"/>
            <a:ext cx="6130055" cy="569387"/>
          </a:xfrm>
          <a:prstGeom prst="rect">
            <a:avLst/>
          </a:prstGeom>
        </p:spPr>
        <p:txBody>
          <a:bodyPr vert="horz" wrap="square" lIns="0" tIns="0" rIns="0" bIns="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4000" b="1" i="0" u="none" kern="1200" spc="0">
                <a:solidFill>
                  <a:srgbClr val="FFFFFF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7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TextBox 17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2" b="6867"/>
          <a:stretch/>
        </p:blipFill>
        <p:spPr>
          <a:xfrm rot="120000">
            <a:off x="6567628" y="3407803"/>
            <a:ext cx="2694666" cy="3456551"/>
          </a:xfrm>
          <a:custGeom>
            <a:avLst/>
            <a:gdLst>
              <a:gd name="connsiteX0" fmla="*/ 2068299 w 2694666"/>
              <a:gd name="connsiteY0" fmla="*/ 0 h 3456551"/>
              <a:gd name="connsiteX1" fmla="*/ 2694666 w 2694666"/>
              <a:gd name="connsiteY1" fmla="*/ 0 h 3456551"/>
              <a:gd name="connsiteX2" fmla="*/ 2694666 w 2694666"/>
              <a:gd name="connsiteY2" fmla="*/ 3456551 h 3456551"/>
              <a:gd name="connsiteX3" fmla="*/ 1434992 w 2694666"/>
              <a:gd name="connsiteY3" fmla="*/ 3456551 h 3456551"/>
              <a:gd name="connsiteX4" fmla="*/ 0 w 2694666"/>
              <a:gd name="connsiteY4" fmla="*/ 0 h 3456551"/>
              <a:gd name="connsiteX5" fmla="*/ 1825478 w 2694666"/>
              <a:gd name="connsiteY5" fmla="*/ 0 h 3456551"/>
              <a:gd name="connsiteX6" fmla="*/ 1138791 w 2694666"/>
              <a:gd name="connsiteY6" fmla="*/ 3456551 h 3456551"/>
              <a:gd name="connsiteX7" fmla="*/ 0 w 2694666"/>
              <a:gd name="connsiteY7" fmla="*/ 3456551 h 345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4666" h="3456551">
                <a:moveTo>
                  <a:pt x="2068299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434992" y="3456551"/>
                </a:lnTo>
                <a:close/>
                <a:moveTo>
                  <a:pt x="0" y="0"/>
                </a:moveTo>
                <a:lnTo>
                  <a:pt x="1825478" y="0"/>
                </a:lnTo>
                <a:lnTo>
                  <a:pt x="1138791" y="3456551"/>
                </a:lnTo>
                <a:lnTo>
                  <a:pt x="0" y="3456551"/>
                </a:lnTo>
                <a:close/>
              </a:path>
            </a:pathLst>
          </a:custGeom>
        </p:spPr>
      </p:pic>
      <p:grpSp>
        <p:nvGrpSpPr>
          <p:cNvPr id="8" name="Google Shape;1892;p149">
            <a:extLst>
              <a:ext uri="{FF2B5EF4-FFF2-40B4-BE49-F238E27FC236}">
                <a16:creationId xmlns:a16="http://schemas.microsoft.com/office/drawing/2014/main" id="{FF5D0B8D-6363-4E55-8331-3C5738D24A69}"/>
              </a:ext>
            </a:extLst>
          </p:cNvPr>
          <p:cNvGrpSpPr/>
          <p:nvPr userDrawn="1"/>
        </p:nvGrpSpPr>
        <p:grpSpPr>
          <a:xfrm>
            <a:off x="10019832" y="-28841"/>
            <a:ext cx="2172168" cy="1289899"/>
            <a:chOff x="7006851" y="0"/>
            <a:chExt cx="2901252" cy="1725848"/>
          </a:xfrm>
        </p:grpSpPr>
        <p:sp>
          <p:nvSpPr>
            <p:cNvPr id="10" name="Google Shape;1893;p149">
              <a:extLst>
                <a:ext uri="{FF2B5EF4-FFF2-40B4-BE49-F238E27FC236}">
                  <a16:creationId xmlns:a16="http://schemas.microsoft.com/office/drawing/2014/main" id="{42D93CCD-F2C5-4401-9A48-DBB5F4BA0D12}"/>
                </a:ext>
              </a:extLst>
            </p:cNvPr>
            <p:cNvSpPr/>
            <p:nvPr/>
          </p:nvSpPr>
          <p:spPr>
            <a:xfrm>
              <a:off x="8307663" y="0"/>
              <a:ext cx="1226286" cy="416928"/>
            </a:xfrm>
            <a:custGeom>
              <a:avLst/>
              <a:gdLst/>
              <a:ahLst/>
              <a:cxnLst/>
              <a:rect l="l" t="t" r="r" b="b"/>
              <a:pathLst>
                <a:path w="1351279" h="472440" extrusionOk="0">
                  <a:moveTo>
                    <a:pt x="0" y="1904"/>
                  </a:moveTo>
                  <a:lnTo>
                    <a:pt x="675640" y="472440"/>
                  </a:lnTo>
                  <a:lnTo>
                    <a:pt x="1351279" y="1904"/>
                  </a:lnTo>
                  <a:lnTo>
                    <a:pt x="1348623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3" name="Google Shape;1894;p149">
              <a:extLst>
                <a:ext uri="{FF2B5EF4-FFF2-40B4-BE49-F238E27FC236}">
                  <a16:creationId xmlns:a16="http://schemas.microsoft.com/office/drawing/2014/main" id="{63030B95-6704-452D-A3DE-198831B03D94}"/>
                </a:ext>
              </a:extLst>
            </p:cNvPr>
            <p:cNvSpPr/>
            <p:nvPr/>
          </p:nvSpPr>
          <p:spPr>
            <a:xfrm>
              <a:off x="8307663" y="4483"/>
              <a:ext cx="608532" cy="824890"/>
            </a:xfrm>
            <a:custGeom>
              <a:avLst/>
              <a:gdLst/>
              <a:ahLst/>
              <a:cxnLst/>
              <a:rect l="l" t="t" r="r" b="b"/>
              <a:pathLst>
                <a:path w="670559" h="934719" extrusionOk="0">
                  <a:moveTo>
                    <a:pt x="0" y="0"/>
                  </a:moveTo>
                  <a:lnTo>
                    <a:pt x="0" y="473710"/>
                  </a:lnTo>
                  <a:lnTo>
                    <a:pt x="670560" y="934720"/>
                  </a:lnTo>
                  <a:lnTo>
                    <a:pt x="670560" y="4737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4" name="Google Shape;1895;p149">
              <a:extLst>
                <a:ext uri="{FF2B5EF4-FFF2-40B4-BE49-F238E27FC236}">
                  <a16:creationId xmlns:a16="http://schemas.microsoft.com/office/drawing/2014/main" id="{A737F445-D9FD-4562-BFB7-59805DAF6707}"/>
                </a:ext>
              </a:extLst>
            </p:cNvPr>
            <p:cNvSpPr/>
            <p:nvPr/>
          </p:nvSpPr>
          <p:spPr>
            <a:xfrm>
              <a:off x="8916554" y="4483"/>
              <a:ext cx="617753" cy="824890"/>
            </a:xfrm>
            <a:custGeom>
              <a:avLst/>
              <a:gdLst/>
              <a:ahLst/>
              <a:cxnLst/>
              <a:rect l="l" t="t" r="r" b="b"/>
              <a:pathLst>
                <a:path w="680720" h="934719" extrusionOk="0">
                  <a:moveTo>
                    <a:pt x="680719" y="0"/>
                  </a:moveTo>
                  <a:lnTo>
                    <a:pt x="0" y="473710"/>
                  </a:lnTo>
                  <a:lnTo>
                    <a:pt x="0" y="934720"/>
                  </a:lnTo>
                  <a:lnTo>
                    <a:pt x="680719" y="473710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5" name="Google Shape;1896;p149">
              <a:extLst>
                <a:ext uri="{FF2B5EF4-FFF2-40B4-BE49-F238E27FC236}">
                  <a16:creationId xmlns:a16="http://schemas.microsoft.com/office/drawing/2014/main" id="{539B9B30-E99A-4549-9737-A2038B9DC5AF}"/>
                </a:ext>
              </a:extLst>
            </p:cNvPr>
            <p:cNvSpPr/>
            <p:nvPr/>
          </p:nvSpPr>
          <p:spPr>
            <a:xfrm>
              <a:off x="7009244" y="0"/>
              <a:ext cx="1240117" cy="407962"/>
            </a:xfrm>
            <a:custGeom>
              <a:avLst/>
              <a:gdLst/>
              <a:ahLst/>
              <a:cxnLst/>
              <a:rect l="l" t="t" r="r" b="b"/>
              <a:pathLst>
                <a:path w="1366520" h="462280" extrusionOk="0">
                  <a:moveTo>
                    <a:pt x="0" y="0"/>
                  </a:moveTo>
                  <a:lnTo>
                    <a:pt x="685070" y="462279"/>
                  </a:lnTo>
                  <a:lnTo>
                    <a:pt x="1366344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6" name="Google Shape;1897;p149">
              <a:extLst>
                <a:ext uri="{FF2B5EF4-FFF2-40B4-BE49-F238E27FC236}">
                  <a16:creationId xmlns:a16="http://schemas.microsoft.com/office/drawing/2014/main" id="{5C994CCB-2A70-4496-97F8-4759BDC83588}"/>
                </a:ext>
              </a:extLst>
            </p:cNvPr>
            <p:cNvSpPr/>
            <p:nvPr/>
          </p:nvSpPr>
          <p:spPr>
            <a:xfrm>
              <a:off x="7006851" y="1"/>
              <a:ext cx="626973" cy="802474"/>
            </a:xfrm>
            <a:custGeom>
              <a:avLst/>
              <a:gdLst/>
              <a:ahLst/>
              <a:cxnLst/>
              <a:rect l="l" t="t" r="r" b="b"/>
              <a:pathLst>
                <a:path w="690879" h="909319" extrusionOk="0">
                  <a:moveTo>
                    <a:pt x="0" y="0"/>
                  </a:moveTo>
                  <a:lnTo>
                    <a:pt x="0" y="456565"/>
                  </a:lnTo>
                  <a:lnTo>
                    <a:pt x="690879" y="909320"/>
                  </a:lnTo>
                  <a:lnTo>
                    <a:pt x="690879" y="456565"/>
                  </a:lnTo>
                  <a:lnTo>
                    <a:pt x="7602" y="0"/>
                  </a:lnTo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9" name="Google Shape;1898;p149">
              <a:extLst>
                <a:ext uri="{FF2B5EF4-FFF2-40B4-BE49-F238E27FC236}">
                  <a16:creationId xmlns:a16="http://schemas.microsoft.com/office/drawing/2014/main" id="{4B7C9373-19C5-4A18-B9AE-91295B24B315}"/>
                </a:ext>
              </a:extLst>
            </p:cNvPr>
            <p:cNvSpPr/>
            <p:nvPr/>
          </p:nvSpPr>
          <p:spPr>
            <a:xfrm>
              <a:off x="7634193" y="1"/>
              <a:ext cx="617753" cy="802474"/>
            </a:xfrm>
            <a:custGeom>
              <a:avLst/>
              <a:gdLst/>
              <a:ahLst/>
              <a:cxnLst/>
              <a:rect l="l" t="t" r="r" b="b"/>
              <a:pathLst>
                <a:path w="680720" h="909319" extrusionOk="0">
                  <a:moveTo>
                    <a:pt x="673229" y="0"/>
                  </a:moveTo>
                  <a:lnTo>
                    <a:pt x="0" y="456565"/>
                  </a:lnTo>
                  <a:lnTo>
                    <a:pt x="0" y="909320"/>
                  </a:lnTo>
                  <a:lnTo>
                    <a:pt x="680720" y="456565"/>
                  </a:lnTo>
                  <a:lnTo>
                    <a:pt x="680720" y="0"/>
                  </a:lnTo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0" name="Google Shape;1899;p149">
              <a:extLst>
                <a:ext uri="{FF2B5EF4-FFF2-40B4-BE49-F238E27FC236}">
                  <a16:creationId xmlns:a16="http://schemas.microsoft.com/office/drawing/2014/main" id="{C73C8A9D-D0D9-4E46-B012-BE91E59C141E}"/>
                </a:ext>
              </a:extLst>
            </p:cNvPr>
            <p:cNvSpPr/>
            <p:nvPr/>
          </p:nvSpPr>
          <p:spPr>
            <a:xfrm>
              <a:off x="8270760" y="865093"/>
              <a:ext cx="617753" cy="860755"/>
            </a:xfrm>
            <a:custGeom>
              <a:avLst/>
              <a:gdLst/>
              <a:ahLst/>
              <a:cxnLst/>
              <a:rect l="l" t="t" r="r" b="b"/>
              <a:pathLst>
                <a:path w="680720" h="975360" extrusionOk="0">
                  <a:moveTo>
                    <a:pt x="680719" y="0"/>
                  </a:moveTo>
                  <a:lnTo>
                    <a:pt x="0" y="474852"/>
                  </a:lnTo>
                  <a:lnTo>
                    <a:pt x="0" y="975359"/>
                  </a:lnTo>
                  <a:lnTo>
                    <a:pt x="680719" y="474852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1" name="Google Shape;1900;p149">
              <a:extLst>
                <a:ext uri="{FF2B5EF4-FFF2-40B4-BE49-F238E27FC236}">
                  <a16:creationId xmlns:a16="http://schemas.microsoft.com/office/drawing/2014/main" id="{0FC64199-3478-4940-9D52-AA2F9338C13E}"/>
                </a:ext>
              </a:extLst>
            </p:cNvPr>
            <p:cNvSpPr/>
            <p:nvPr/>
          </p:nvSpPr>
          <p:spPr>
            <a:xfrm>
              <a:off x="7643418" y="434787"/>
              <a:ext cx="1244727" cy="851789"/>
            </a:xfrm>
            <a:custGeom>
              <a:avLst/>
              <a:gdLst/>
              <a:ahLst/>
              <a:cxnLst/>
              <a:rect l="l" t="t" r="r" b="b"/>
              <a:pathLst>
                <a:path w="1371600" h="965200" extrusionOk="0">
                  <a:moveTo>
                    <a:pt x="0" y="471678"/>
                  </a:moveTo>
                  <a:lnTo>
                    <a:pt x="694690" y="965200"/>
                  </a:lnTo>
                  <a:lnTo>
                    <a:pt x="1371600" y="490982"/>
                  </a:lnTo>
                  <a:lnTo>
                    <a:pt x="694690" y="0"/>
                  </a:lnTo>
                  <a:lnTo>
                    <a:pt x="0" y="471678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2" name="Google Shape;1901;p149">
              <a:extLst>
                <a:ext uri="{FF2B5EF4-FFF2-40B4-BE49-F238E27FC236}">
                  <a16:creationId xmlns:a16="http://schemas.microsoft.com/office/drawing/2014/main" id="{95F3E51F-DD19-40ED-A297-D56AF55188B3}"/>
                </a:ext>
              </a:extLst>
            </p:cNvPr>
            <p:cNvSpPr/>
            <p:nvPr/>
          </p:nvSpPr>
          <p:spPr>
            <a:xfrm>
              <a:off x="7643418" y="847164"/>
              <a:ext cx="626973" cy="869721"/>
            </a:xfrm>
            <a:custGeom>
              <a:avLst/>
              <a:gdLst/>
              <a:ahLst/>
              <a:cxnLst/>
              <a:rect l="l" t="t" r="r" b="b"/>
              <a:pathLst>
                <a:path w="690879" h="985519" extrusionOk="0">
                  <a:moveTo>
                    <a:pt x="2540" y="0"/>
                  </a:moveTo>
                  <a:lnTo>
                    <a:pt x="0" y="492759"/>
                  </a:lnTo>
                  <a:lnTo>
                    <a:pt x="690880" y="985519"/>
                  </a:lnTo>
                  <a:lnTo>
                    <a:pt x="690880" y="492759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3" name="Google Shape;1902;p149">
              <a:extLst>
                <a:ext uri="{FF2B5EF4-FFF2-40B4-BE49-F238E27FC236}">
                  <a16:creationId xmlns:a16="http://schemas.microsoft.com/office/drawing/2014/main" id="{BD642DE4-99B9-4857-8868-E5568E0F77AC}"/>
                </a:ext>
              </a:extLst>
            </p:cNvPr>
            <p:cNvSpPr/>
            <p:nvPr/>
          </p:nvSpPr>
          <p:spPr>
            <a:xfrm>
              <a:off x="8953456" y="875740"/>
              <a:ext cx="954290" cy="419730"/>
            </a:xfrm>
            <a:custGeom>
              <a:avLst/>
              <a:gdLst/>
              <a:ahLst/>
              <a:cxnLst/>
              <a:rect l="l" t="t" r="r" b="b"/>
              <a:pathLst>
                <a:path w="1051559" h="475615" extrusionOk="0">
                  <a:moveTo>
                    <a:pt x="0" y="0"/>
                  </a:moveTo>
                  <a:lnTo>
                    <a:pt x="671829" y="475615"/>
                  </a:lnTo>
                  <a:lnTo>
                    <a:pt x="1051560" y="216191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4" name="Google Shape;1903;p149">
              <a:extLst>
                <a:ext uri="{FF2B5EF4-FFF2-40B4-BE49-F238E27FC236}">
                  <a16:creationId xmlns:a16="http://schemas.microsoft.com/office/drawing/2014/main" id="{D33259B6-5562-4366-90EB-F4D6757544B1}"/>
                </a:ext>
              </a:extLst>
            </p:cNvPr>
            <p:cNvSpPr/>
            <p:nvPr/>
          </p:nvSpPr>
          <p:spPr>
            <a:xfrm>
              <a:off x="8953456" y="452718"/>
              <a:ext cx="954290" cy="423093"/>
            </a:xfrm>
            <a:custGeom>
              <a:avLst/>
              <a:gdLst/>
              <a:ahLst/>
              <a:cxnLst/>
              <a:rect l="l" t="t" r="r" b="b"/>
              <a:pathLst>
                <a:path w="1051559" h="479425" extrusionOk="0">
                  <a:moveTo>
                    <a:pt x="1051560" y="272285"/>
                  </a:moveTo>
                  <a:lnTo>
                    <a:pt x="678179" y="0"/>
                  </a:lnTo>
                  <a:lnTo>
                    <a:pt x="0" y="479425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5" name="Google Shape;1904;p149">
              <a:extLst>
                <a:ext uri="{FF2B5EF4-FFF2-40B4-BE49-F238E27FC236}">
                  <a16:creationId xmlns:a16="http://schemas.microsoft.com/office/drawing/2014/main" id="{95DBEB3A-AD3C-4104-B627-F2030C8A4B8A}"/>
                </a:ext>
              </a:extLst>
            </p:cNvPr>
            <p:cNvSpPr/>
            <p:nvPr/>
          </p:nvSpPr>
          <p:spPr>
            <a:xfrm>
              <a:off x="8944229" y="874059"/>
              <a:ext cx="617753" cy="833857"/>
            </a:xfrm>
            <a:custGeom>
              <a:avLst/>
              <a:gdLst/>
              <a:ahLst/>
              <a:cxnLst/>
              <a:rect l="l" t="t" r="r" b="b"/>
              <a:pathLst>
                <a:path w="680720" h="944880" extrusionOk="0">
                  <a:moveTo>
                    <a:pt x="2539" y="0"/>
                  </a:moveTo>
                  <a:lnTo>
                    <a:pt x="0" y="473710"/>
                  </a:lnTo>
                  <a:lnTo>
                    <a:pt x="675639" y="944879"/>
                  </a:lnTo>
                  <a:lnTo>
                    <a:pt x="680720" y="480187"/>
                  </a:lnTo>
                  <a:lnTo>
                    <a:pt x="253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6" name="Google Shape;1905;p149">
              <a:extLst>
                <a:ext uri="{FF2B5EF4-FFF2-40B4-BE49-F238E27FC236}">
                  <a16:creationId xmlns:a16="http://schemas.microsoft.com/office/drawing/2014/main" id="{B5C9D5C6-758A-4703-BE3E-3EB9DC1D20AB}"/>
                </a:ext>
              </a:extLst>
            </p:cNvPr>
            <p:cNvSpPr/>
            <p:nvPr/>
          </p:nvSpPr>
          <p:spPr>
            <a:xfrm>
              <a:off x="9562346" y="1066703"/>
              <a:ext cx="345757" cy="641644"/>
            </a:xfrm>
            <a:custGeom>
              <a:avLst/>
              <a:gdLst/>
              <a:ahLst/>
              <a:cxnLst/>
              <a:rect l="l" t="t" r="r" b="b"/>
              <a:pathLst>
                <a:path w="381000" h="727075" extrusionOk="0">
                  <a:moveTo>
                    <a:pt x="381000" y="0"/>
                  </a:moveTo>
                  <a:lnTo>
                    <a:pt x="5079" y="261094"/>
                  </a:lnTo>
                  <a:lnTo>
                    <a:pt x="0" y="726549"/>
                  </a:lnTo>
                  <a:lnTo>
                    <a:pt x="381000" y="468213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79DA46E3-1978-4C8D-B138-3A5A2B3EF51F}"/>
              </a:ext>
            </a:extLst>
          </p:cNvPr>
          <p:cNvSpPr txBox="1"/>
          <p:nvPr userDrawn="1"/>
        </p:nvSpPr>
        <p:spPr>
          <a:xfrm>
            <a:off x="7501003" y="6594281"/>
            <a:ext cx="4064000" cy="203133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lvl="0" indent="0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1pPr>
            <a:lvl2pPr marL="284400" lvl="1" indent="-17280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2pPr>
            <a:lvl3pPr marL="511200" lvl="2" indent="-16560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3pPr>
            <a:lvl4pPr marL="0" lvl="3" indent="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2000">
                <a:solidFill>
                  <a:schemeClr val="tx2"/>
                </a:solidFill>
                <a:sym typeface="Trebuchet MS" panose="020B0603020202020204" pitchFamily="34" charset="0"/>
              </a:defRPr>
            </a:lvl4pPr>
            <a:lvl5pPr marL="0" lvl="4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2000" b="1" smtClean="0">
                <a:solidFill>
                  <a:schemeClr val="tx1"/>
                </a:solidFill>
                <a:sym typeface="Trebuchet MS" panose="020B0603020202020204" pitchFamily="34" charset="0"/>
              </a:defRPr>
            </a:lvl5pPr>
            <a:lvl6pPr marL="269875" lvl="5" indent="-152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2000" smtClean="0">
                <a:solidFill>
                  <a:schemeClr val="tx1"/>
                </a:solidFill>
                <a:sym typeface="Trebuchet MS" panose="020B0603020202020204" pitchFamily="34" charset="0"/>
              </a:defRPr>
            </a:lvl6pPr>
            <a:lvl7pPr marL="0" lvl="6" indent="0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5400" baseline="0" smtClean="0">
                <a:solidFill>
                  <a:schemeClr val="tx1"/>
                </a:solidFill>
                <a:sym typeface="Trebuchet MS" panose="020B0603020202020204" pitchFamily="34" charset="0"/>
              </a:defRPr>
            </a:lvl7pPr>
            <a:lvl8pPr marL="0" lvl="7" indent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6600" baseline="0" smtClean="0">
                <a:solidFill>
                  <a:schemeClr val="tx2"/>
                </a:solidFill>
                <a:sym typeface="Trebuchet MS" panose="020B0603020202020204" pitchFamily="34" charset="0"/>
              </a:defRPr>
            </a:lvl8pPr>
            <a:lvl9pPr marL="0" lvl="8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3200" baseline="0" dirty="0">
                <a:solidFill>
                  <a:schemeClr val="tx2"/>
                </a:solidFill>
                <a:sym typeface="Trebuchet MS" panose="020B0603020202020204" pitchFamily="34" charset="0"/>
              </a:defRPr>
            </a:lvl9pPr>
          </a:lstStyle>
          <a:p>
            <a:pPr algn="r">
              <a:buNone/>
            </a:pPr>
            <a:r>
              <a:rPr lang="en-US" sz="1200" b="1">
                <a:solidFill>
                  <a:schemeClr val="tx1"/>
                </a:solidFill>
              </a:rPr>
              <a:t>CONFIDENTIAL – NOT TO BE DISTRIBUTED </a:t>
            </a:r>
          </a:p>
        </p:txBody>
      </p:sp>
    </p:spTree>
    <p:extLst>
      <p:ext uri="{BB962C8B-B14F-4D97-AF65-F5344CB8AC3E}">
        <p14:creationId xmlns:p14="http://schemas.microsoft.com/office/powerpoint/2010/main" val="3106190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statement green">
    <p:bg>
      <p:bgPr>
        <a:gradFill>
          <a:gsLst>
            <a:gs pos="100000">
              <a:srgbClr val="073B16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74C299BF-E88D-409D-8607-BAA67A527CD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609823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1" imgH="363" progId="TCLayout.ActiveDocument.1">
                  <p:embed/>
                </p:oleObj>
              </mc:Choice>
              <mc:Fallback>
                <p:oleObj name="think-cell Slide" r:id="rId3" imgW="351" imgH="36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74C299BF-E88D-409D-8607-BAA67A527C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630000" y="3826333"/>
            <a:ext cx="10933200" cy="1606550"/>
          </a:xfrm>
        </p:spPr>
        <p:txBody>
          <a:bodyPr vert="horz"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big statement text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15FF69-CEF1-415D-B605-06D6FFDAD6B6}"/>
              </a:ext>
            </a:extLst>
          </p:cNvPr>
          <p:cNvSpPr txBox="1"/>
          <p:nvPr userDrawn="1"/>
        </p:nvSpPr>
        <p:spPr>
          <a:xfrm>
            <a:off x="7501003" y="6594281"/>
            <a:ext cx="4064000" cy="203133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lvl="0" indent="0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1pPr>
            <a:lvl2pPr marL="284400" lvl="1" indent="-17280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2pPr>
            <a:lvl3pPr marL="511200" lvl="2" indent="-16560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3pPr>
            <a:lvl4pPr marL="0" lvl="3" indent="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2000">
                <a:solidFill>
                  <a:schemeClr val="tx2"/>
                </a:solidFill>
                <a:sym typeface="Trebuchet MS" panose="020B0603020202020204" pitchFamily="34" charset="0"/>
              </a:defRPr>
            </a:lvl4pPr>
            <a:lvl5pPr marL="0" lvl="4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2000" b="1" smtClean="0">
                <a:solidFill>
                  <a:schemeClr val="tx1"/>
                </a:solidFill>
                <a:sym typeface="Trebuchet MS" panose="020B0603020202020204" pitchFamily="34" charset="0"/>
              </a:defRPr>
            </a:lvl5pPr>
            <a:lvl6pPr marL="269875" lvl="5" indent="-152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2000" smtClean="0">
                <a:solidFill>
                  <a:schemeClr val="tx1"/>
                </a:solidFill>
                <a:sym typeface="Trebuchet MS" panose="020B0603020202020204" pitchFamily="34" charset="0"/>
              </a:defRPr>
            </a:lvl6pPr>
            <a:lvl7pPr marL="0" lvl="6" indent="0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5400" baseline="0" smtClean="0">
                <a:solidFill>
                  <a:schemeClr val="tx1"/>
                </a:solidFill>
                <a:sym typeface="Trebuchet MS" panose="020B0603020202020204" pitchFamily="34" charset="0"/>
              </a:defRPr>
            </a:lvl7pPr>
            <a:lvl8pPr marL="0" lvl="7" indent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6600" baseline="0" smtClean="0">
                <a:solidFill>
                  <a:schemeClr val="tx2"/>
                </a:solidFill>
                <a:sym typeface="Trebuchet MS" panose="020B0603020202020204" pitchFamily="34" charset="0"/>
              </a:defRPr>
            </a:lvl8pPr>
            <a:lvl9pPr marL="0" lvl="8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3200" baseline="0" dirty="0">
                <a:solidFill>
                  <a:schemeClr val="tx2"/>
                </a:solidFill>
                <a:sym typeface="Trebuchet MS" panose="020B0603020202020204" pitchFamily="34" charset="0"/>
              </a:defRPr>
            </a:lvl9pPr>
          </a:lstStyle>
          <a:p>
            <a:pPr algn="r">
              <a:buNone/>
            </a:pPr>
            <a:r>
              <a:rPr lang="en-US" sz="1200" b="1">
                <a:solidFill>
                  <a:schemeClr val="bg1"/>
                </a:solidFill>
              </a:rPr>
              <a:t>CONFIDENTIAL – NOT TO BE DISTRIBUTED </a:t>
            </a:r>
          </a:p>
        </p:txBody>
      </p:sp>
    </p:spTree>
    <p:extLst>
      <p:ext uri="{BB962C8B-B14F-4D97-AF65-F5344CB8AC3E}">
        <p14:creationId xmlns:p14="http://schemas.microsoft.com/office/powerpoint/2010/main" val="616826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statement icon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C4E9B3D3-8446-4EFF-8D16-2FB84EFAD03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446454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1" imgH="363" progId="TCLayout.ActiveDocument.1">
                  <p:embed/>
                </p:oleObj>
              </mc:Choice>
              <mc:Fallback>
                <p:oleObj name="think-cell Slide" r:id="rId3" imgW="351" imgH="363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C4E9B3D3-8446-4EFF-8D16-2FB84EFAD0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 userDrawn="1"/>
        </p:nvSpPr>
        <p:spPr bwMode="white">
          <a:xfrm>
            <a:off x="630000" y="625475"/>
            <a:ext cx="932688" cy="9326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630000" y="3826333"/>
            <a:ext cx="10933200" cy="1606550"/>
          </a:xfrm>
          <a:prstGeom prst="rect">
            <a:avLst/>
          </a:prstGeom>
        </p:spPr>
        <p:txBody>
          <a:bodyPr vert="horz"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big statement text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96FC310-99A8-47DF-A4F1-348731C69E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BB803B-4595-4C94-A79E-074CBAFBDE47}"/>
              </a:ext>
            </a:extLst>
          </p:cNvPr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6BCCC5-49C9-4988-82F7-0DE3EA7D9CF9}"/>
              </a:ext>
            </a:extLst>
          </p:cNvPr>
          <p:cNvSpPr txBox="1"/>
          <p:nvPr userDrawn="1"/>
        </p:nvSpPr>
        <p:spPr>
          <a:xfrm>
            <a:off x="7501003" y="6594281"/>
            <a:ext cx="4064000" cy="203133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lvl="0" indent="0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1pPr>
            <a:lvl2pPr marL="284400" lvl="1" indent="-17280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2pPr>
            <a:lvl3pPr marL="511200" lvl="2" indent="-16560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3pPr>
            <a:lvl4pPr marL="0" lvl="3" indent="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2000">
                <a:solidFill>
                  <a:schemeClr val="tx2"/>
                </a:solidFill>
                <a:sym typeface="Trebuchet MS" panose="020B0603020202020204" pitchFamily="34" charset="0"/>
              </a:defRPr>
            </a:lvl4pPr>
            <a:lvl5pPr marL="0" lvl="4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2000" b="1" smtClean="0">
                <a:solidFill>
                  <a:schemeClr val="tx1"/>
                </a:solidFill>
                <a:sym typeface="Trebuchet MS" panose="020B0603020202020204" pitchFamily="34" charset="0"/>
              </a:defRPr>
            </a:lvl5pPr>
            <a:lvl6pPr marL="269875" lvl="5" indent="-152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2000" smtClean="0">
                <a:solidFill>
                  <a:schemeClr val="tx1"/>
                </a:solidFill>
                <a:sym typeface="Trebuchet MS" panose="020B0603020202020204" pitchFamily="34" charset="0"/>
              </a:defRPr>
            </a:lvl6pPr>
            <a:lvl7pPr marL="0" lvl="6" indent="0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5400" baseline="0" smtClean="0">
                <a:solidFill>
                  <a:schemeClr val="tx1"/>
                </a:solidFill>
                <a:sym typeface="Trebuchet MS" panose="020B0603020202020204" pitchFamily="34" charset="0"/>
              </a:defRPr>
            </a:lvl7pPr>
            <a:lvl8pPr marL="0" lvl="7" indent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6600" baseline="0" smtClean="0">
                <a:solidFill>
                  <a:schemeClr val="tx2"/>
                </a:solidFill>
                <a:sym typeface="Trebuchet MS" panose="020B0603020202020204" pitchFamily="34" charset="0"/>
              </a:defRPr>
            </a:lvl8pPr>
            <a:lvl9pPr marL="0" lvl="8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3200" baseline="0" dirty="0">
                <a:solidFill>
                  <a:schemeClr val="tx2"/>
                </a:solidFill>
                <a:sym typeface="Trebuchet MS" panose="020B0603020202020204" pitchFamily="34" charset="0"/>
              </a:defRPr>
            </a:lvl9pPr>
          </a:lstStyle>
          <a:p>
            <a:pPr algn="r">
              <a:buNone/>
            </a:pPr>
            <a:r>
              <a:rPr lang="en-US" sz="1200" b="1">
                <a:solidFill>
                  <a:schemeClr val="tx1"/>
                </a:solidFill>
              </a:rPr>
              <a:t>CONFIDENTIAL – NOT TO BE DISTRIBUTED </a:t>
            </a:r>
          </a:p>
        </p:txBody>
      </p:sp>
    </p:spTree>
    <p:extLst>
      <p:ext uri="{BB962C8B-B14F-4D97-AF65-F5344CB8AC3E}">
        <p14:creationId xmlns:p14="http://schemas.microsoft.com/office/powerpoint/2010/main" val="1590562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0859906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4" imgH="324" progId="TCLayout.ActiveDocument.1">
                  <p:embed/>
                </p:oleObj>
              </mc:Choice>
              <mc:Fallback>
                <p:oleObj name="think-cell Slide" r:id="rId3" imgW="324" imgH="324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34" b="1258"/>
          <a:stretch/>
        </p:blipFill>
        <p:spPr>
          <a:xfrm rot="16200000" flipH="1">
            <a:off x="6797461" y="101443"/>
            <a:ext cx="769257" cy="10019821"/>
          </a:xfrm>
          <a:custGeom>
            <a:avLst/>
            <a:gdLst>
              <a:gd name="connsiteX0" fmla="*/ 0 w 769257"/>
              <a:gd name="connsiteY0" fmla="*/ 0 h 10019821"/>
              <a:gd name="connsiteX1" fmla="*/ 0 w 769257"/>
              <a:gd name="connsiteY1" fmla="*/ 4631160 h 10019821"/>
              <a:gd name="connsiteX2" fmla="*/ 216750 w 769257"/>
              <a:gd name="connsiteY2" fmla="*/ 999646 h 10019821"/>
              <a:gd name="connsiteX3" fmla="*/ 197800 w 769257"/>
              <a:gd name="connsiteY3" fmla="*/ 10019821 h 10019821"/>
              <a:gd name="connsiteX4" fmla="*/ 769257 w 769257"/>
              <a:gd name="connsiteY4" fmla="*/ 10019821 h 10019821"/>
              <a:gd name="connsiteX5" fmla="*/ 769257 w 769257"/>
              <a:gd name="connsiteY5" fmla="*/ 0 h 10019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9257" h="10019821">
                <a:moveTo>
                  <a:pt x="0" y="0"/>
                </a:moveTo>
                <a:lnTo>
                  <a:pt x="0" y="4631160"/>
                </a:lnTo>
                <a:lnTo>
                  <a:pt x="216750" y="999646"/>
                </a:lnTo>
                <a:lnTo>
                  <a:pt x="197800" y="10019821"/>
                </a:lnTo>
                <a:lnTo>
                  <a:pt x="769257" y="10019821"/>
                </a:lnTo>
                <a:lnTo>
                  <a:pt x="769257" y="0"/>
                </a:lnTo>
                <a:close/>
              </a:path>
            </a:pathLst>
          </a:custGeom>
        </p:spPr>
      </p:pic>
      <p:sp>
        <p:nvSpPr>
          <p:cNvPr id="59" name="Freeform 58"/>
          <p:cNvSpPr>
            <a:spLocks/>
          </p:cNvSpPr>
          <p:nvPr/>
        </p:nvSpPr>
        <p:spPr bwMode="white">
          <a:xfrm flipH="1">
            <a:off x="0" y="0"/>
            <a:ext cx="12192000" cy="5867335"/>
          </a:xfrm>
          <a:custGeom>
            <a:avLst/>
            <a:gdLst>
              <a:gd name="connsiteX0" fmla="*/ 12192000 w 12192000"/>
              <a:gd name="connsiteY0" fmla="*/ 0 h 5867335"/>
              <a:gd name="connsiteX1" fmla="*/ 0 w 12192000"/>
              <a:gd name="connsiteY1" fmla="*/ 0 h 5867335"/>
              <a:gd name="connsiteX2" fmla="*/ 0 w 12192000"/>
              <a:gd name="connsiteY2" fmla="*/ 4945992 h 5867335"/>
              <a:gd name="connsiteX3" fmla="*/ 9041587 w 12192000"/>
              <a:gd name="connsiteY3" fmla="*/ 4945992 h 5867335"/>
              <a:gd name="connsiteX4" fmla="*/ 9974275 w 12192000"/>
              <a:gd name="connsiteY4" fmla="*/ 5867335 h 5867335"/>
              <a:gd name="connsiteX5" fmla="*/ 9974275 w 12192000"/>
              <a:gd name="connsiteY5" fmla="*/ 4945992 h 5867335"/>
              <a:gd name="connsiteX6" fmla="*/ 12192000 w 12192000"/>
              <a:gd name="connsiteY6" fmla="*/ 4945992 h 586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867335">
                <a:moveTo>
                  <a:pt x="12192000" y="0"/>
                </a:moveTo>
                <a:lnTo>
                  <a:pt x="0" y="0"/>
                </a:lnTo>
                <a:lnTo>
                  <a:pt x="0" y="4945992"/>
                </a:lnTo>
                <a:lnTo>
                  <a:pt x="9041587" y="4945992"/>
                </a:lnTo>
                <a:lnTo>
                  <a:pt x="9974275" y="5867335"/>
                </a:lnTo>
                <a:lnTo>
                  <a:pt x="9974275" y="4945992"/>
                </a:lnTo>
                <a:lnTo>
                  <a:pt x="12192000" y="4945992"/>
                </a:lnTo>
                <a:close/>
              </a:path>
            </a:pathLst>
          </a:custGeom>
          <a:solidFill>
            <a:srgbClr val="073B16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1E1539-8688-4036-80E4-77F5ED79D30D}"/>
              </a:ext>
            </a:extLst>
          </p:cNvPr>
          <p:cNvSpPr txBox="1"/>
          <p:nvPr userDrawn="1"/>
        </p:nvSpPr>
        <p:spPr>
          <a:xfrm>
            <a:off x="7501003" y="6594281"/>
            <a:ext cx="4064000" cy="203133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lvl="0" indent="0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1pPr>
            <a:lvl2pPr marL="284400" lvl="1" indent="-17280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2pPr>
            <a:lvl3pPr marL="511200" lvl="2" indent="-16560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3pPr>
            <a:lvl4pPr marL="0" lvl="3" indent="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2000">
                <a:solidFill>
                  <a:schemeClr val="tx2"/>
                </a:solidFill>
                <a:sym typeface="Trebuchet MS" panose="020B0603020202020204" pitchFamily="34" charset="0"/>
              </a:defRPr>
            </a:lvl4pPr>
            <a:lvl5pPr marL="0" lvl="4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2000" b="1" smtClean="0">
                <a:solidFill>
                  <a:schemeClr val="tx1"/>
                </a:solidFill>
                <a:sym typeface="Trebuchet MS" panose="020B0603020202020204" pitchFamily="34" charset="0"/>
              </a:defRPr>
            </a:lvl5pPr>
            <a:lvl6pPr marL="269875" lvl="5" indent="-152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2000" smtClean="0">
                <a:solidFill>
                  <a:schemeClr val="tx1"/>
                </a:solidFill>
                <a:sym typeface="Trebuchet MS" panose="020B0603020202020204" pitchFamily="34" charset="0"/>
              </a:defRPr>
            </a:lvl6pPr>
            <a:lvl7pPr marL="0" lvl="6" indent="0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5400" baseline="0" smtClean="0">
                <a:solidFill>
                  <a:schemeClr val="tx1"/>
                </a:solidFill>
                <a:sym typeface="Trebuchet MS" panose="020B0603020202020204" pitchFamily="34" charset="0"/>
              </a:defRPr>
            </a:lvl7pPr>
            <a:lvl8pPr marL="0" lvl="7" indent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6600" baseline="0" smtClean="0">
                <a:solidFill>
                  <a:schemeClr val="tx2"/>
                </a:solidFill>
                <a:sym typeface="Trebuchet MS" panose="020B0603020202020204" pitchFamily="34" charset="0"/>
              </a:defRPr>
            </a:lvl8pPr>
            <a:lvl9pPr marL="0" lvl="8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3200" baseline="0" dirty="0">
                <a:solidFill>
                  <a:schemeClr val="tx2"/>
                </a:solidFill>
                <a:sym typeface="Trebuchet MS" panose="020B0603020202020204" pitchFamily="34" charset="0"/>
              </a:defRPr>
            </a:lvl9pPr>
          </a:lstStyle>
          <a:p>
            <a:pPr algn="r">
              <a:buNone/>
            </a:pPr>
            <a:r>
              <a:rPr lang="en-US" sz="1200" b="1">
                <a:solidFill>
                  <a:schemeClr val="bg1"/>
                </a:solidFill>
              </a:rPr>
              <a:t>CONFIDENTIAL – NOT TO BE DISTRIBUTED </a:t>
            </a:r>
          </a:p>
        </p:txBody>
      </p:sp>
    </p:spTree>
    <p:extLst>
      <p:ext uri="{BB962C8B-B14F-4D97-AF65-F5344CB8AC3E}">
        <p14:creationId xmlns:p14="http://schemas.microsoft.com/office/powerpoint/2010/main" val="2427339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-lin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648A5D5-75B9-4F02-A4CB-B3C65A9BF2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435123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648A5D5-75B9-4F02-A4CB-B3C65A9BF2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58AAF75-30DC-408A-933A-149F2D14D18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8" name="Sticker" hidden="1">
            <a:extLst>
              <a:ext uri="{FF2B5EF4-FFF2-40B4-BE49-F238E27FC236}">
                <a16:creationId xmlns:a16="http://schemas.microsoft.com/office/drawing/2014/main" id="{250B3900-1BCF-4533-8849-84C79A3F1DB0}"/>
              </a:ext>
            </a:extLst>
          </p:cNvPr>
          <p:cNvSpPr txBox="1"/>
          <p:nvPr userDrawn="1"/>
        </p:nvSpPr>
        <p:spPr bwMode="gray">
          <a:xfrm>
            <a:off x="756745" y="2185106"/>
            <a:ext cx="450444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/>
          <a:p>
            <a:pPr algn="l" rt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b="1" cap="all" baseline="0"/>
              <a:t>STICKER</a:t>
            </a:r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9B938D6E-11C9-4CD9-A6F2-DB6A001984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48DC6AC-FD6E-43F9-91DF-EEDC76F2311E}"/>
              </a:ext>
            </a:extLst>
          </p:cNvPr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96614D7-CB89-49B7-A3FF-C50143166402}"/>
              </a:ext>
            </a:extLst>
          </p:cNvPr>
          <p:cNvSpPr txBox="1"/>
          <p:nvPr userDrawn="1"/>
        </p:nvSpPr>
        <p:spPr>
          <a:xfrm>
            <a:off x="7501003" y="6594281"/>
            <a:ext cx="4064000" cy="203133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lvl="0" indent="0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1pPr>
            <a:lvl2pPr marL="284400" lvl="1" indent="-17280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2pPr>
            <a:lvl3pPr marL="511200" lvl="2" indent="-16560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3pPr>
            <a:lvl4pPr marL="0" lvl="3" indent="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2000">
                <a:solidFill>
                  <a:schemeClr val="tx2"/>
                </a:solidFill>
                <a:sym typeface="Trebuchet MS" panose="020B0603020202020204" pitchFamily="34" charset="0"/>
              </a:defRPr>
            </a:lvl4pPr>
            <a:lvl5pPr marL="0" lvl="4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2000" b="1" smtClean="0">
                <a:solidFill>
                  <a:schemeClr val="tx1"/>
                </a:solidFill>
                <a:sym typeface="Trebuchet MS" panose="020B0603020202020204" pitchFamily="34" charset="0"/>
              </a:defRPr>
            </a:lvl5pPr>
            <a:lvl6pPr marL="269875" lvl="5" indent="-152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2000" smtClean="0">
                <a:solidFill>
                  <a:schemeClr val="tx1"/>
                </a:solidFill>
                <a:sym typeface="Trebuchet MS" panose="020B0603020202020204" pitchFamily="34" charset="0"/>
              </a:defRPr>
            </a:lvl6pPr>
            <a:lvl7pPr marL="0" lvl="6" indent="0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5400" baseline="0" smtClean="0">
                <a:solidFill>
                  <a:schemeClr val="tx1"/>
                </a:solidFill>
                <a:sym typeface="Trebuchet MS" panose="020B0603020202020204" pitchFamily="34" charset="0"/>
              </a:defRPr>
            </a:lvl7pPr>
            <a:lvl8pPr marL="0" lvl="7" indent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6600" baseline="0" smtClean="0">
                <a:solidFill>
                  <a:schemeClr val="tx2"/>
                </a:solidFill>
                <a:sym typeface="Trebuchet MS" panose="020B0603020202020204" pitchFamily="34" charset="0"/>
              </a:defRPr>
            </a:lvl8pPr>
            <a:lvl9pPr marL="0" lvl="8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3200" baseline="0" dirty="0">
                <a:solidFill>
                  <a:schemeClr val="tx2"/>
                </a:solidFill>
                <a:sym typeface="Trebuchet MS" panose="020B0603020202020204" pitchFamily="34" charset="0"/>
              </a:defRPr>
            </a:lvl9pPr>
          </a:lstStyle>
          <a:p>
            <a:pPr algn="r">
              <a:buNone/>
            </a:pPr>
            <a:r>
              <a:rPr lang="en-US" sz="1200" b="1">
                <a:solidFill>
                  <a:schemeClr val="bg1"/>
                </a:solidFill>
              </a:rPr>
              <a:t>CONFIDENTIAL – NOT TO BE DISTRIBUTED </a:t>
            </a:r>
          </a:p>
        </p:txBody>
      </p:sp>
      <p:sp>
        <p:nvSpPr>
          <p:cNvPr id="33" name="5. Source" hidden="1">
            <a:extLst>
              <a:ext uri="{FF2B5EF4-FFF2-40B4-BE49-F238E27FC236}">
                <a16:creationId xmlns:a16="http://schemas.microsoft.com/office/drawing/2014/main" id="{A1C18A1C-400A-4CFB-A385-C03445EA8667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756745" y="6501669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/>
              <a:t>Source: …</a:t>
            </a:r>
          </a:p>
        </p:txBody>
      </p:sp>
      <p:sp>
        <p:nvSpPr>
          <p:cNvPr id="34" name="1. On-page tracker">
            <a:extLst>
              <a:ext uri="{FF2B5EF4-FFF2-40B4-BE49-F238E27FC236}">
                <a16:creationId xmlns:a16="http://schemas.microsoft.com/office/drawing/2014/main" id="{CB7A566A-547C-4BEB-A2D2-39319FEBED13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4"/>
            </p:custDataLst>
          </p:nvPr>
        </p:nvSpPr>
        <p:spPr>
          <a:xfrm>
            <a:off x="756745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800" b="0" dirty="0">
                <a:solidFill>
                  <a:schemeClr val="bg1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37" name="2. Slide Title">
            <a:extLst>
              <a:ext uri="{FF2B5EF4-FFF2-40B4-BE49-F238E27FC236}">
                <a16:creationId xmlns:a16="http://schemas.microsoft.com/office/drawing/2014/main" id="{C8199EBB-43D9-43B5-B13B-AB3A7BD28E27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756745" y="317139"/>
            <a:ext cx="9186759" cy="184665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4000" baseline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br>
              <a:rPr lang="en-US"/>
            </a:b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74110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49635A6B-E580-4848-92B2-D862AD659C2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712889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1" imgH="363" progId="TCLayout.ActiveDocument.1">
                  <p:embed/>
                </p:oleObj>
              </mc:Choice>
              <mc:Fallback>
                <p:oleObj name="think-cell Slide" r:id="rId3" imgW="351" imgH="363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49635A6B-E580-4848-92B2-D862AD659C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E1ABE5-4B10-4A61-A2E9-3B2F4BE5D6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F5559B-00F5-4390-9F9C-5088706DECF3}"/>
              </a:ext>
            </a:extLst>
          </p:cNvPr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AE0C6D-7377-4C7A-8766-6453AFD014E3}"/>
              </a:ext>
            </a:extLst>
          </p:cNvPr>
          <p:cNvSpPr txBox="1"/>
          <p:nvPr userDrawn="1"/>
        </p:nvSpPr>
        <p:spPr>
          <a:xfrm>
            <a:off x="7501003" y="6594281"/>
            <a:ext cx="4064000" cy="203133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lvl="0" indent="0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1pPr>
            <a:lvl2pPr marL="284400" lvl="1" indent="-17280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2pPr>
            <a:lvl3pPr marL="511200" lvl="2" indent="-16560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3pPr>
            <a:lvl4pPr marL="0" lvl="3" indent="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2000">
                <a:solidFill>
                  <a:schemeClr val="tx2"/>
                </a:solidFill>
                <a:sym typeface="Trebuchet MS" panose="020B0603020202020204" pitchFamily="34" charset="0"/>
              </a:defRPr>
            </a:lvl4pPr>
            <a:lvl5pPr marL="0" lvl="4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2000" b="1" smtClean="0">
                <a:solidFill>
                  <a:schemeClr val="tx1"/>
                </a:solidFill>
                <a:sym typeface="Trebuchet MS" panose="020B0603020202020204" pitchFamily="34" charset="0"/>
              </a:defRPr>
            </a:lvl5pPr>
            <a:lvl6pPr marL="269875" lvl="5" indent="-152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2000" smtClean="0">
                <a:solidFill>
                  <a:schemeClr val="tx1"/>
                </a:solidFill>
                <a:sym typeface="Trebuchet MS" panose="020B0603020202020204" pitchFamily="34" charset="0"/>
              </a:defRPr>
            </a:lvl6pPr>
            <a:lvl7pPr marL="0" lvl="6" indent="0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5400" baseline="0" smtClean="0">
                <a:solidFill>
                  <a:schemeClr val="tx1"/>
                </a:solidFill>
                <a:sym typeface="Trebuchet MS" panose="020B0603020202020204" pitchFamily="34" charset="0"/>
              </a:defRPr>
            </a:lvl7pPr>
            <a:lvl8pPr marL="0" lvl="7" indent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6600" baseline="0" smtClean="0">
                <a:solidFill>
                  <a:schemeClr val="tx2"/>
                </a:solidFill>
                <a:sym typeface="Trebuchet MS" panose="020B0603020202020204" pitchFamily="34" charset="0"/>
              </a:defRPr>
            </a:lvl8pPr>
            <a:lvl9pPr marL="0" lvl="8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3200" baseline="0" dirty="0">
                <a:solidFill>
                  <a:schemeClr val="tx2"/>
                </a:solidFill>
                <a:sym typeface="Trebuchet MS" panose="020B0603020202020204" pitchFamily="34" charset="0"/>
              </a:defRPr>
            </a:lvl9pPr>
          </a:lstStyle>
          <a:p>
            <a:pPr algn="r">
              <a:buNone/>
            </a:pPr>
            <a:r>
              <a:rPr lang="en-US" sz="1200" b="1">
                <a:solidFill>
                  <a:schemeClr val="tx1"/>
                </a:solidFill>
              </a:rPr>
              <a:t>CONFIDENTIAL – NOT TO BE DISTRIBUTED </a:t>
            </a:r>
          </a:p>
        </p:txBody>
      </p:sp>
    </p:spTree>
    <p:extLst>
      <p:ext uri="{BB962C8B-B14F-4D97-AF65-F5344CB8AC3E}">
        <p14:creationId xmlns:p14="http://schemas.microsoft.com/office/powerpoint/2010/main" val="3926797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green">
    <p:bg>
      <p:bgPr>
        <a:gradFill>
          <a:gsLst>
            <a:gs pos="100000">
              <a:srgbClr val="073B16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BE34BDBC-2682-4B6F-944B-934143B5C26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846264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1" imgH="363" progId="TCLayout.ActiveDocument.1">
                  <p:embed/>
                </p:oleObj>
              </mc:Choice>
              <mc:Fallback>
                <p:oleObj name="think-cell Slide" r:id="rId3" imgW="351" imgH="36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BE34BDBC-2682-4B6F-944B-934143B5C2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 userDrawn="1"/>
        </p:nvSpPr>
        <p:spPr bwMode="white">
          <a:xfrm>
            <a:off x="11167872" y="6404400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CAE39F-E2DB-42A4-BE81-951FA3BF592D}"/>
              </a:ext>
            </a:extLst>
          </p:cNvPr>
          <p:cNvSpPr txBox="1"/>
          <p:nvPr userDrawn="1"/>
        </p:nvSpPr>
        <p:spPr>
          <a:xfrm>
            <a:off x="7501003" y="6594281"/>
            <a:ext cx="4064000" cy="203133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lvl="0" indent="0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1pPr>
            <a:lvl2pPr marL="284400" lvl="1" indent="-17280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2pPr>
            <a:lvl3pPr marL="511200" lvl="2" indent="-16560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3pPr>
            <a:lvl4pPr marL="0" lvl="3" indent="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2000">
                <a:solidFill>
                  <a:schemeClr val="tx2"/>
                </a:solidFill>
                <a:sym typeface="Trebuchet MS" panose="020B0603020202020204" pitchFamily="34" charset="0"/>
              </a:defRPr>
            </a:lvl4pPr>
            <a:lvl5pPr marL="0" lvl="4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2000" b="1" smtClean="0">
                <a:solidFill>
                  <a:schemeClr val="tx1"/>
                </a:solidFill>
                <a:sym typeface="Trebuchet MS" panose="020B0603020202020204" pitchFamily="34" charset="0"/>
              </a:defRPr>
            </a:lvl5pPr>
            <a:lvl6pPr marL="269875" lvl="5" indent="-152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2000" smtClean="0">
                <a:solidFill>
                  <a:schemeClr val="tx1"/>
                </a:solidFill>
                <a:sym typeface="Trebuchet MS" panose="020B0603020202020204" pitchFamily="34" charset="0"/>
              </a:defRPr>
            </a:lvl6pPr>
            <a:lvl7pPr marL="0" lvl="6" indent="0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5400" baseline="0" smtClean="0">
                <a:solidFill>
                  <a:schemeClr val="tx1"/>
                </a:solidFill>
                <a:sym typeface="Trebuchet MS" panose="020B0603020202020204" pitchFamily="34" charset="0"/>
              </a:defRPr>
            </a:lvl7pPr>
            <a:lvl8pPr marL="0" lvl="7" indent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6600" baseline="0" smtClean="0">
                <a:solidFill>
                  <a:schemeClr val="tx2"/>
                </a:solidFill>
                <a:sym typeface="Trebuchet MS" panose="020B0603020202020204" pitchFamily="34" charset="0"/>
              </a:defRPr>
            </a:lvl8pPr>
            <a:lvl9pPr marL="0" lvl="8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3200" baseline="0" dirty="0">
                <a:solidFill>
                  <a:schemeClr val="tx2"/>
                </a:solidFill>
                <a:sym typeface="Trebuchet MS" panose="020B0603020202020204" pitchFamily="34" charset="0"/>
              </a:defRPr>
            </a:lvl9pPr>
          </a:lstStyle>
          <a:p>
            <a:pPr algn="r">
              <a:buNone/>
            </a:pPr>
            <a:r>
              <a:rPr lang="en-US" sz="1200" b="1">
                <a:solidFill>
                  <a:schemeClr val="bg1"/>
                </a:solidFill>
              </a:rPr>
              <a:t>CONFIDENTIAL – NOT TO BE DISTRIBUTED </a:t>
            </a:r>
          </a:p>
        </p:txBody>
      </p:sp>
    </p:spTree>
    <p:extLst>
      <p:ext uri="{BB962C8B-B14F-4D97-AF65-F5344CB8AC3E}">
        <p14:creationId xmlns:p14="http://schemas.microsoft.com/office/powerpoint/2010/main" val="3830696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sclaimer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9983282-C645-4665-9DC2-FCC720C545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096008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1" imgH="363" progId="TCLayout.ActiveDocument.1">
                  <p:embed/>
                </p:oleObj>
              </mc:Choice>
              <mc:Fallback>
                <p:oleObj name="think-cell Slide" r:id="rId3" imgW="351" imgH="36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9983282-C645-4665-9DC2-FCC720C545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A9E3A-4771-45F9-A982-D532A16D0C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2F92BD-2441-4032-BC1C-E2B789D2DD13}"/>
              </a:ext>
            </a:extLst>
          </p:cNvPr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261636-EE92-4C5C-BE90-13CFB476DDBB}"/>
              </a:ext>
            </a:extLst>
          </p:cNvPr>
          <p:cNvSpPr txBox="1"/>
          <p:nvPr userDrawn="1"/>
        </p:nvSpPr>
        <p:spPr>
          <a:xfrm>
            <a:off x="7501003" y="6594281"/>
            <a:ext cx="4064000" cy="203133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lvl="0" indent="0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1pPr>
            <a:lvl2pPr marL="284400" lvl="1" indent="-17280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2pPr>
            <a:lvl3pPr marL="511200" lvl="2" indent="-16560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3pPr>
            <a:lvl4pPr marL="0" lvl="3" indent="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2000">
                <a:solidFill>
                  <a:schemeClr val="tx2"/>
                </a:solidFill>
                <a:sym typeface="Trebuchet MS" panose="020B0603020202020204" pitchFamily="34" charset="0"/>
              </a:defRPr>
            </a:lvl4pPr>
            <a:lvl5pPr marL="0" lvl="4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2000" b="1" smtClean="0">
                <a:solidFill>
                  <a:schemeClr val="tx1"/>
                </a:solidFill>
                <a:sym typeface="Trebuchet MS" panose="020B0603020202020204" pitchFamily="34" charset="0"/>
              </a:defRPr>
            </a:lvl5pPr>
            <a:lvl6pPr marL="269875" lvl="5" indent="-152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2000" smtClean="0">
                <a:solidFill>
                  <a:schemeClr val="tx1"/>
                </a:solidFill>
                <a:sym typeface="Trebuchet MS" panose="020B0603020202020204" pitchFamily="34" charset="0"/>
              </a:defRPr>
            </a:lvl6pPr>
            <a:lvl7pPr marL="0" lvl="6" indent="0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5400" baseline="0" smtClean="0">
                <a:solidFill>
                  <a:schemeClr val="tx1"/>
                </a:solidFill>
                <a:sym typeface="Trebuchet MS" panose="020B0603020202020204" pitchFamily="34" charset="0"/>
              </a:defRPr>
            </a:lvl7pPr>
            <a:lvl8pPr marL="0" lvl="7" indent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6600" baseline="0" smtClean="0">
                <a:solidFill>
                  <a:schemeClr val="tx2"/>
                </a:solidFill>
                <a:sym typeface="Trebuchet MS" panose="020B0603020202020204" pitchFamily="34" charset="0"/>
              </a:defRPr>
            </a:lvl8pPr>
            <a:lvl9pPr marL="0" lvl="8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3200" baseline="0" dirty="0">
                <a:solidFill>
                  <a:schemeClr val="tx2"/>
                </a:solidFill>
                <a:sym typeface="Trebuchet MS" panose="020B0603020202020204" pitchFamily="34" charset="0"/>
              </a:defRPr>
            </a:lvl9pPr>
          </a:lstStyle>
          <a:p>
            <a:pPr algn="r">
              <a:buNone/>
            </a:pPr>
            <a:r>
              <a:rPr lang="en-US" sz="1200" b="1">
                <a:solidFill>
                  <a:schemeClr val="tx1"/>
                </a:solidFill>
              </a:rPr>
              <a:t>CONFIDENTIAL – NOT TO BE DISTRIBUTED </a:t>
            </a:r>
          </a:p>
        </p:txBody>
      </p:sp>
    </p:spTree>
    <p:extLst>
      <p:ext uri="{BB962C8B-B14F-4D97-AF65-F5344CB8AC3E}">
        <p14:creationId xmlns:p14="http://schemas.microsoft.com/office/powerpoint/2010/main" val="3856519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996402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592" imgH="591" progId="TCLayout.ActiveDocument.1">
                  <p:embed/>
                </p:oleObj>
              </mc:Choice>
              <mc:Fallback>
                <p:oleObj name="think-cell Slide" r:id="rId5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220E9A7C-FB74-480B-8212-8CE5C1AF5D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1F7FEA58-7B6F-458F-A8F3-29FBD07F99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60D57B-6DCA-4BEB-AB25-D3277C3137A8}"/>
              </a:ext>
            </a:extLst>
          </p:cNvPr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0A2C23-B605-4885-BD46-3C19BC84E8E9}"/>
              </a:ext>
            </a:extLst>
          </p:cNvPr>
          <p:cNvSpPr txBox="1"/>
          <p:nvPr userDrawn="1"/>
        </p:nvSpPr>
        <p:spPr>
          <a:xfrm>
            <a:off x="7501003" y="6594281"/>
            <a:ext cx="4064000" cy="203133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lvl="0" indent="0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1pPr>
            <a:lvl2pPr marL="284400" lvl="1" indent="-17280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2pPr>
            <a:lvl3pPr marL="511200" lvl="2" indent="-16560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3pPr>
            <a:lvl4pPr marL="0" lvl="3" indent="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2000">
                <a:solidFill>
                  <a:schemeClr val="tx2"/>
                </a:solidFill>
                <a:sym typeface="Trebuchet MS" panose="020B0603020202020204" pitchFamily="34" charset="0"/>
              </a:defRPr>
            </a:lvl4pPr>
            <a:lvl5pPr marL="0" lvl="4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2000" b="1" smtClean="0">
                <a:solidFill>
                  <a:schemeClr val="tx1"/>
                </a:solidFill>
                <a:sym typeface="Trebuchet MS" panose="020B0603020202020204" pitchFamily="34" charset="0"/>
              </a:defRPr>
            </a:lvl5pPr>
            <a:lvl6pPr marL="269875" lvl="5" indent="-152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2000" smtClean="0">
                <a:solidFill>
                  <a:schemeClr val="tx1"/>
                </a:solidFill>
                <a:sym typeface="Trebuchet MS" panose="020B0603020202020204" pitchFamily="34" charset="0"/>
              </a:defRPr>
            </a:lvl6pPr>
            <a:lvl7pPr marL="0" lvl="6" indent="0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5400" baseline="0" smtClean="0">
                <a:solidFill>
                  <a:schemeClr val="tx1"/>
                </a:solidFill>
                <a:sym typeface="Trebuchet MS" panose="020B0603020202020204" pitchFamily="34" charset="0"/>
              </a:defRPr>
            </a:lvl7pPr>
            <a:lvl8pPr marL="0" lvl="7" indent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6600" baseline="0" smtClean="0">
                <a:solidFill>
                  <a:schemeClr val="tx2"/>
                </a:solidFill>
                <a:sym typeface="Trebuchet MS" panose="020B0603020202020204" pitchFamily="34" charset="0"/>
              </a:defRPr>
            </a:lvl8pPr>
            <a:lvl9pPr marL="0" lvl="8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3200" baseline="0" dirty="0">
                <a:solidFill>
                  <a:schemeClr val="tx2"/>
                </a:solidFill>
                <a:sym typeface="Trebuchet MS" panose="020B0603020202020204" pitchFamily="34" charset="0"/>
              </a:defRPr>
            </a:lvl9pPr>
          </a:lstStyle>
          <a:p>
            <a:pPr algn="r">
              <a:buNone/>
            </a:pPr>
            <a:r>
              <a:rPr lang="en-US" sz="1200" b="1">
                <a:solidFill>
                  <a:schemeClr val="tx1"/>
                </a:solidFill>
              </a:rPr>
              <a:t>CONFIDENTIAL – NOT TO BE DISTRIBUTED </a:t>
            </a:r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4367B402-D2CC-409D-9264-4DEED2DE41DF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756745" y="6501669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/>
              <a:t>Source: …</a:t>
            </a:r>
          </a:p>
        </p:txBody>
      </p:sp>
      <p:sp>
        <p:nvSpPr>
          <p:cNvPr id="13" name="1. On-page tracker">
            <a:extLst>
              <a:ext uri="{FF2B5EF4-FFF2-40B4-BE49-F238E27FC236}">
                <a16:creationId xmlns:a16="http://schemas.microsoft.com/office/drawing/2014/main" id="{831DF2F3-3A8F-473C-AAD1-AD12B2E13854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3"/>
            </p:custDataLst>
          </p:nvPr>
        </p:nvSpPr>
        <p:spPr>
          <a:xfrm>
            <a:off x="756745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38839639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A954CCC1-5027-4384-BFF6-B54153C697A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689319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A954CCC1-5027-4384-BFF6-B54153C697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/>
              <a:t>Source: …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BD6FC1-7EA7-4802-9D7D-F31059643B20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ltGray">
          <a:xfrm>
            <a:off x="774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05A92FC-D16D-4BA1-BE03-88BE1EB89F85}"/>
              </a:ext>
            </a:extLst>
          </p:cNvPr>
          <p:cNvSpPr/>
          <p:nvPr userDrawn="1"/>
        </p:nvSpPr>
        <p:spPr bwMode="ltGray">
          <a:xfrm>
            <a:off x="-774" y="0"/>
            <a:ext cx="12192000" cy="6858000"/>
          </a:xfrm>
          <a:prstGeom prst="rect">
            <a:avLst/>
          </a:prstGeom>
          <a:solidFill>
            <a:schemeClr val="bg2">
              <a:lumMod val="10000"/>
              <a:alpha val="49000"/>
            </a:scheme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Google Shape;18;p2">
            <a:extLst>
              <a:ext uri="{FF2B5EF4-FFF2-40B4-BE49-F238E27FC236}">
                <a16:creationId xmlns:a16="http://schemas.microsoft.com/office/drawing/2014/main" id="{6993896D-9819-48A7-9B33-38762604E730}"/>
              </a:ext>
            </a:extLst>
          </p:cNvPr>
          <p:cNvSpPr/>
          <p:nvPr userDrawn="1"/>
        </p:nvSpPr>
        <p:spPr bwMode="ltGray">
          <a:xfrm rot="10800000">
            <a:off x="1222533" y="912471"/>
            <a:ext cx="5759738" cy="4393325"/>
          </a:xfrm>
          <a:custGeom>
            <a:avLst/>
            <a:gdLst/>
            <a:ahLst/>
            <a:cxnLst/>
            <a:rect l="l" t="t" r="r" b="b"/>
            <a:pathLst>
              <a:path w="4783232" h="3657600" extrusionOk="0">
                <a:moveTo>
                  <a:pt x="760360" y="0"/>
                </a:moveTo>
                <a:lnTo>
                  <a:pt x="4783232" y="0"/>
                </a:lnTo>
                <a:lnTo>
                  <a:pt x="4783232" y="3657600"/>
                </a:lnTo>
                <a:lnTo>
                  <a:pt x="0" y="3657600"/>
                </a:lnTo>
                <a:lnTo>
                  <a:pt x="0" y="724468"/>
                </a:lnTo>
                <a:lnTo>
                  <a:pt x="760360" y="724468"/>
                </a:lnTo>
                <a:lnTo>
                  <a:pt x="760360" y="0"/>
                </a:lnTo>
                <a:close/>
              </a:path>
            </a:pathLst>
          </a:custGeom>
          <a:solidFill>
            <a:srgbClr val="031D0B">
              <a:alpha val="7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10" name="Google Shape;19;p2">
            <a:extLst>
              <a:ext uri="{FF2B5EF4-FFF2-40B4-BE49-F238E27FC236}">
                <a16:creationId xmlns:a16="http://schemas.microsoft.com/office/drawing/2014/main" id="{520A5777-4384-4306-ABDF-FAE1815530AC}"/>
              </a:ext>
            </a:extLst>
          </p:cNvPr>
          <p:cNvSpPr/>
          <p:nvPr userDrawn="1"/>
        </p:nvSpPr>
        <p:spPr bwMode="ltGray">
          <a:xfrm>
            <a:off x="2379261" y="1407662"/>
            <a:ext cx="4327212" cy="379288"/>
          </a:xfrm>
          <a:custGeom>
            <a:avLst/>
            <a:gdLst/>
            <a:ahLst/>
            <a:cxnLst/>
            <a:rect l="l" t="t" r="r" b="b"/>
            <a:pathLst>
              <a:path w="5029200" h="213359" extrusionOk="0">
                <a:moveTo>
                  <a:pt x="0" y="213360"/>
                </a:moveTo>
                <a:lnTo>
                  <a:pt x="0" y="0"/>
                </a:lnTo>
                <a:lnTo>
                  <a:pt x="5029200" y="0"/>
                </a:lnTo>
              </a:path>
            </a:pathLst>
          </a:cu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  <a:tabLst/>
              <a:defRPr/>
            </a:pPr>
            <a:endParaRPr kumimoji="0" sz="1425" b="0" i="0" u="none" strike="noStrike" kern="1200" cap="none" spc="0" normalizeH="0" baseline="0" noProof="0">
              <a:ln>
                <a:noFill/>
              </a:ln>
              <a:solidFill>
                <a:srgbClr val="575757"/>
              </a:solidFill>
              <a:effectLst/>
              <a:uLnTx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11" name="Google Shape;20;p2">
            <a:extLst>
              <a:ext uri="{FF2B5EF4-FFF2-40B4-BE49-F238E27FC236}">
                <a16:creationId xmlns:a16="http://schemas.microsoft.com/office/drawing/2014/main" id="{9DA3D0BB-B38C-47D2-9AEB-C77AD3C63FAF}"/>
              </a:ext>
            </a:extLst>
          </p:cNvPr>
          <p:cNvSpPr/>
          <p:nvPr userDrawn="1"/>
        </p:nvSpPr>
        <p:spPr bwMode="ltGray">
          <a:xfrm>
            <a:off x="1730708" y="605061"/>
            <a:ext cx="4662341" cy="5029200"/>
          </a:xfrm>
          <a:custGeom>
            <a:avLst/>
            <a:gdLst/>
            <a:ahLst/>
            <a:cxnLst/>
            <a:rect l="l" t="t" r="r" b="b"/>
            <a:pathLst>
              <a:path w="5175422" h="5420050" extrusionOk="0">
                <a:moveTo>
                  <a:pt x="0" y="0"/>
                </a:moveTo>
                <a:lnTo>
                  <a:pt x="1204082" y="0"/>
                </a:lnTo>
                <a:lnTo>
                  <a:pt x="1204082" y="225036"/>
                </a:lnTo>
                <a:lnTo>
                  <a:pt x="225036" y="225036"/>
                </a:lnTo>
                <a:lnTo>
                  <a:pt x="225036" y="5175386"/>
                </a:lnTo>
                <a:lnTo>
                  <a:pt x="5175386" y="5175386"/>
                </a:lnTo>
                <a:cubicBezTo>
                  <a:pt x="5175978" y="5257758"/>
                  <a:pt x="5169211" y="5337678"/>
                  <a:pt x="5169803" y="5420050"/>
                </a:cubicBezTo>
                <a:lnTo>
                  <a:pt x="0" y="5400422"/>
                </a:lnTo>
                <a:lnTo>
                  <a:pt x="0" y="0"/>
                </a:lnTo>
                <a:close/>
              </a:path>
            </a:pathLst>
          </a:custGeom>
          <a:solidFill>
            <a:schemeClr val="lt1">
              <a:alpha val="6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575757"/>
              </a:solidFill>
              <a:effectLst/>
              <a:uLnTx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grpSp>
        <p:nvGrpSpPr>
          <p:cNvPr id="12" name="Google Shape;21;p2">
            <a:extLst>
              <a:ext uri="{FF2B5EF4-FFF2-40B4-BE49-F238E27FC236}">
                <a16:creationId xmlns:a16="http://schemas.microsoft.com/office/drawing/2014/main" id="{B8B2AA8A-2573-4B19-8A7D-D3657039EA0E}"/>
              </a:ext>
            </a:extLst>
          </p:cNvPr>
          <p:cNvGrpSpPr/>
          <p:nvPr userDrawn="1"/>
        </p:nvGrpSpPr>
        <p:grpSpPr bwMode="ltGray">
          <a:xfrm>
            <a:off x="6068229" y="4435155"/>
            <a:ext cx="914243" cy="870801"/>
            <a:chOff x="4234180" y="3657600"/>
            <a:chExt cx="795008" cy="760807"/>
          </a:xfrm>
        </p:grpSpPr>
        <p:sp>
          <p:nvSpPr>
            <p:cNvPr id="13" name="Google Shape;22;p2">
              <a:extLst>
                <a:ext uri="{FF2B5EF4-FFF2-40B4-BE49-F238E27FC236}">
                  <a16:creationId xmlns:a16="http://schemas.microsoft.com/office/drawing/2014/main" id="{6D436035-B496-4129-9261-A1584E6D0F08}"/>
                </a:ext>
              </a:extLst>
            </p:cNvPr>
            <p:cNvSpPr/>
            <p:nvPr/>
          </p:nvSpPr>
          <p:spPr bwMode="ltGray">
            <a:xfrm>
              <a:off x="4631688" y="3657600"/>
              <a:ext cx="397500" cy="380400"/>
            </a:xfrm>
            <a:prstGeom prst="rect">
              <a:avLst/>
            </a:prstGeom>
            <a:solidFill>
              <a:srgbClr val="FFFFFF">
                <a:alpha val="360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endParaRPr>
            </a:p>
          </p:txBody>
        </p:sp>
        <p:sp>
          <p:nvSpPr>
            <p:cNvPr id="14" name="Google Shape;23;p2">
              <a:extLst>
                <a:ext uri="{FF2B5EF4-FFF2-40B4-BE49-F238E27FC236}">
                  <a16:creationId xmlns:a16="http://schemas.microsoft.com/office/drawing/2014/main" id="{0887397B-E57D-4712-8518-E4F432D7DC42}"/>
                </a:ext>
              </a:extLst>
            </p:cNvPr>
            <p:cNvSpPr/>
            <p:nvPr/>
          </p:nvSpPr>
          <p:spPr bwMode="ltGray">
            <a:xfrm>
              <a:off x="4234180" y="4038007"/>
              <a:ext cx="397500" cy="380400"/>
            </a:xfrm>
            <a:prstGeom prst="rect">
              <a:avLst/>
            </a:prstGeom>
            <a:solidFill>
              <a:schemeClr val="lt1">
                <a:alpha val="8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endParaRPr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C72F409F-C504-413D-AC35-D1695323D79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/>
          <a:srcRect l="10663" t="29916" r="16754" b="21802"/>
          <a:stretch/>
        </p:blipFill>
        <p:spPr bwMode="ltGray">
          <a:xfrm>
            <a:off x="9836600" y="6050184"/>
            <a:ext cx="2227578" cy="73152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3FA5E0A2-6E2E-417B-9957-26F1E853783A}"/>
              </a:ext>
            </a:extLst>
          </p:cNvPr>
          <p:cNvSpPr/>
          <p:nvPr userDrawn="1"/>
        </p:nvSpPr>
        <p:spPr bwMode="ltGray">
          <a:xfrm>
            <a:off x="2415128" y="1490628"/>
            <a:ext cx="4325112" cy="2944368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8000" b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Thank you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9CC7B4-412D-48F8-8D49-BCC7E21C7259}"/>
              </a:ext>
            </a:extLst>
          </p:cNvPr>
          <p:cNvSpPr txBox="1"/>
          <p:nvPr userDrawn="1"/>
        </p:nvSpPr>
        <p:spPr bwMode="ltGray">
          <a:xfrm>
            <a:off x="756745" y="0"/>
            <a:ext cx="4064000" cy="203133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lvl="0" indent="0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1pPr>
            <a:lvl2pPr marL="284400" lvl="1" indent="-17280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2pPr>
            <a:lvl3pPr marL="511200" lvl="2" indent="-16560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3pPr>
            <a:lvl4pPr marL="0" lvl="3" indent="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2000">
                <a:solidFill>
                  <a:schemeClr val="tx2"/>
                </a:solidFill>
                <a:sym typeface="Trebuchet MS" panose="020B0603020202020204" pitchFamily="34" charset="0"/>
              </a:defRPr>
            </a:lvl4pPr>
            <a:lvl5pPr marL="0" lvl="4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2000" b="1" smtClean="0">
                <a:solidFill>
                  <a:schemeClr val="tx1"/>
                </a:solidFill>
                <a:sym typeface="Trebuchet MS" panose="020B0603020202020204" pitchFamily="34" charset="0"/>
              </a:defRPr>
            </a:lvl5pPr>
            <a:lvl6pPr marL="269875" lvl="5" indent="-152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2000" smtClean="0">
                <a:solidFill>
                  <a:schemeClr val="tx1"/>
                </a:solidFill>
                <a:sym typeface="Trebuchet MS" panose="020B0603020202020204" pitchFamily="34" charset="0"/>
              </a:defRPr>
            </a:lvl6pPr>
            <a:lvl7pPr marL="0" lvl="6" indent="0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5400" baseline="0" smtClean="0">
                <a:solidFill>
                  <a:schemeClr val="tx1"/>
                </a:solidFill>
                <a:sym typeface="Trebuchet MS" panose="020B0603020202020204" pitchFamily="34" charset="0"/>
              </a:defRPr>
            </a:lvl7pPr>
            <a:lvl8pPr marL="0" lvl="7" indent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6600" baseline="0" smtClean="0">
                <a:solidFill>
                  <a:schemeClr val="tx2"/>
                </a:solidFill>
                <a:sym typeface="Trebuchet MS" panose="020B0603020202020204" pitchFamily="34" charset="0"/>
              </a:defRPr>
            </a:lvl8pPr>
            <a:lvl9pPr marL="0" lvl="8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3200" baseline="0" dirty="0">
                <a:solidFill>
                  <a:schemeClr val="tx2"/>
                </a:solidFill>
                <a:sym typeface="Trebuchet MS" panose="020B0603020202020204" pitchFamily="34" charset="0"/>
              </a:defRPr>
            </a:lvl9pPr>
          </a:lstStyle>
          <a:p>
            <a:pPr>
              <a:buNone/>
            </a:pPr>
            <a:r>
              <a:rPr lang="en-US" sz="1200" b="1">
                <a:solidFill>
                  <a:schemeClr val="bg1"/>
                </a:solidFill>
              </a:rPr>
              <a:t>CONFIDENTIAL – NOT TO BE DISTRIBUTED </a:t>
            </a:r>
          </a:p>
        </p:txBody>
      </p:sp>
    </p:spTree>
    <p:extLst>
      <p:ext uri="{BB962C8B-B14F-4D97-AF65-F5344CB8AC3E}">
        <p14:creationId xmlns:p14="http://schemas.microsoft.com/office/powerpoint/2010/main" val="64280011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933945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7EDDECBC-0B13-5257-EE10-CA5BFD04B1A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682827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EDDECBC-0B13-5257-EE10-CA5BFD04B1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2B30F13-C60D-4C27-DB47-E90FBE903794}"/>
              </a:ext>
            </a:extLst>
          </p:cNvPr>
          <p:cNvSpPr txBox="1"/>
          <p:nvPr/>
        </p:nvSpPr>
        <p:spPr>
          <a:xfrm>
            <a:off x="624840" y="2808550"/>
            <a:ext cx="3718560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rtl="0"/>
            <a:r>
              <a:rPr lang="en-US" sz="54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Appendix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26D828-D834-822C-F0D7-8FDE186F9CE1}"/>
              </a:ext>
            </a:extLst>
          </p:cNvPr>
          <p:cNvCxnSpPr/>
          <p:nvPr userDrawn="1"/>
        </p:nvCxnSpPr>
        <p:spPr>
          <a:xfrm flipH="1">
            <a:off x="624840" y="3866824"/>
            <a:ext cx="910791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D8828A28-006A-17EA-1CD6-2E3209EA8FFE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24840" y="4021443"/>
            <a:ext cx="3718560" cy="431057"/>
          </a:xfrm>
          <a:prstGeom prst="rect">
            <a:avLst/>
          </a:prstGeom>
          <a:noFill/>
        </p:spPr>
        <p:txBody>
          <a:bodyPr wrap="square" lIns="0" tIns="108000" rIns="108000" bIns="72000" anchor="ctr" anchorCtr="0">
            <a:spAutoFit/>
          </a:bodyPr>
          <a:lstStyle>
            <a:lvl1pPr marL="0" indent="0" rtl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rgbClr val="16654B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rgbClr val="16654B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rgbClr val="16654B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rgbClr val="16654B"/>
                </a:solidFill>
              </a:defRPr>
            </a:lvl5pPr>
          </a:lstStyle>
          <a:p>
            <a:pPr lvl="0"/>
            <a:r>
              <a:rPr lang="en-US"/>
              <a:t>XXXX</a:t>
            </a:r>
          </a:p>
        </p:txBody>
      </p:sp>
      <p:pic>
        <p:nvPicPr>
          <p:cNvPr id="44" name="Graphic 43">
            <a:extLst>
              <a:ext uri="{FF2B5EF4-FFF2-40B4-BE49-F238E27FC236}">
                <a16:creationId xmlns:a16="http://schemas.microsoft.com/office/drawing/2014/main" id="{ED646078-E25F-613B-489E-AC0254B0497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-655" r="57062" b="34280"/>
          <a:stretch/>
        </p:blipFill>
        <p:spPr>
          <a:xfrm>
            <a:off x="9980930" y="3886200"/>
            <a:ext cx="2134870" cy="2895600"/>
          </a:xfrm>
          <a:prstGeom prst="rect">
            <a:avLst/>
          </a:prstGeom>
        </p:spPr>
      </p:pic>
      <p:sp>
        <p:nvSpPr>
          <p:cNvPr id="4" name="Rectangle 3"/>
          <p:cNvSpPr/>
          <p:nvPr userDrawn="1"/>
        </p:nvSpPr>
        <p:spPr>
          <a:xfrm>
            <a:off x="-15240" y="-15240"/>
            <a:ext cx="12222480" cy="6888480"/>
          </a:xfrm>
          <a:prstGeom prst="rect">
            <a:avLst/>
          </a:prstGeom>
          <a:gradFill flip="none" rotWithShape="1">
            <a:gsLst>
              <a:gs pos="30000">
                <a:schemeClr val="accent1">
                  <a:alpha val="27000"/>
                </a:schemeClr>
              </a:gs>
              <a:gs pos="96000">
                <a:schemeClr val="tx2">
                  <a:lumMod val="66000"/>
                  <a:alpha val="84000"/>
                </a:schemeClr>
              </a:gs>
              <a:gs pos="7000">
                <a:schemeClr val="tx2"/>
              </a:gs>
              <a:gs pos="65000">
                <a:schemeClr val="tx2">
                  <a:alpha val="83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en-US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62527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2DA64E8-5CF7-314B-8458-125E2497FC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370228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2DA64E8-5CF7-314B-8458-125E2497FC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77182F0-7DD0-DA70-5475-B424D78FE996}"/>
              </a:ext>
            </a:extLst>
          </p:cNvPr>
          <p:cNvCxnSpPr/>
          <p:nvPr userDrawn="1"/>
        </p:nvCxnSpPr>
        <p:spPr>
          <a:xfrm flipH="1">
            <a:off x="624840" y="4171624"/>
            <a:ext cx="910791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23331E65-2A9E-3B1B-228C-BC3BA813F1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4840" y="4992993"/>
            <a:ext cx="3718560" cy="431057"/>
          </a:xfrm>
          <a:prstGeom prst="rect">
            <a:avLst/>
          </a:prstGeom>
          <a:noFill/>
        </p:spPr>
        <p:txBody>
          <a:bodyPr wrap="square" lIns="0" tIns="108000" rIns="108000" bIns="72000" anchor="ctr" anchorCtr="0">
            <a:spAutoFit/>
          </a:bodyPr>
          <a:lstStyle>
            <a:lvl1pPr marL="0" indent="0" rtl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rgbClr val="16654B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rgbClr val="16654B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rgbClr val="16654B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rgbClr val="16654B"/>
                </a:solidFill>
              </a:defRPr>
            </a:lvl5pPr>
          </a:lstStyle>
          <a:p>
            <a:pPr lvl="0"/>
            <a:r>
              <a:rPr lang="en-US"/>
              <a:t>XXXX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6AFFEC4E-D7C4-5C94-F624-97B807D261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4840" y="4385051"/>
            <a:ext cx="3947160" cy="276999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rgbClr val="16654B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rgbClr val="16654B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rgbClr val="16654B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rgbClr val="16654B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BC14B0F6-67D6-8CCD-A36E-724BDEF56D4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4840" y="3131403"/>
            <a:ext cx="3718560" cy="830997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marL="0" indent="0" rtl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6000"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rgbClr val="16654B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rgbClr val="16654B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rgbClr val="16654B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rgbClr val="16654B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10026C64-4E25-7F11-ACD6-665FC130A18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27969" b="37118"/>
          <a:stretch/>
        </p:blipFill>
        <p:spPr>
          <a:xfrm>
            <a:off x="8534400" y="3429000"/>
            <a:ext cx="3581400" cy="27432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0241E8C-3F22-80C7-59F1-A84010798887}"/>
              </a:ext>
            </a:extLst>
          </p:cNvPr>
          <p:cNvSpPr/>
          <p:nvPr userDrawn="1"/>
        </p:nvSpPr>
        <p:spPr>
          <a:xfrm>
            <a:off x="-15240" y="-15240"/>
            <a:ext cx="12222480" cy="6888480"/>
          </a:xfrm>
          <a:prstGeom prst="rect">
            <a:avLst/>
          </a:prstGeom>
          <a:gradFill flip="none" rotWithShape="1">
            <a:gsLst>
              <a:gs pos="30000">
                <a:schemeClr val="accent1">
                  <a:alpha val="27000"/>
                </a:schemeClr>
              </a:gs>
              <a:gs pos="96000">
                <a:schemeClr val="tx2">
                  <a:lumMod val="66000"/>
                  <a:alpha val="84000"/>
                </a:schemeClr>
              </a:gs>
              <a:gs pos="7000">
                <a:schemeClr val="tx2"/>
              </a:gs>
              <a:gs pos="65000">
                <a:schemeClr val="tx2">
                  <a:alpha val="83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en-US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063474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phic 30">
            <a:extLst>
              <a:ext uri="{FF2B5EF4-FFF2-40B4-BE49-F238E27FC236}">
                <a16:creationId xmlns:a16="http://schemas.microsoft.com/office/drawing/2014/main" id="{10026C64-4E25-7F11-ACD6-665FC130A18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27969" b="37118"/>
          <a:stretch/>
        </p:blipFill>
        <p:spPr>
          <a:xfrm>
            <a:off x="8534400" y="3429000"/>
            <a:ext cx="35814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4383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968312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9" imgH="355" progId="TCLayout.ActiveDocument.1">
                  <p:embed/>
                </p:oleObj>
              </mc:Choice>
              <mc:Fallback>
                <p:oleObj name="think-cell Slide" r:id="rId4" imgW="359" imgH="355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0B556A00-D60B-42ED-AE9C-B3EB831768D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/>
            <a:endParaRPr kumimoji="0" lang="en-US" sz="6000" b="1" i="0" u="none" cap="none" baseline="0">
              <a:solidFill>
                <a:schemeClr val="bg1"/>
              </a:solidFill>
              <a:latin typeface="Century Gothic" panose="020B0502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83094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D3F33643-D878-CE67-2D19-C5840577D68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999648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3F33643-D878-CE67-2D19-C5840577D68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0" name="Graphic 49">
            <a:extLst>
              <a:ext uri="{FF2B5EF4-FFF2-40B4-BE49-F238E27FC236}">
                <a16:creationId xmlns:a16="http://schemas.microsoft.com/office/drawing/2014/main" id="{0EA4E886-9362-E4A2-BCC8-BD0E78E3E3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66731" b="50463"/>
          <a:stretch/>
        </p:blipFill>
        <p:spPr>
          <a:xfrm>
            <a:off x="10080625" y="4696968"/>
            <a:ext cx="1654175" cy="21610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050792" y="2180483"/>
            <a:ext cx="4090416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/>
            <a:r>
              <a:rPr lang="en-US" sz="6000" b="1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Appendix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7183BB5-530D-2092-7481-2B571AD3C05D}"/>
              </a:ext>
            </a:extLst>
          </p:cNvPr>
          <p:cNvCxnSpPr/>
          <p:nvPr userDrawn="1"/>
        </p:nvCxnSpPr>
        <p:spPr>
          <a:xfrm flipH="1">
            <a:off x="5289239" y="3208650"/>
            <a:ext cx="1613522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B0241E8C-3F22-80C7-59F1-A84010798887}"/>
              </a:ext>
            </a:extLst>
          </p:cNvPr>
          <p:cNvSpPr/>
          <p:nvPr userDrawn="1"/>
        </p:nvSpPr>
        <p:spPr>
          <a:xfrm>
            <a:off x="-15240" y="-15240"/>
            <a:ext cx="12222480" cy="6888480"/>
          </a:xfrm>
          <a:prstGeom prst="rect">
            <a:avLst/>
          </a:prstGeom>
          <a:solidFill>
            <a:srgbClr val="015C63">
              <a:alpha val="5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en-US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317884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046A4538-2930-600F-4854-4796FCA5E74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755269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46A4538-2930-600F-4854-4796FCA5E7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0" name="Graphic 49">
            <a:extLst>
              <a:ext uri="{FF2B5EF4-FFF2-40B4-BE49-F238E27FC236}">
                <a16:creationId xmlns:a16="http://schemas.microsoft.com/office/drawing/2014/main" id="{0EA4E886-9362-E4A2-BCC8-BD0E78E3E3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66731" b="50463"/>
          <a:stretch/>
        </p:blipFill>
        <p:spPr>
          <a:xfrm>
            <a:off x="10080625" y="4696968"/>
            <a:ext cx="1654175" cy="21610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050792" y="2180483"/>
            <a:ext cx="4090416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/>
            <a:r>
              <a:rPr lang="en-US" sz="6000" b="1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Thank You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7183BB5-530D-2092-7481-2B571AD3C05D}"/>
              </a:ext>
            </a:extLst>
          </p:cNvPr>
          <p:cNvCxnSpPr/>
          <p:nvPr userDrawn="1"/>
        </p:nvCxnSpPr>
        <p:spPr>
          <a:xfrm flipH="1">
            <a:off x="5289239" y="3208650"/>
            <a:ext cx="1613522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B0241E8C-3F22-80C7-59F1-A84010798887}"/>
              </a:ext>
            </a:extLst>
          </p:cNvPr>
          <p:cNvSpPr/>
          <p:nvPr userDrawn="1"/>
        </p:nvSpPr>
        <p:spPr>
          <a:xfrm>
            <a:off x="-15240" y="-15240"/>
            <a:ext cx="12222480" cy="6888480"/>
          </a:xfrm>
          <a:prstGeom prst="rect">
            <a:avLst/>
          </a:prstGeom>
          <a:solidFill>
            <a:srgbClr val="015C63">
              <a:alpha val="5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en-US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7656605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A4EDA3A4-FD57-ABF8-5AF7-E4C83399D52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815641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4EDA3A4-FD57-ABF8-5AF7-E4C83399D5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950ED24-877E-B1B9-0962-78149A8BD5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349980"/>
            <a:ext cx="10673046" cy="304699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 b="1">
                <a:solidFill>
                  <a:srgbClr val="16654B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rgbClr val="16654B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rgbClr val="16654B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rgbClr val="16654B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rgbClr val="16654B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8F92808-AB57-5B4E-7A67-77A9C789ED0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6446832"/>
            <a:ext cx="9588500" cy="357185"/>
          </a:xfrm>
          <a:prstGeom prst="rect">
            <a:avLst/>
          </a:prstGeom>
        </p:spPr>
        <p:txBody>
          <a:bodyPr lIns="0" tIns="0" rIns="0" bIns="0" anchor="ctr"/>
          <a:lstStyle>
            <a:lvl1pPr marL="447675" indent="-447675" rtl="0">
              <a:buNone/>
              <a:defRPr sz="800">
                <a:solidFill>
                  <a:schemeClr val="tx2"/>
                </a:solidFill>
                <a:latin typeface="+mn-lt"/>
                <a:cs typeface="Open Sans" panose="020B0606030504020204" pitchFamily="34" charset="0"/>
                <a:sym typeface="Open Sans" panose="020B0606030504020204" pitchFamily="34" charset="0"/>
              </a:defRPr>
            </a:lvl1pPr>
            <a:lvl2pPr>
              <a:defRPr sz="700"/>
            </a:lvl2pPr>
            <a:lvl3pPr>
              <a:defRPr sz="700"/>
            </a:lvl3pPr>
            <a:lvl4pPr>
              <a:defRPr sz="700"/>
            </a:lvl4pPr>
            <a:lvl5pPr>
              <a:defRPr sz="700"/>
            </a:lvl5pPr>
          </a:lstStyle>
          <a:p>
            <a:pPr lvl="0"/>
            <a:r>
              <a:rPr lang="en-US"/>
              <a:t>Source: Portas analysis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2425E41-F3F9-609A-9066-F76C24F76312}"/>
              </a:ext>
            </a:extLst>
          </p:cNvPr>
          <p:cNvCxnSpPr>
            <a:cxnSpLocks/>
          </p:cNvCxnSpPr>
          <p:nvPr userDrawn="1"/>
        </p:nvCxnSpPr>
        <p:spPr>
          <a:xfrm>
            <a:off x="0" y="980175"/>
            <a:ext cx="12192000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5">
                    <a:lumMod val="20000"/>
                    <a:lumOff val="80000"/>
                    <a:alpha val="10000"/>
                  </a:schemeClr>
                </a:gs>
                <a:gs pos="23760">
                  <a:srgbClr val="C3DDC6"/>
                </a:gs>
                <a:gs pos="67000">
                  <a:schemeClr val="accent5"/>
                </a:gs>
                <a:gs pos="100000">
                  <a:srgbClr val="00602B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18417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FBAE40"/>
          </p15:clr>
        </p15:guide>
        <p15:guide id="2" pos="7680">
          <p15:clr>
            <a:srgbClr val="FBAE40"/>
          </p15:clr>
        </p15:guide>
        <p15:guide id="5" orient="horz">
          <p15:clr>
            <a:srgbClr val="FBAE40"/>
          </p15:clr>
        </p15:guide>
        <p15:guide id="6" orient="horz" pos="432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tags" Target="../tags/tag2.xml"/><Relationship Id="rId7" Type="http://schemas.openxmlformats.org/officeDocument/2006/relationships/oleObject" Target="../embeddings/oleObject1.bin"/><Relationship Id="rId8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slideLayout" Target="../slideLayouts/slideLayout9.xml"/><Relationship Id="rId6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1.xml"/><Relationship Id="rId8" Type="http://schemas.openxmlformats.org/officeDocument/2006/relationships/theme" Target="../theme/theme2.xml"/><Relationship Id="rId9" Type="http://schemas.openxmlformats.org/officeDocument/2006/relationships/tags" Target="../tags/tag6.xml"/><Relationship Id="rId10" Type="http://schemas.openxmlformats.org/officeDocument/2006/relationships/oleObject" Target="../embeddings/oleObject5.bin"/><Relationship Id="rId11" Type="http://schemas.openxmlformats.org/officeDocument/2006/relationships/image" Target="../media/image5.emf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theme" Target="../theme/theme3.xml"/><Relationship Id="rId9" Type="http://schemas.openxmlformats.org/officeDocument/2006/relationships/tags" Target="../tags/tag14.xml"/><Relationship Id="rId10" Type="http://schemas.openxmlformats.org/officeDocument/2006/relationships/oleObject" Target="../embeddings/oleObject12.bin"/><Relationship Id="rId11" Type="http://schemas.openxmlformats.org/officeDocument/2006/relationships/image" Target="../media/image5.emf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slideLayout" Target="../slideLayouts/slideLayout20.xml"/><Relationship Id="rId3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5.xml"/><Relationship Id="rId8" Type="http://schemas.openxmlformats.org/officeDocument/2006/relationships/slideLayout" Target="../slideLayouts/slideLayout26.xml"/><Relationship Id="rId9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5.xml"/><Relationship Id="rId18" Type="http://schemas.openxmlformats.org/officeDocument/2006/relationships/slideLayout" Target="../slideLayouts/slideLayout36.xml"/><Relationship Id="rId19" Type="http://schemas.openxmlformats.org/officeDocument/2006/relationships/slideLayout" Target="../slideLayouts/slideLayout37.xml"/><Relationship Id="rId20" Type="http://schemas.openxmlformats.org/officeDocument/2006/relationships/slideLayout" Target="../slideLayouts/slideLayout38.xml"/><Relationship Id="rId21" Type="http://schemas.openxmlformats.org/officeDocument/2006/relationships/slideLayout" Target="../slideLayouts/slideLayout39.xml"/><Relationship Id="rId22" Type="http://schemas.openxmlformats.org/officeDocument/2006/relationships/slideLayout" Target="../slideLayouts/slideLayout40.xml"/><Relationship Id="rId23" Type="http://schemas.openxmlformats.org/officeDocument/2006/relationships/slideLayout" Target="../slideLayouts/slideLayout41.xml"/><Relationship Id="rId24" Type="http://schemas.openxmlformats.org/officeDocument/2006/relationships/slideLayout" Target="../slideLayouts/slideLayout42.xml"/><Relationship Id="rId25" Type="http://schemas.openxmlformats.org/officeDocument/2006/relationships/slideLayout" Target="../slideLayouts/slideLayout43.xml"/><Relationship Id="rId26" Type="http://schemas.openxmlformats.org/officeDocument/2006/relationships/slideLayout" Target="../slideLayouts/slideLayout44.xml"/><Relationship Id="rId27" Type="http://schemas.openxmlformats.org/officeDocument/2006/relationships/slideLayout" Target="../slideLayouts/slideLayout45.xml"/><Relationship Id="rId28" Type="http://schemas.openxmlformats.org/officeDocument/2006/relationships/slideLayout" Target="../slideLayouts/slideLayout46.xml"/><Relationship Id="rId29" Type="http://schemas.openxmlformats.org/officeDocument/2006/relationships/slideLayout" Target="../slideLayouts/slideLayout47.xml"/><Relationship Id="rId30" Type="http://schemas.openxmlformats.org/officeDocument/2006/relationships/slideLayout" Target="../slideLayouts/slideLayout48.xml"/><Relationship Id="rId31" Type="http://schemas.openxmlformats.org/officeDocument/2006/relationships/slideLayout" Target="../slideLayouts/slideLayout49.xml"/><Relationship Id="rId32" Type="http://schemas.openxmlformats.org/officeDocument/2006/relationships/slideLayout" Target="../slideLayouts/slideLayout50.xml"/><Relationship Id="rId33" Type="http://schemas.openxmlformats.org/officeDocument/2006/relationships/slideLayout" Target="../slideLayouts/slideLayout51.xml"/><Relationship Id="rId34" Type="http://schemas.openxmlformats.org/officeDocument/2006/relationships/slideLayout" Target="../slideLayouts/slideLayout52.xml"/><Relationship Id="rId35" Type="http://schemas.openxmlformats.org/officeDocument/2006/relationships/slideLayout" Target="../slideLayouts/slideLayout53.xml"/><Relationship Id="rId36" Type="http://schemas.openxmlformats.org/officeDocument/2006/relationships/slideLayout" Target="../slideLayouts/slideLayout54.xml"/><Relationship Id="rId37" Type="http://schemas.openxmlformats.org/officeDocument/2006/relationships/slideLayout" Target="../slideLayouts/slideLayout55.xml"/><Relationship Id="rId38" Type="http://schemas.openxmlformats.org/officeDocument/2006/relationships/theme" Target="../theme/theme4.xml"/><Relationship Id="rId39" Type="http://schemas.openxmlformats.org/officeDocument/2006/relationships/tags" Target="../tags/tag22.xml"/><Relationship Id="rId40" Type="http://schemas.openxmlformats.org/officeDocument/2006/relationships/tags" Target="../tags/tag23.xml"/><Relationship Id="rId41" Type="http://schemas.openxmlformats.org/officeDocument/2006/relationships/tags" Target="../tags/tag24.xml"/><Relationship Id="rId42" Type="http://schemas.openxmlformats.org/officeDocument/2006/relationships/tags" Target="../tags/tag25.xml"/><Relationship Id="rId43" Type="http://schemas.openxmlformats.org/officeDocument/2006/relationships/tags" Target="../tags/tag26.xml"/><Relationship Id="rId44" Type="http://schemas.openxmlformats.org/officeDocument/2006/relationships/tags" Target="../tags/tag27.xml"/><Relationship Id="rId45" Type="http://schemas.openxmlformats.org/officeDocument/2006/relationships/tags" Target="../tags/tag28.xml"/><Relationship Id="rId46" Type="http://schemas.openxmlformats.org/officeDocument/2006/relationships/tags" Target="../tags/tag29.xml"/><Relationship Id="rId47" Type="http://schemas.openxmlformats.org/officeDocument/2006/relationships/tags" Target="../tags/tag30.xml"/><Relationship Id="rId48" Type="http://schemas.openxmlformats.org/officeDocument/2006/relationships/tags" Target="../tags/tag31.xml"/><Relationship Id="rId49" Type="http://schemas.openxmlformats.org/officeDocument/2006/relationships/tags" Target="../tags/tag32.xml"/><Relationship Id="rId50" Type="http://schemas.openxmlformats.org/officeDocument/2006/relationships/tags" Target="../tags/tag33.xml"/><Relationship Id="rId51" Type="http://schemas.openxmlformats.org/officeDocument/2006/relationships/tags" Target="../tags/tag34.xml"/><Relationship Id="rId52" Type="http://schemas.openxmlformats.org/officeDocument/2006/relationships/tags" Target="../tags/tag35.xml"/><Relationship Id="rId53" Type="http://schemas.openxmlformats.org/officeDocument/2006/relationships/tags" Target="../tags/tag36.xml"/><Relationship Id="rId54" Type="http://schemas.openxmlformats.org/officeDocument/2006/relationships/tags" Target="../tags/tag37.xml"/><Relationship Id="rId55" Type="http://schemas.openxmlformats.org/officeDocument/2006/relationships/tags" Target="../tags/tag38.xml"/><Relationship Id="rId56" Type="http://schemas.openxmlformats.org/officeDocument/2006/relationships/tags" Target="../tags/tag39.xml"/><Relationship Id="rId57" Type="http://schemas.openxmlformats.org/officeDocument/2006/relationships/tags" Target="../tags/tag40.xml"/><Relationship Id="rId58" Type="http://schemas.openxmlformats.org/officeDocument/2006/relationships/tags" Target="../tags/tag41.xml"/><Relationship Id="rId59" Type="http://schemas.openxmlformats.org/officeDocument/2006/relationships/oleObject" Target="../embeddings/oleObject19.bin"/><Relationship Id="rId60" Type="http://schemas.openxmlformats.org/officeDocument/2006/relationships/image" Target="../media/image8.emf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theme" Target="../theme/theme5.xml"/><Relationship Id="rId3" Type="http://schemas.openxmlformats.org/officeDocument/2006/relationships/tags" Target="../tags/tag147.xml"/><Relationship Id="rId4" Type="http://schemas.openxmlformats.org/officeDocument/2006/relationships/oleObject" Target="../embeddings/oleObject42.bin"/><Relationship Id="rId5" Type="http://schemas.openxmlformats.org/officeDocument/2006/relationships/image" Target="../media/image5.emf"/><Relationship Id="rId6" Type="http://schemas.openxmlformats.org/officeDocument/2006/relationships/image" Target="../media/image20.png"/><Relationship Id="rId7" Type="http://schemas.microsoft.com/office/2007/relationships/hdphoto" Target="../media/hdphoto1.wdp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slideLayout" Target="../slideLayouts/slideLayout58.xml"/><Relationship Id="rId3" Type="http://schemas.openxmlformats.org/officeDocument/2006/relationships/slideLayout" Target="../slideLayouts/slideLayout59.xml"/><Relationship Id="rId4" Type="http://schemas.openxmlformats.org/officeDocument/2006/relationships/slideLayout" Target="../slideLayouts/slideLayout60.xml"/><Relationship Id="rId5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3.xml"/><Relationship Id="rId8" Type="http://schemas.openxmlformats.org/officeDocument/2006/relationships/theme" Target="../theme/theme6.xml"/><Relationship Id="rId9" Type="http://schemas.openxmlformats.org/officeDocument/2006/relationships/tags" Target="../tags/tag148.xml"/><Relationship Id="rId10" Type="http://schemas.openxmlformats.org/officeDocument/2006/relationships/oleObject" Target="../embeddings/oleObject12.bin"/><Relationship Id="rId11" Type="http://schemas.openxmlformats.org/officeDocument/2006/relationships/image" Target="../media/image5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24023629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270" imgH="270" progId="TCLayout.ActiveDocument.1">
                  <p:embed/>
                </p:oleObj>
              </mc:Choice>
              <mc:Fallback>
                <p:oleObj name="think-cell Slide" r:id="rId7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 rtl="0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2" name="TextBox 11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630000" y="2256184"/>
            <a:ext cx="10933200" cy="388825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Level six</a:t>
            </a:r>
          </a:p>
          <a:p>
            <a:pPr lvl="6"/>
            <a:r>
              <a:rPr lang="en-US"/>
              <a:t>Level seven</a:t>
            </a:r>
          </a:p>
          <a:p>
            <a:pPr lvl="7"/>
            <a:r>
              <a:rPr lang="en-US"/>
              <a:t>Level eight</a:t>
            </a:r>
          </a:p>
          <a:p>
            <a:pPr lvl="8"/>
            <a:r>
              <a:rPr lang="en-US"/>
              <a:t>Level nine</a:t>
            </a: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630000" y="290196"/>
            <a:ext cx="10933200" cy="569387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506913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b="1" kern="1200" dirty="0">
          <a:solidFill>
            <a:schemeClr val="tx2"/>
          </a:solidFill>
          <a:latin typeface="+mj-lt"/>
          <a:ea typeface="+mj-ea"/>
          <a:cs typeface="+mj-cs"/>
          <a:sym typeface="Trebuchet MS" panose="020B0603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300"/>
        </a:spcAft>
        <a:buFont typeface="Arial" panose="020B0604020202020204" pitchFamily="34" charset="0"/>
        <a:buChar char="​"/>
        <a:defRPr lang="en-US" sz="1400" kern="1200">
          <a:solidFill>
            <a:schemeClr val="tx1"/>
          </a:solidFill>
          <a:latin typeface="+mn-lt"/>
          <a:ea typeface="+mn-ea"/>
          <a:cs typeface="+mn-cs"/>
          <a:sym typeface="Trebuchet MS" panose="020B0603020202020204" pitchFamily="34" charset="0"/>
        </a:defRPr>
      </a:lvl1pPr>
      <a:lvl2pPr marL="284400" indent="-172800" algn="l" defTabSz="914400" rtl="0" eaLnBrk="1" latinLnBrk="0" hangingPunct="1">
        <a:lnSpc>
          <a:spcPct val="90000"/>
        </a:lnSpc>
        <a:spcBef>
          <a:spcPts val="0"/>
        </a:spcBef>
        <a:spcAft>
          <a:spcPts val="300"/>
        </a:spcAft>
        <a:buClr>
          <a:schemeClr val="tx2"/>
        </a:buClr>
        <a:buFont typeface="Arial" panose="020B0604020202020204" pitchFamily="34" charset="0"/>
        <a:buChar char="•"/>
        <a:defRPr lang="en-US" sz="1400" kern="1200">
          <a:solidFill>
            <a:schemeClr val="tx1"/>
          </a:solidFill>
          <a:latin typeface="+mn-lt"/>
          <a:ea typeface="+mn-ea"/>
          <a:cs typeface="+mn-cs"/>
          <a:sym typeface="Trebuchet MS" panose="020B0603020202020204" pitchFamily="34" charset="0"/>
        </a:defRPr>
      </a:lvl2pPr>
      <a:lvl3pPr marL="511200" indent="-165600" algn="l" defTabSz="914400" rtl="0" eaLnBrk="1" latinLnBrk="0" hangingPunct="1">
        <a:lnSpc>
          <a:spcPct val="90000"/>
        </a:lnSpc>
        <a:spcBef>
          <a:spcPts val="0"/>
        </a:spcBef>
        <a:spcAft>
          <a:spcPts val="300"/>
        </a:spcAft>
        <a:buClr>
          <a:schemeClr val="tx2"/>
        </a:buClr>
        <a:buFont typeface="Trebuchet MS" panose="020B0603020202020204" pitchFamily="34" charset="0"/>
        <a:buChar char="–"/>
        <a:defRPr lang="en-US" sz="1400" kern="1200">
          <a:solidFill>
            <a:schemeClr val="tx1"/>
          </a:solidFill>
          <a:latin typeface="+mn-lt"/>
          <a:ea typeface="+mn-ea"/>
          <a:cs typeface="+mn-cs"/>
          <a:sym typeface="Trebuchet MS" panose="020B0603020202020204" pitchFamily="34" charset="0"/>
        </a:defRPr>
      </a:lvl3pPr>
      <a:lvl4pPr marL="0" indent="0" algn="l" defTabSz="914400" rtl="0" eaLnBrk="1" latinLnBrk="0" hangingPunct="1">
        <a:lnSpc>
          <a:spcPct val="110000"/>
        </a:lnSpc>
        <a:spcBef>
          <a:spcPts val="300"/>
        </a:spcBef>
        <a:spcAft>
          <a:spcPts val="300"/>
        </a:spcAft>
        <a:buClr>
          <a:schemeClr val="tx2"/>
        </a:buClr>
        <a:buFont typeface="Arial" panose="020B0604020202020204" pitchFamily="34" charset="0"/>
        <a:buChar char="​"/>
        <a:defRPr lang="en-US" sz="1800" kern="1200">
          <a:solidFill>
            <a:schemeClr val="tx2"/>
          </a:solidFill>
          <a:latin typeface="+mn-lt"/>
          <a:ea typeface="+mn-ea"/>
          <a:cs typeface="+mn-cs"/>
          <a:sym typeface="Trebuchet MS" panose="020B0603020202020204" pitchFamily="34" charset="0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Tx/>
        <a:buFont typeface="Arial" panose="020B0604020202020204" pitchFamily="34" charset="0"/>
        <a:buChar char="​"/>
        <a:defRPr lang="en-US" sz="1800" b="1" kern="1200" smtClean="0">
          <a:solidFill>
            <a:schemeClr val="tx1"/>
          </a:solidFill>
          <a:latin typeface="+mn-lt"/>
          <a:ea typeface="+mn-ea"/>
          <a:cs typeface="+mn-cs"/>
          <a:sym typeface="Trebuchet MS" panose="020B0603020202020204" pitchFamily="34" charset="0"/>
        </a:defRPr>
      </a:lvl5pPr>
      <a:lvl6pPr marL="269875" indent="-1524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lang="en-US" sz="1800" kern="1200" smtClean="0">
          <a:solidFill>
            <a:schemeClr val="tx1"/>
          </a:solidFill>
          <a:latin typeface="+mn-lt"/>
          <a:ea typeface="+mn-ea"/>
          <a:cs typeface="+mn-cs"/>
          <a:sym typeface="Trebuchet MS" panose="020B0603020202020204" pitchFamily="34" charset="0"/>
        </a:defRPr>
      </a:lvl6pPr>
      <a:lvl7pPr marL="0" indent="0" algn="l" defTabSz="914400" rtl="0" eaLnBrk="1" latinLnBrk="0" hangingPunct="1">
        <a:lnSpc>
          <a:spcPct val="90000"/>
        </a:lnSpc>
        <a:spcBef>
          <a:spcPts val="900"/>
        </a:spcBef>
        <a:spcAft>
          <a:spcPts val="900"/>
        </a:spcAft>
        <a:buFont typeface="Arial" panose="020B0604020202020204" pitchFamily="34" charset="0"/>
        <a:buChar char="​"/>
        <a:defRPr lang="en-US" sz="4400" kern="1200" baseline="0" smtClean="0">
          <a:solidFill>
            <a:schemeClr val="tx1"/>
          </a:solidFill>
          <a:latin typeface="+mn-lt"/>
          <a:ea typeface="+mn-ea"/>
          <a:cs typeface="+mn-cs"/>
          <a:sym typeface="Trebuchet MS" panose="020B0603020202020204" pitchFamily="34" charset="0"/>
        </a:defRPr>
      </a:lvl7pPr>
      <a:lvl8pPr marL="0" indent="0" algn="l" defTabSz="914400" rtl="0" eaLnBrk="1" latinLnBrk="0" hangingPunct="1">
        <a:lnSpc>
          <a:spcPct val="90000"/>
        </a:lnSpc>
        <a:spcBef>
          <a:spcPts val="900"/>
        </a:spcBef>
        <a:spcAft>
          <a:spcPts val="0"/>
        </a:spcAft>
        <a:buFont typeface="Arial" panose="020B0604020202020204" pitchFamily="34" charset="0"/>
        <a:buChar char="​"/>
        <a:defRPr lang="en-US" sz="5400" kern="1200" baseline="0" smtClean="0">
          <a:solidFill>
            <a:schemeClr val="tx2"/>
          </a:solidFill>
          <a:latin typeface="+mn-lt"/>
          <a:ea typeface="+mn-ea"/>
          <a:cs typeface="+mn-cs"/>
          <a:sym typeface="Trebuchet MS" panose="020B0603020202020204" pitchFamily="34" charset="0"/>
        </a:defRPr>
      </a:lvl8pPr>
      <a:lvl9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Font typeface="Arial" panose="020B0604020202020204" pitchFamily="34" charset="0"/>
        <a:buChar char="​"/>
        <a:defRPr lang="en-US" sz="2400" kern="1200" baseline="0" dirty="0">
          <a:solidFill>
            <a:schemeClr val="tx2"/>
          </a:solidFill>
          <a:latin typeface="+mn-lt"/>
          <a:ea typeface="+mn-ea"/>
          <a:cs typeface="+mn-cs"/>
          <a:sym typeface="Trebuchet MS" panose="020B0603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12">
          <p15:clr>
            <a:srgbClr val="F26B43"/>
          </p15:clr>
        </p15:guide>
        <p15:guide id="2" orient="horz" pos="564">
          <p15:clr>
            <a:srgbClr val="F26B43"/>
          </p15:clr>
        </p15:guide>
        <p15:guide id="3" orient="horz" pos="4011">
          <p15:clr>
            <a:srgbClr val="F26B43"/>
          </p15:clr>
        </p15:guide>
        <p15:guide id="4" pos="396">
          <p15:clr>
            <a:srgbClr val="F26B43"/>
          </p15:clr>
        </p15:guide>
        <p15:guide id="5" pos="728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AFCF7A3E-9C99-EBFD-B30B-146961BD503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12501275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04" imgH="405" progId="TCLayout.ActiveDocument.1">
                  <p:embed/>
                </p:oleObj>
              </mc:Choice>
              <mc:Fallback>
                <p:oleObj name="think-cell Slide" r:id="rId10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FCF7A3E-9C99-EBFD-B30B-146961BD50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oolsToo_Slide" descr="ToolsToo_Slide">
            <a:extLst>
              <a:ext uri="{FF2B5EF4-FFF2-40B4-BE49-F238E27FC236}">
                <a16:creationId xmlns:a16="http://schemas.microsoft.com/office/drawing/2014/main" id="{A11B14A8-0228-FEDF-8427-B265E7E871B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rtl="0"/>
            <a:endParaRPr lang="en-US" sz="160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6130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Open Sans Light" panose="020B0306030504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Open sans" panose="020B0606030504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Open sans" panose="020B0606030504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Open sans" panose="020B0606030504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en sans" panose="020B0606030504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en sans" panose="020B06060305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7680">
          <p15:clr>
            <a:srgbClr val="F26B43"/>
          </p15:clr>
        </p15:guide>
        <p15:guide id="3" pos="288">
          <p15:clr>
            <a:srgbClr val="F26B43"/>
          </p15:clr>
        </p15:guide>
        <p15:guide id="4" pos="1352">
          <p15:clr>
            <a:srgbClr val="F26B43"/>
          </p15:clr>
        </p15:guide>
        <p15:guide id="5" pos="1496">
          <p15:clr>
            <a:srgbClr val="F26B43"/>
          </p15:clr>
        </p15:guide>
        <p15:guide id="6" pos="2560">
          <p15:clr>
            <a:srgbClr val="F26B43"/>
          </p15:clr>
        </p15:guide>
        <p15:guide id="7" pos="2704">
          <p15:clr>
            <a:srgbClr val="F26B43"/>
          </p15:clr>
        </p15:guide>
        <p15:guide id="8" pos="3768">
          <p15:clr>
            <a:srgbClr val="F26B43"/>
          </p15:clr>
        </p15:guide>
        <p15:guide id="9" pos="3912">
          <p15:clr>
            <a:srgbClr val="F26B43"/>
          </p15:clr>
        </p15:guide>
        <p15:guide id="10" pos="4976">
          <p15:clr>
            <a:srgbClr val="F26B43"/>
          </p15:clr>
        </p15:guide>
        <p15:guide id="11" pos="5120">
          <p15:clr>
            <a:srgbClr val="F26B43"/>
          </p15:clr>
        </p15:guide>
        <p15:guide id="12" pos="6184">
          <p15:clr>
            <a:srgbClr val="F26B43"/>
          </p15:clr>
        </p15:guide>
        <p15:guide id="13" pos="6328">
          <p15:clr>
            <a:srgbClr val="F26B43"/>
          </p15:clr>
        </p15:guide>
        <p15:guide id="14" pos="7392">
          <p15:clr>
            <a:srgbClr val="F26B43"/>
          </p15:clr>
        </p15:guide>
        <p15:guide id="15" orient="horz">
          <p15:clr>
            <a:srgbClr val="F26B43"/>
          </p15:clr>
        </p15:guide>
        <p15:guide id="16" orient="horz" pos="4320">
          <p15:clr>
            <a:srgbClr val="F26B43"/>
          </p15:clr>
        </p15:guide>
        <p15:guide id="17" orient="horz" pos="820">
          <p15:clr>
            <a:srgbClr val="F26B43"/>
          </p15:clr>
        </p15:guide>
        <p15:guide id="18" orient="horz" pos="396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AFCF7A3E-9C99-EBFD-B30B-146961BD503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30392835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04" imgH="405" progId="TCLayout.ActiveDocument.1">
                  <p:embed/>
                </p:oleObj>
              </mc:Choice>
              <mc:Fallback>
                <p:oleObj name="think-cell Slide" r:id="rId10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FCF7A3E-9C99-EBFD-B30B-146961BD50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oolsToo_Slide" descr="ToolsToo_Slide">
            <a:extLst>
              <a:ext uri="{FF2B5EF4-FFF2-40B4-BE49-F238E27FC236}">
                <a16:creationId xmlns:a16="http://schemas.microsoft.com/office/drawing/2014/main" id="{A11B14A8-0228-FEDF-8427-B265E7E871B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rtl="0"/>
            <a:endParaRPr lang="en-US" sz="160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0755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Open Sans Light" panose="020B0306030504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Open sans" panose="020B0606030504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Open sans" panose="020B0606030504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Open sans" panose="020B0606030504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en sans" panose="020B0606030504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en sans" panose="020B06060305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7680">
          <p15:clr>
            <a:srgbClr val="F26B43"/>
          </p15:clr>
        </p15:guide>
        <p15:guide id="3" pos="288">
          <p15:clr>
            <a:srgbClr val="F26B43"/>
          </p15:clr>
        </p15:guide>
        <p15:guide id="4" pos="1352">
          <p15:clr>
            <a:srgbClr val="F26B43"/>
          </p15:clr>
        </p15:guide>
        <p15:guide id="5" pos="1496">
          <p15:clr>
            <a:srgbClr val="F26B43"/>
          </p15:clr>
        </p15:guide>
        <p15:guide id="6" pos="2560">
          <p15:clr>
            <a:srgbClr val="F26B43"/>
          </p15:clr>
        </p15:guide>
        <p15:guide id="7" pos="2704">
          <p15:clr>
            <a:srgbClr val="F26B43"/>
          </p15:clr>
        </p15:guide>
        <p15:guide id="8" pos="3768">
          <p15:clr>
            <a:srgbClr val="F26B43"/>
          </p15:clr>
        </p15:guide>
        <p15:guide id="9" pos="3912">
          <p15:clr>
            <a:srgbClr val="F26B43"/>
          </p15:clr>
        </p15:guide>
        <p15:guide id="10" pos="4976">
          <p15:clr>
            <a:srgbClr val="F26B43"/>
          </p15:clr>
        </p15:guide>
        <p15:guide id="11" pos="5120">
          <p15:clr>
            <a:srgbClr val="F26B43"/>
          </p15:clr>
        </p15:guide>
        <p15:guide id="12" pos="6184">
          <p15:clr>
            <a:srgbClr val="F26B43"/>
          </p15:clr>
        </p15:guide>
        <p15:guide id="13" pos="6328">
          <p15:clr>
            <a:srgbClr val="F26B43"/>
          </p15:clr>
        </p15:guide>
        <p15:guide id="14" pos="7392">
          <p15:clr>
            <a:srgbClr val="F26B43"/>
          </p15:clr>
        </p15:guide>
        <p15:guide id="15" orient="horz">
          <p15:clr>
            <a:srgbClr val="F26B43"/>
          </p15:clr>
        </p15:guide>
        <p15:guide id="16" orient="horz" pos="4320">
          <p15:clr>
            <a:srgbClr val="F26B43"/>
          </p15:clr>
        </p15:guide>
        <p15:guide id="17" orient="horz" pos="820">
          <p15:clr>
            <a:srgbClr val="F26B43"/>
          </p15:clr>
        </p15:guide>
        <p15:guide id="18" orient="horz" pos="396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9"/>
            </p:custDataLst>
            <p:extLst>
              <p:ext uri="{D42A27DB-BD31-4B8C-83A1-F6EECF244321}">
                <p14:modId xmlns:p14="http://schemas.microsoft.com/office/powerpoint/2010/main" val="9027766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9" imgW="413" imgH="416" progId="TCLayout.ActiveDocument.1">
                  <p:embed/>
                </p:oleObj>
              </mc:Choice>
              <mc:Fallback>
                <p:oleObj name="think-cell Slide" r:id="rId5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4" name="Grid" hidden="1">
            <a:extLst>
              <a:ext uri="{FF2B5EF4-FFF2-40B4-BE49-F238E27FC236}">
                <a16:creationId xmlns:a16="http://schemas.microsoft.com/office/drawing/2014/main" id="{017EDBD9-E27A-44C5-B307-9F9970C14C70}"/>
              </a:ext>
            </a:extLst>
          </p:cNvPr>
          <p:cNvGrpSpPr/>
          <p:nvPr userDrawn="1"/>
        </p:nvGrpSpPr>
        <p:grpSpPr>
          <a:xfrm>
            <a:off x="10160" y="0"/>
            <a:ext cx="12180315" cy="6858000"/>
            <a:chOff x="-205067" y="0"/>
            <a:chExt cx="12395543" cy="6858000"/>
          </a:xfrm>
        </p:grpSpPr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A0FB12BA-AEAC-42B7-BC4B-46CE6DFD0F0F}"/>
                </a:ext>
              </a:extLst>
            </p:cNvPr>
            <p:cNvSpPr/>
            <p:nvPr userDrawn="1"/>
          </p:nvSpPr>
          <p:spPr bwMode="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C9529D0D-3EAA-4E03-ACB2-F4A23B3CE49F}"/>
                </a:ext>
              </a:extLst>
            </p:cNvPr>
            <p:cNvSpPr/>
            <p:nvPr/>
          </p:nvSpPr>
          <p:spPr bwMode="gray">
            <a:xfrm>
              <a:off x="1524" y="0"/>
              <a:ext cx="12188952" cy="6858000"/>
            </a:xfrm>
            <a:custGeom>
              <a:avLst/>
              <a:gdLst>
                <a:gd name="connsiteX0" fmla="*/ 553212 w 12188952"/>
                <a:gd name="connsiteY0" fmla="*/ 1405610 h 6858000"/>
                <a:gd name="connsiteX1" fmla="*/ 553212 w 12188952"/>
                <a:gd name="connsiteY1" fmla="*/ 1709928 h 6858000"/>
                <a:gd name="connsiteX2" fmla="*/ 551868 w 12188952"/>
                <a:gd name="connsiteY2" fmla="*/ 1709928 h 6858000"/>
                <a:gd name="connsiteX3" fmla="*/ 551868 w 12188952"/>
                <a:gd name="connsiteY3" fmla="*/ 6217920 h 6858000"/>
                <a:gd name="connsiteX4" fmla="*/ 553212 w 12188952"/>
                <a:gd name="connsiteY4" fmla="*/ 6217920 h 6858000"/>
                <a:gd name="connsiteX5" fmla="*/ 11635740 w 12188952"/>
                <a:gd name="connsiteY5" fmla="*/ 6217920 h 6858000"/>
                <a:gd name="connsiteX6" fmla="*/ 11636196 w 12188952"/>
                <a:gd name="connsiteY6" fmla="*/ 6217920 h 6858000"/>
                <a:gd name="connsiteX7" fmla="*/ 11636196 w 12188952"/>
                <a:gd name="connsiteY7" fmla="*/ 1709928 h 6858000"/>
                <a:gd name="connsiteX8" fmla="*/ 11635740 w 12188952"/>
                <a:gd name="connsiteY8" fmla="*/ 1709928 h 6858000"/>
                <a:gd name="connsiteX9" fmla="*/ 11635740 w 12188952"/>
                <a:gd name="connsiteY9" fmla="*/ 1405610 h 6858000"/>
                <a:gd name="connsiteX10" fmla="*/ 0 w 12188952"/>
                <a:gd name="connsiteY10" fmla="*/ 0 h 6858000"/>
                <a:gd name="connsiteX11" fmla="*/ 12188952 w 12188952"/>
                <a:gd name="connsiteY11" fmla="*/ 0 h 6858000"/>
                <a:gd name="connsiteX12" fmla="*/ 12188952 w 12188952"/>
                <a:gd name="connsiteY12" fmla="*/ 6858000 h 6858000"/>
                <a:gd name="connsiteX13" fmla="*/ 0 w 12188952"/>
                <a:gd name="connsiteY1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188952" h="6858000">
                  <a:moveTo>
                    <a:pt x="553212" y="1405610"/>
                  </a:moveTo>
                  <a:lnTo>
                    <a:pt x="553212" y="1709928"/>
                  </a:lnTo>
                  <a:lnTo>
                    <a:pt x="551868" y="1709928"/>
                  </a:lnTo>
                  <a:lnTo>
                    <a:pt x="551868" y="6217920"/>
                  </a:lnTo>
                  <a:lnTo>
                    <a:pt x="553212" y="6217920"/>
                  </a:lnTo>
                  <a:lnTo>
                    <a:pt x="11635740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lnTo>
                    <a:pt x="11635740" y="1709928"/>
                  </a:lnTo>
                  <a:lnTo>
                    <a:pt x="11635740" y="1405610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 rtl="0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D8DAAC93-B65E-452E-AC02-C45F66D7CE54}"/>
                </a:ext>
              </a:extLst>
            </p:cNvPr>
            <p:cNvCxnSpPr/>
            <p:nvPr/>
          </p:nvCxnSpPr>
          <p:spPr bwMode="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4BE6A675-1833-408C-907B-5E351594F6D4}"/>
                </a:ext>
              </a:extLst>
            </p:cNvPr>
            <p:cNvCxnSpPr/>
            <p:nvPr/>
          </p:nvCxnSpPr>
          <p:spPr bwMode="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77CB480C-7EBB-4C6C-8CDF-A49660D83B96}"/>
                </a:ext>
              </a:extLst>
            </p:cNvPr>
            <p:cNvCxnSpPr/>
            <p:nvPr/>
          </p:nvCxnSpPr>
          <p:spPr bwMode="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39AEC5C4-802F-4EB8-8927-06A12D4927AA}"/>
                </a:ext>
              </a:extLst>
            </p:cNvPr>
            <p:cNvCxnSpPr/>
            <p:nvPr/>
          </p:nvCxnSpPr>
          <p:spPr bwMode="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00D1C8A2-76FD-4F25-AB01-D6AF455585A5}"/>
                </a:ext>
              </a:extLst>
            </p:cNvPr>
            <p:cNvCxnSpPr/>
            <p:nvPr/>
          </p:nvCxnSpPr>
          <p:spPr bwMode="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E3E03BA2-BE8D-418B-B1AE-CB64A8E2415D}"/>
                </a:ext>
              </a:extLst>
            </p:cNvPr>
            <p:cNvCxnSpPr/>
            <p:nvPr/>
          </p:nvCxnSpPr>
          <p:spPr bwMode="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14C73B0A-4D2A-4540-B531-E5DE3B78B191}"/>
                </a:ext>
              </a:extLst>
            </p:cNvPr>
            <p:cNvCxnSpPr/>
            <p:nvPr/>
          </p:nvCxnSpPr>
          <p:spPr bwMode="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EC6EDFCB-D750-4499-9F44-94D1A609FF11}"/>
                </a:ext>
              </a:extLst>
            </p:cNvPr>
            <p:cNvCxnSpPr/>
            <p:nvPr/>
          </p:nvCxnSpPr>
          <p:spPr bwMode="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B5F90BAD-F5DD-42AB-90B0-FCEBF52EF625}"/>
                </a:ext>
              </a:extLst>
            </p:cNvPr>
            <p:cNvCxnSpPr/>
            <p:nvPr/>
          </p:nvCxnSpPr>
          <p:spPr bwMode="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D6081562-33EA-412F-B559-309952F08A8B}"/>
                </a:ext>
              </a:extLst>
            </p:cNvPr>
            <p:cNvCxnSpPr/>
            <p:nvPr/>
          </p:nvCxnSpPr>
          <p:spPr bwMode="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CB91EBF9-D482-4E1F-B5DE-EADFACBACF4B}"/>
                </a:ext>
              </a:extLst>
            </p:cNvPr>
            <p:cNvCxnSpPr/>
            <p:nvPr/>
          </p:nvCxnSpPr>
          <p:spPr bwMode="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7DB16F4E-0936-464F-9990-E19FE20C094D}"/>
                </a:ext>
              </a:extLst>
            </p:cNvPr>
            <p:cNvCxnSpPr/>
            <p:nvPr/>
          </p:nvCxnSpPr>
          <p:spPr bwMode="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6DC62E7D-E7B7-44D0-9ACD-46C17F81B597}"/>
                </a:ext>
              </a:extLst>
            </p:cNvPr>
            <p:cNvSpPr/>
            <p:nvPr/>
          </p:nvSpPr>
          <p:spPr bwMode="gray">
            <a:xfrm>
              <a:off x="-205067" y="0"/>
              <a:ext cx="75980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9CFF1F59-154E-4456-956E-1065863FE527}"/>
                </a:ext>
              </a:extLst>
            </p:cNvPr>
            <p:cNvSpPr/>
            <p:nvPr/>
          </p:nvSpPr>
          <p:spPr bwMode="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11D7A921-F5F1-4912-A6F9-73D0F34BF84D}"/>
                </a:ext>
              </a:extLst>
            </p:cNvPr>
            <p:cNvSpPr/>
            <p:nvPr/>
          </p:nvSpPr>
          <p:spPr bwMode="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80E42CC7-CEBC-43A9-A073-8A947EDB6FA6}"/>
                </a:ext>
              </a:extLst>
            </p:cNvPr>
            <p:cNvSpPr/>
            <p:nvPr/>
          </p:nvSpPr>
          <p:spPr bwMode="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AB6A2D98-EE86-4ADB-9060-995422CA963A}"/>
                </a:ext>
              </a:extLst>
            </p:cNvPr>
            <p:cNvSpPr/>
            <p:nvPr/>
          </p:nvSpPr>
          <p:spPr bwMode="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C7DB109-EF31-4CA2-B8D4-FA3E1C115E7A}"/>
                </a:ext>
              </a:extLst>
            </p:cNvPr>
            <p:cNvSpPr/>
            <p:nvPr/>
          </p:nvSpPr>
          <p:spPr bwMode="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1B950B41-E2A2-47BB-B52D-FE7A87A2E14A}"/>
                </a:ext>
              </a:extLst>
            </p:cNvPr>
            <p:cNvSpPr/>
            <p:nvPr/>
          </p:nvSpPr>
          <p:spPr bwMode="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3C2EC7B-854C-470B-9172-E5E0D2810A4E}"/>
                </a:ext>
              </a:extLst>
            </p:cNvPr>
            <p:cNvSpPr/>
            <p:nvPr/>
          </p:nvSpPr>
          <p:spPr bwMode="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E2DE5DAE-D786-4075-9497-27C3C865F02F}"/>
                </a:ext>
              </a:extLst>
            </p:cNvPr>
            <p:cNvSpPr/>
            <p:nvPr/>
          </p:nvSpPr>
          <p:spPr bwMode="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9ABE8FC3-1B1E-4873-B6B2-4CC01B34AAF6}"/>
                </a:ext>
              </a:extLst>
            </p:cNvPr>
            <p:cNvSpPr/>
            <p:nvPr/>
          </p:nvSpPr>
          <p:spPr bwMode="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2680B7DB-B589-4919-A9D1-BAF3C812ADB3}"/>
                </a:ext>
              </a:extLst>
            </p:cNvPr>
            <p:cNvSpPr/>
            <p:nvPr/>
          </p:nvSpPr>
          <p:spPr bwMode="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58E244E5-FCBA-40E8-A29D-BFCBC096203F}"/>
                </a:ext>
              </a:extLst>
            </p:cNvPr>
            <p:cNvSpPr/>
            <p:nvPr/>
          </p:nvSpPr>
          <p:spPr bwMode="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1AAE3591-EF47-4A4B-A42A-C82A20A154B2}"/>
                </a:ext>
              </a:extLst>
            </p:cNvPr>
            <p:cNvSpPr/>
            <p:nvPr/>
          </p:nvSpPr>
          <p:spPr bwMode="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3E1D5A9E-D80C-449A-96BA-5CEB46C4F6D1}"/>
                </a:ext>
              </a:extLst>
            </p:cNvPr>
            <p:cNvSpPr/>
            <p:nvPr/>
          </p:nvSpPr>
          <p:spPr bwMode="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0E492D7D-38B9-4609-8755-1920A8635296}"/>
                </a:ext>
              </a:extLst>
            </p:cNvPr>
            <p:cNvSpPr/>
            <p:nvPr userDrawn="1"/>
          </p:nvSpPr>
          <p:spPr bwMode="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0D35F779-49A9-4360-9CB1-A352DB092507}"/>
                </a:ext>
              </a:extLst>
            </p:cNvPr>
            <p:cNvSpPr/>
            <p:nvPr userDrawn="1"/>
          </p:nvSpPr>
          <p:spPr bwMode="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D1F97F49-6EDB-438C-9979-A3FFCF8E3D56}"/>
                </a:ext>
              </a:extLst>
            </p:cNvPr>
            <p:cNvSpPr/>
            <p:nvPr userDrawn="1"/>
          </p:nvSpPr>
          <p:spPr bwMode="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1ED18A65-C9ED-46CF-956E-E17C562214AD}"/>
                </a:ext>
              </a:extLst>
            </p:cNvPr>
            <p:cNvSpPr/>
            <p:nvPr userDrawn="1"/>
          </p:nvSpPr>
          <p:spPr bwMode="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7DCB97C9-DF40-49F2-B2AD-B50B6AB336BC}"/>
                </a:ext>
              </a:extLst>
            </p:cNvPr>
            <p:cNvSpPr/>
            <p:nvPr userDrawn="1"/>
          </p:nvSpPr>
          <p:spPr bwMode="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4929738A-853D-4E14-A052-FECE80E180EB}"/>
                </a:ext>
              </a:extLst>
            </p:cNvPr>
            <p:cNvSpPr/>
            <p:nvPr userDrawn="1"/>
          </p:nvSpPr>
          <p:spPr bwMode="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22776C14-5612-44F0-B159-1094A7739949}"/>
                </a:ext>
              </a:extLst>
            </p:cNvPr>
            <p:cNvSpPr/>
            <p:nvPr userDrawn="1"/>
          </p:nvSpPr>
          <p:spPr bwMode="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E43536A6-CB9E-470F-B7E1-F71802C2722E}"/>
                </a:ext>
              </a:extLst>
            </p:cNvPr>
            <p:cNvSpPr/>
            <p:nvPr userDrawn="1"/>
          </p:nvSpPr>
          <p:spPr bwMode="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8FDF6A29-80F4-4801-9FDD-7E448956C935}"/>
                </a:ext>
              </a:extLst>
            </p:cNvPr>
            <p:cNvSpPr/>
            <p:nvPr userDrawn="1"/>
          </p:nvSpPr>
          <p:spPr bwMode="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1DA80414-9ACC-4CC6-ADBC-02BA739FF2CA}"/>
                </a:ext>
              </a:extLst>
            </p:cNvPr>
            <p:cNvSpPr/>
            <p:nvPr userDrawn="1"/>
          </p:nvSpPr>
          <p:spPr bwMode="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317" name="Straight Connector 316">
              <a:extLst>
                <a:ext uri="{FF2B5EF4-FFF2-40B4-BE49-F238E27FC236}">
                  <a16:creationId xmlns:a16="http://schemas.microsoft.com/office/drawing/2014/main" id="{8B53E322-3F4F-4A50-A3DA-26A1A10362C7}"/>
                </a:ext>
              </a:extLst>
            </p:cNvPr>
            <p:cNvCxnSpPr/>
            <p:nvPr userDrawn="1"/>
          </p:nvCxnSpPr>
          <p:spPr bwMode="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Straight Connector 317">
              <a:extLst>
                <a:ext uri="{FF2B5EF4-FFF2-40B4-BE49-F238E27FC236}">
                  <a16:creationId xmlns:a16="http://schemas.microsoft.com/office/drawing/2014/main" id="{306E41CD-5A8C-420E-80EA-BBB1CA06D980}"/>
                </a:ext>
              </a:extLst>
            </p:cNvPr>
            <p:cNvCxnSpPr/>
            <p:nvPr userDrawn="1"/>
          </p:nvCxnSpPr>
          <p:spPr bwMode="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318">
              <a:extLst>
                <a:ext uri="{FF2B5EF4-FFF2-40B4-BE49-F238E27FC236}">
                  <a16:creationId xmlns:a16="http://schemas.microsoft.com/office/drawing/2014/main" id="{F4819DB7-4C2A-41F2-8043-6524C93B1E9A}"/>
                </a:ext>
              </a:extLst>
            </p:cNvPr>
            <p:cNvCxnSpPr/>
            <p:nvPr userDrawn="1"/>
          </p:nvCxnSpPr>
          <p:spPr bwMode="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E06A8AB4-D189-4782-BBB5-D081484CD7C9}"/>
                </a:ext>
              </a:extLst>
            </p:cNvPr>
            <p:cNvCxnSpPr/>
            <p:nvPr userDrawn="1"/>
          </p:nvCxnSpPr>
          <p:spPr bwMode="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320">
              <a:extLst>
                <a:ext uri="{FF2B5EF4-FFF2-40B4-BE49-F238E27FC236}">
                  <a16:creationId xmlns:a16="http://schemas.microsoft.com/office/drawing/2014/main" id="{02512DB9-F9D3-4154-8100-7C50DF81E012}"/>
                </a:ext>
              </a:extLst>
            </p:cNvPr>
            <p:cNvCxnSpPr/>
            <p:nvPr userDrawn="1"/>
          </p:nvCxnSpPr>
          <p:spPr bwMode="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C4A0807F-EBC5-4C3E-89D9-37E98744D066}"/>
                </a:ext>
              </a:extLst>
            </p:cNvPr>
            <p:cNvCxnSpPr/>
            <p:nvPr userDrawn="1"/>
          </p:nvCxnSpPr>
          <p:spPr bwMode="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322">
              <a:extLst>
                <a:ext uri="{FF2B5EF4-FFF2-40B4-BE49-F238E27FC236}">
                  <a16:creationId xmlns:a16="http://schemas.microsoft.com/office/drawing/2014/main" id="{4F1CCCA6-CAC8-43DB-9735-D569EB789FD9}"/>
                </a:ext>
              </a:extLst>
            </p:cNvPr>
            <p:cNvCxnSpPr/>
            <p:nvPr userDrawn="1"/>
          </p:nvCxnSpPr>
          <p:spPr bwMode="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81173878-73AE-4596-B029-FC7CE844E2B2}"/>
                </a:ext>
              </a:extLst>
            </p:cNvPr>
            <p:cNvCxnSpPr/>
            <p:nvPr userDrawn="1"/>
          </p:nvCxnSpPr>
          <p:spPr bwMode="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Connector 324">
              <a:extLst>
                <a:ext uri="{FF2B5EF4-FFF2-40B4-BE49-F238E27FC236}">
                  <a16:creationId xmlns:a16="http://schemas.microsoft.com/office/drawing/2014/main" id="{A0E22F1C-3982-48BD-9E16-2FE263F2291F}"/>
                </a:ext>
              </a:extLst>
            </p:cNvPr>
            <p:cNvCxnSpPr/>
            <p:nvPr userDrawn="1"/>
          </p:nvCxnSpPr>
          <p:spPr bwMode="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325">
              <a:extLst>
                <a:ext uri="{FF2B5EF4-FFF2-40B4-BE49-F238E27FC236}">
                  <a16:creationId xmlns:a16="http://schemas.microsoft.com/office/drawing/2014/main" id="{26EB60A4-BA1E-4F24-9545-645DC29145AB}"/>
                </a:ext>
              </a:extLst>
            </p:cNvPr>
            <p:cNvCxnSpPr/>
            <p:nvPr userDrawn="1"/>
          </p:nvCxnSpPr>
          <p:spPr bwMode="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6FE7E4CA-0843-4DA9-A132-09EA058BED7D}"/>
                </a:ext>
              </a:extLst>
            </p:cNvPr>
            <p:cNvCxnSpPr/>
            <p:nvPr userDrawn="1"/>
          </p:nvCxnSpPr>
          <p:spPr bwMode="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327">
              <a:extLst>
                <a:ext uri="{FF2B5EF4-FFF2-40B4-BE49-F238E27FC236}">
                  <a16:creationId xmlns:a16="http://schemas.microsoft.com/office/drawing/2014/main" id="{2ED7A696-EE79-4FD1-BFF4-AF1FFF54714E}"/>
                </a:ext>
              </a:extLst>
            </p:cNvPr>
            <p:cNvCxnSpPr/>
            <p:nvPr userDrawn="1"/>
          </p:nvCxnSpPr>
          <p:spPr bwMode="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328">
              <a:extLst>
                <a:ext uri="{FF2B5EF4-FFF2-40B4-BE49-F238E27FC236}">
                  <a16:creationId xmlns:a16="http://schemas.microsoft.com/office/drawing/2014/main" id="{7AABA29E-2338-47B0-B596-499C625C5D2E}"/>
                </a:ext>
              </a:extLst>
            </p:cNvPr>
            <p:cNvCxnSpPr/>
            <p:nvPr userDrawn="1"/>
          </p:nvCxnSpPr>
          <p:spPr bwMode="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Connector 329">
              <a:extLst>
                <a:ext uri="{FF2B5EF4-FFF2-40B4-BE49-F238E27FC236}">
                  <a16:creationId xmlns:a16="http://schemas.microsoft.com/office/drawing/2014/main" id="{83CAF8A3-9770-4AD5-BC79-8683DF6C5649}"/>
                </a:ext>
              </a:extLst>
            </p:cNvPr>
            <p:cNvCxnSpPr/>
            <p:nvPr userDrawn="1"/>
          </p:nvCxnSpPr>
          <p:spPr bwMode="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35497296-B016-40C8-9A37-0B48E261AAC5}"/>
                </a:ext>
              </a:extLst>
            </p:cNvPr>
            <p:cNvCxnSpPr/>
            <p:nvPr userDrawn="1"/>
          </p:nvCxnSpPr>
          <p:spPr bwMode="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Connector 331">
              <a:extLst>
                <a:ext uri="{FF2B5EF4-FFF2-40B4-BE49-F238E27FC236}">
                  <a16:creationId xmlns:a16="http://schemas.microsoft.com/office/drawing/2014/main" id="{E0FECAA0-C6DB-4813-8DEA-1C0900B2E3D1}"/>
                </a:ext>
              </a:extLst>
            </p:cNvPr>
            <p:cNvCxnSpPr/>
            <p:nvPr userDrawn="1"/>
          </p:nvCxnSpPr>
          <p:spPr bwMode="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3B82F5A2-C042-4608-B793-04DE7F0C4EC0}"/>
                </a:ext>
              </a:extLst>
            </p:cNvPr>
            <p:cNvCxnSpPr/>
            <p:nvPr userDrawn="1"/>
          </p:nvCxnSpPr>
          <p:spPr bwMode="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333">
              <a:extLst>
                <a:ext uri="{FF2B5EF4-FFF2-40B4-BE49-F238E27FC236}">
                  <a16:creationId xmlns:a16="http://schemas.microsoft.com/office/drawing/2014/main" id="{BD6CFDBE-B44C-4D92-A3C3-E61DB4772F38}"/>
                </a:ext>
              </a:extLst>
            </p:cNvPr>
            <p:cNvCxnSpPr/>
            <p:nvPr userDrawn="1"/>
          </p:nvCxnSpPr>
          <p:spPr bwMode="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334">
              <a:extLst>
                <a:ext uri="{FF2B5EF4-FFF2-40B4-BE49-F238E27FC236}">
                  <a16:creationId xmlns:a16="http://schemas.microsoft.com/office/drawing/2014/main" id="{E8016EC4-A866-407B-86B0-CDCF3F7CA093}"/>
                </a:ext>
              </a:extLst>
            </p:cNvPr>
            <p:cNvCxnSpPr/>
            <p:nvPr userDrawn="1"/>
          </p:nvCxnSpPr>
          <p:spPr bwMode="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07E872A9-A07D-453D-99FD-FD549A47DB6D}"/>
                </a:ext>
              </a:extLst>
            </p:cNvPr>
            <p:cNvCxnSpPr/>
            <p:nvPr userDrawn="1"/>
          </p:nvCxnSpPr>
          <p:spPr bwMode="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336">
              <a:extLst>
                <a:ext uri="{FF2B5EF4-FFF2-40B4-BE49-F238E27FC236}">
                  <a16:creationId xmlns:a16="http://schemas.microsoft.com/office/drawing/2014/main" id="{C239475D-9FBB-4041-A3EB-9468B8B76DAA}"/>
                </a:ext>
              </a:extLst>
            </p:cNvPr>
            <p:cNvCxnSpPr/>
            <p:nvPr userDrawn="1"/>
          </p:nvCxnSpPr>
          <p:spPr bwMode="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D4FFE977-D2A4-4229-A90A-88A3FE7DD66C}"/>
                </a:ext>
              </a:extLst>
            </p:cNvPr>
            <p:cNvCxnSpPr/>
            <p:nvPr userDrawn="1"/>
          </p:nvCxnSpPr>
          <p:spPr bwMode="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338">
              <a:extLst>
                <a:ext uri="{FF2B5EF4-FFF2-40B4-BE49-F238E27FC236}">
                  <a16:creationId xmlns:a16="http://schemas.microsoft.com/office/drawing/2014/main" id="{9C3219B3-6CF3-44C6-9AC8-4421902B45FF}"/>
                </a:ext>
              </a:extLst>
            </p:cNvPr>
            <p:cNvCxnSpPr/>
            <p:nvPr userDrawn="1"/>
          </p:nvCxnSpPr>
          <p:spPr bwMode="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339">
              <a:extLst>
                <a:ext uri="{FF2B5EF4-FFF2-40B4-BE49-F238E27FC236}">
                  <a16:creationId xmlns:a16="http://schemas.microsoft.com/office/drawing/2014/main" id="{21F5B26B-8B46-46CE-B0E1-467DC2431020}"/>
                </a:ext>
              </a:extLst>
            </p:cNvPr>
            <p:cNvCxnSpPr/>
            <p:nvPr userDrawn="1"/>
          </p:nvCxnSpPr>
          <p:spPr bwMode="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Straight Connector 340">
              <a:extLst>
                <a:ext uri="{FF2B5EF4-FFF2-40B4-BE49-F238E27FC236}">
                  <a16:creationId xmlns:a16="http://schemas.microsoft.com/office/drawing/2014/main" id="{B0CE92C6-F8B5-4C3A-B294-6B6CDF3AEF32}"/>
                </a:ext>
              </a:extLst>
            </p:cNvPr>
            <p:cNvCxnSpPr/>
            <p:nvPr userDrawn="1"/>
          </p:nvCxnSpPr>
          <p:spPr bwMode="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Straight Connector 341">
              <a:extLst>
                <a:ext uri="{FF2B5EF4-FFF2-40B4-BE49-F238E27FC236}">
                  <a16:creationId xmlns:a16="http://schemas.microsoft.com/office/drawing/2014/main" id="{19D02DEC-CF3A-454B-9792-BD15D1BD4342}"/>
                </a:ext>
              </a:extLst>
            </p:cNvPr>
            <p:cNvCxnSpPr/>
            <p:nvPr userDrawn="1"/>
          </p:nvCxnSpPr>
          <p:spPr bwMode="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Connector 342">
              <a:extLst>
                <a:ext uri="{FF2B5EF4-FFF2-40B4-BE49-F238E27FC236}">
                  <a16:creationId xmlns:a16="http://schemas.microsoft.com/office/drawing/2014/main" id="{4DF0D268-6B76-4120-8E8F-51EBB5EE1267}"/>
                </a:ext>
              </a:extLst>
            </p:cNvPr>
            <p:cNvCxnSpPr/>
            <p:nvPr userDrawn="1"/>
          </p:nvCxnSpPr>
          <p:spPr bwMode="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343">
              <a:extLst>
                <a:ext uri="{FF2B5EF4-FFF2-40B4-BE49-F238E27FC236}">
                  <a16:creationId xmlns:a16="http://schemas.microsoft.com/office/drawing/2014/main" id="{F00FA153-6CA3-4FEE-AB97-D1D35BF957E3}"/>
                </a:ext>
              </a:extLst>
            </p:cNvPr>
            <p:cNvCxnSpPr/>
            <p:nvPr userDrawn="1"/>
          </p:nvCxnSpPr>
          <p:spPr bwMode="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Straight Connector 344">
              <a:extLst>
                <a:ext uri="{FF2B5EF4-FFF2-40B4-BE49-F238E27FC236}">
                  <a16:creationId xmlns:a16="http://schemas.microsoft.com/office/drawing/2014/main" id="{C45B5D6D-48ED-4AC8-89E5-2327C5C8F2DF}"/>
                </a:ext>
              </a:extLst>
            </p:cNvPr>
            <p:cNvCxnSpPr/>
            <p:nvPr userDrawn="1"/>
          </p:nvCxnSpPr>
          <p:spPr bwMode="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Straight Connector 345">
              <a:extLst>
                <a:ext uri="{FF2B5EF4-FFF2-40B4-BE49-F238E27FC236}">
                  <a16:creationId xmlns:a16="http://schemas.microsoft.com/office/drawing/2014/main" id="{8D3D1C1B-983E-4DB7-BBD1-DD495C04FA8C}"/>
                </a:ext>
              </a:extLst>
            </p:cNvPr>
            <p:cNvCxnSpPr/>
            <p:nvPr userDrawn="1"/>
          </p:nvCxnSpPr>
          <p:spPr bwMode="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346">
              <a:extLst>
                <a:ext uri="{FF2B5EF4-FFF2-40B4-BE49-F238E27FC236}">
                  <a16:creationId xmlns:a16="http://schemas.microsoft.com/office/drawing/2014/main" id="{F2B61ED5-26E8-4DEF-B738-164349658CA3}"/>
                </a:ext>
              </a:extLst>
            </p:cNvPr>
            <p:cNvCxnSpPr/>
            <p:nvPr userDrawn="1"/>
          </p:nvCxnSpPr>
          <p:spPr bwMode="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347">
              <a:extLst>
                <a:ext uri="{FF2B5EF4-FFF2-40B4-BE49-F238E27FC236}">
                  <a16:creationId xmlns:a16="http://schemas.microsoft.com/office/drawing/2014/main" id="{90E7EAB3-0456-4437-B8D7-DF900A529A91}"/>
                </a:ext>
              </a:extLst>
            </p:cNvPr>
            <p:cNvCxnSpPr/>
            <p:nvPr userDrawn="1"/>
          </p:nvCxnSpPr>
          <p:spPr bwMode="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348">
              <a:extLst>
                <a:ext uri="{FF2B5EF4-FFF2-40B4-BE49-F238E27FC236}">
                  <a16:creationId xmlns:a16="http://schemas.microsoft.com/office/drawing/2014/main" id="{37FB5A62-370F-44D5-8A04-9258F8B9C259}"/>
                </a:ext>
              </a:extLst>
            </p:cNvPr>
            <p:cNvCxnSpPr/>
            <p:nvPr userDrawn="1"/>
          </p:nvCxnSpPr>
          <p:spPr bwMode="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349">
              <a:extLst>
                <a:ext uri="{FF2B5EF4-FFF2-40B4-BE49-F238E27FC236}">
                  <a16:creationId xmlns:a16="http://schemas.microsoft.com/office/drawing/2014/main" id="{D06F5B99-E40C-4E1D-BC1C-FE9AC8EEEFC4}"/>
                </a:ext>
              </a:extLst>
            </p:cNvPr>
            <p:cNvCxnSpPr/>
            <p:nvPr userDrawn="1"/>
          </p:nvCxnSpPr>
          <p:spPr bwMode="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350">
              <a:extLst>
                <a:ext uri="{FF2B5EF4-FFF2-40B4-BE49-F238E27FC236}">
                  <a16:creationId xmlns:a16="http://schemas.microsoft.com/office/drawing/2014/main" id="{60FA2409-2A36-4AE2-995A-57C8D105DE55}"/>
                </a:ext>
              </a:extLst>
            </p:cNvPr>
            <p:cNvCxnSpPr/>
            <p:nvPr userDrawn="1"/>
          </p:nvCxnSpPr>
          <p:spPr bwMode="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Connector 351">
              <a:extLst>
                <a:ext uri="{FF2B5EF4-FFF2-40B4-BE49-F238E27FC236}">
                  <a16:creationId xmlns:a16="http://schemas.microsoft.com/office/drawing/2014/main" id="{C7E6A7E9-9CC4-4FB4-AEE7-A154F6791E2A}"/>
                </a:ext>
              </a:extLst>
            </p:cNvPr>
            <p:cNvCxnSpPr/>
            <p:nvPr userDrawn="1"/>
          </p:nvCxnSpPr>
          <p:spPr bwMode="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352">
              <a:extLst>
                <a:ext uri="{FF2B5EF4-FFF2-40B4-BE49-F238E27FC236}">
                  <a16:creationId xmlns:a16="http://schemas.microsoft.com/office/drawing/2014/main" id="{83B3EF9B-F4E6-43CA-9C84-747E9D9A2BCB}"/>
                </a:ext>
              </a:extLst>
            </p:cNvPr>
            <p:cNvCxnSpPr/>
            <p:nvPr userDrawn="1"/>
          </p:nvCxnSpPr>
          <p:spPr bwMode="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Straight Connector 353">
              <a:extLst>
                <a:ext uri="{FF2B5EF4-FFF2-40B4-BE49-F238E27FC236}">
                  <a16:creationId xmlns:a16="http://schemas.microsoft.com/office/drawing/2014/main" id="{FBE0CE03-2A91-4790-8478-756E20730036}"/>
                </a:ext>
              </a:extLst>
            </p:cNvPr>
            <p:cNvCxnSpPr/>
            <p:nvPr userDrawn="1"/>
          </p:nvCxnSpPr>
          <p:spPr bwMode="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354">
              <a:extLst>
                <a:ext uri="{FF2B5EF4-FFF2-40B4-BE49-F238E27FC236}">
                  <a16:creationId xmlns:a16="http://schemas.microsoft.com/office/drawing/2014/main" id="{49CB1D1F-57B1-4A79-8D7A-0792163D0DB9}"/>
                </a:ext>
              </a:extLst>
            </p:cNvPr>
            <p:cNvCxnSpPr/>
            <p:nvPr userDrawn="1"/>
          </p:nvCxnSpPr>
          <p:spPr bwMode="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355">
              <a:extLst>
                <a:ext uri="{FF2B5EF4-FFF2-40B4-BE49-F238E27FC236}">
                  <a16:creationId xmlns:a16="http://schemas.microsoft.com/office/drawing/2014/main" id="{13B01829-137A-4197-A274-FDF3279A650B}"/>
                </a:ext>
              </a:extLst>
            </p:cNvPr>
            <p:cNvCxnSpPr/>
            <p:nvPr userDrawn="1"/>
          </p:nvCxnSpPr>
          <p:spPr bwMode="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356">
              <a:extLst>
                <a:ext uri="{FF2B5EF4-FFF2-40B4-BE49-F238E27FC236}">
                  <a16:creationId xmlns:a16="http://schemas.microsoft.com/office/drawing/2014/main" id="{2D6F6A0A-4203-4072-ABCB-9AD87EF2C41F}"/>
                </a:ext>
              </a:extLst>
            </p:cNvPr>
            <p:cNvCxnSpPr/>
            <p:nvPr userDrawn="1"/>
          </p:nvCxnSpPr>
          <p:spPr bwMode="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Connector 357">
              <a:extLst>
                <a:ext uri="{FF2B5EF4-FFF2-40B4-BE49-F238E27FC236}">
                  <a16:creationId xmlns:a16="http://schemas.microsoft.com/office/drawing/2014/main" id="{417F2193-0C6E-4391-BEA2-089671858758}"/>
                </a:ext>
              </a:extLst>
            </p:cNvPr>
            <p:cNvCxnSpPr/>
            <p:nvPr userDrawn="1"/>
          </p:nvCxnSpPr>
          <p:spPr bwMode="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Connector 358">
              <a:extLst>
                <a:ext uri="{FF2B5EF4-FFF2-40B4-BE49-F238E27FC236}">
                  <a16:creationId xmlns:a16="http://schemas.microsoft.com/office/drawing/2014/main" id="{B6A76C17-10DC-49D0-8A4F-2FBD9892FF87}"/>
                </a:ext>
              </a:extLst>
            </p:cNvPr>
            <p:cNvCxnSpPr/>
            <p:nvPr userDrawn="1"/>
          </p:nvCxnSpPr>
          <p:spPr bwMode="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359">
              <a:extLst>
                <a:ext uri="{FF2B5EF4-FFF2-40B4-BE49-F238E27FC236}">
                  <a16:creationId xmlns:a16="http://schemas.microsoft.com/office/drawing/2014/main" id="{CDE2141B-9306-4DD0-9DE5-586F6F4171B7}"/>
                </a:ext>
              </a:extLst>
            </p:cNvPr>
            <p:cNvCxnSpPr/>
            <p:nvPr userDrawn="1"/>
          </p:nvCxnSpPr>
          <p:spPr bwMode="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1" name="main body box">
              <a:extLst>
                <a:ext uri="{FF2B5EF4-FFF2-40B4-BE49-F238E27FC236}">
                  <a16:creationId xmlns:a16="http://schemas.microsoft.com/office/drawing/2014/main" id="{0491BBC2-C358-43D4-9A54-49094B766FEE}"/>
                </a:ext>
              </a:extLst>
            </p:cNvPr>
            <p:cNvSpPr/>
            <p:nvPr userDrawn="1"/>
          </p:nvSpPr>
          <p:spPr bwMode="gray">
            <a:xfrm>
              <a:off x="554736" y="1720644"/>
              <a:ext cx="11082528" cy="4497275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pPr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9CE58337-2A88-4F0D-A77D-6E435EA160CD}"/>
                </a:ext>
              </a:extLst>
            </p:cNvPr>
            <p:cNvCxnSpPr/>
            <p:nvPr userDrawn="1"/>
          </p:nvCxnSpPr>
          <p:spPr bwMode="gray">
            <a:xfrm>
              <a:off x="554736" y="2170177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363" name="Straight Connector 362">
              <a:extLst>
                <a:ext uri="{FF2B5EF4-FFF2-40B4-BE49-F238E27FC236}">
                  <a16:creationId xmlns:a16="http://schemas.microsoft.com/office/drawing/2014/main" id="{0EEDEE13-BB2B-4CA8-B834-EE6D6107A3F3}"/>
                </a:ext>
              </a:extLst>
            </p:cNvPr>
            <p:cNvCxnSpPr/>
            <p:nvPr userDrawn="1"/>
          </p:nvCxnSpPr>
          <p:spPr bwMode="gray">
            <a:xfrm>
              <a:off x="554736" y="1713358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48" name="Deco">
            <a:extLst>
              <a:ext uri="{FF2B5EF4-FFF2-40B4-BE49-F238E27FC236}">
                <a16:creationId xmlns:a16="http://schemas.microsoft.com/office/drawing/2014/main" id="{A5DC2D54-C0BB-4D31-B6FF-1CA0B8921141}"/>
              </a:ext>
            </a:extLst>
          </p:cNvPr>
          <p:cNvGrpSpPr/>
          <p:nvPr userDrawn="1"/>
        </p:nvGrpSpPr>
        <p:grpSpPr bwMode="ltGray">
          <a:xfrm>
            <a:off x="10019832" y="-28841"/>
            <a:ext cx="2172168" cy="1289899"/>
            <a:chOff x="7006851" y="0"/>
            <a:chExt cx="2901252" cy="1725848"/>
          </a:xfrm>
        </p:grpSpPr>
        <p:sp>
          <p:nvSpPr>
            <p:cNvPr id="149" name="Google Shape;1893;p149">
              <a:extLst>
                <a:ext uri="{FF2B5EF4-FFF2-40B4-BE49-F238E27FC236}">
                  <a16:creationId xmlns:a16="http://schemas.microsoft.com/office/drawing/2014/main" id="{53F310E2-E954-4037-B710-348AF6188DF5}"/>
                </a:ext>
              </a:extLst>
            </p:cNvPr>
            <p:cNvSpPr/>
            <p:nvPr/>
          </p:nvSpPr>
          <p:spPr bwMode="ltGray">
            <a:xfrm>
              <a:off x="8307663" y="0"/>
              <a:ext cx="1226286" cy="416928"/>
            </a:xfrm>
            <a:custGeom>
              <a:avLst/>
              <a:gdLst/>
              <a:ahLst/>
              <a:cxnLst/>
              <a:rect l="l" t="t" r="r" b="b"/>
              <a:pathLst>
                <a:path w="1351279" h="472440" extrusionOk="0">
                  <a:moveTo>
                    <a:pt x="0" y="1904"/>
                  </a:moveTo>
                  <a:lnTo>
                    <a:pt x="675640" y="472440"/>
                  </a:lnTo>
                  <a:lnTo>
                    <a:pt x="1351279" y="1904"/>
                  </a:lnTo>
                  <a:lnTo>
                    <a:pt x="1348623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50" name="Google Shape;1894;p149">
              <a:extLst>
                <a:ext uri="{FF2B5EF4-FFF2-40B4-BE49-F238E27FC236}">
                  <a16:creationId xmlns:a16="http://schemas.microsoft.com/office/drawing/2014/main" id="{78491F23-DDE1-4B58-B165-2BDB37D141C2}"/>
                </a:ext>
              </a:extLst>
            </p:cNvPr>
            <p:cNvSpPr/>
            <p:nvPr/>
          </p:nvSpPr>
          <p:spPr bwMode="ltGray">
            <a:xfrm>
              <a:off x="8307663" y="4483"/>
              <a:ext cx="608532" cy="824890"/>
            </a:xfrm>
            <a:custGeom>
              <a:avLst/>
              <a:gdLst/>
              <a:ahLst/>
              <a:cxnLst/>
              <a:rect l="l" t="t" r="r" b="b"/>
              <a:pathLst>
                <a:path w="670559" h="934719" extrusionOk="0">
                  <a:moveTo>
                    <a:pt x="0" y="0"/>
                  </a:moveTo>
                  <a:lnTo>
                    <a:pt x="0" y="473710"/>
                  </a:lnTo>
                  <a:lnTo>
                    <a:pt x="670560" y="934720"/>
                  </a:lnTo>
                  <a:lnTo>
                    <a:pt x="670560" y="4737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51" name="Google Shape;1895;p149">
              <a:extLst>
                <a:ext uri="{FF2B5EF4-FFF2-40B4-BE49-F238E27FC236}">
                  <a16:creationId xmlns:a16="http://schemas.microsoft.com/office/drawing/2014/main" id="{74A47E84-5D2F-4003-8D3A-91CD3EF531E6}"/>
                </a:ext>
              </a:extLst>
            </p:cNvPr>
            <p:cNvSpPr/>
            <p:nvPr/>
          </p:nvSpPr>
          <p:spPr bwMode="ltGray">
            <a:xfrm>
              <a:off x="8916554" y="4483"/>
              <a:ext cx="617753" cy="824890"/>
            </a:xfrm>
            <a:custGeom>
              <a:avLst/>
              <a:gdLst/>
              <a:ahLst/>
              <a:cxnLst/>
              <a:rect l="l" t="t" r="r" b="b"/>
              <a:pathLst>
                <a:path w="680720" h="934719" extrusionOk="0">
                  <a:moveTo>
                    <a:pt x="680719" y="0"/>
                  </a:moveTo>
                  <a:lnTo>
                    <a:pt x="0" y="473710"/>
                  </a:lnTo>
                  <a:lnTo>
                    <a:pt x="0" y="934720"/>
                  </a:lnTo>
                  <a:lnTo>
                    <a:pt x="680719" y="473710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52" name="Google Shape;1896;p149">
              <a:extLst>
                <a:ext uri="{FF2B5EF4-FFF2-40B4-BE49-F238E27FC236}">
                  <a16:creationId xmlns:a16="http://schemas.microsoft.com/office/drawing/2014/main" id="{62D57E15-7ACA-418B-9B8B-F2AF351F126C}"/>
                </a:ext>
              </a:extLst>
            </p:cNvPr>
            <p:cNvSpPr/>
            <p:nvPr/>
          </p:nvSpPr>
          <p:spPr bwMode="ltGray">
            <a:xfrm>
              <a:off x="7009244" y="0"/>
              <a:ext cx="1240117" cy="407962"/>
            </a:xfrm>
            <a:custGeom>
              <a:avLst/>
              <a:gdLst/>
              <a:ahLst/>
              <a:cxnLst/>
              <a:rect l="l" t="t" r="r" b="b"/>
              <a:pathLst>
                <a:path w="1366520" h="462280" extrusionOk="0">
                  <a:moveTo>
                    <a:pt x="0" y="0"/>
                  </a:moveTo>
                  <a:lnTo>
                    <a:pt x="685070" y="462279"/>
                  </a:lnTo>
                  <a:lnTo>
                    <a:pt x="1366344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53" name="Google Shape;1897;p149">
              <a:extLst>
                <a:ext uri="{FF2B5EF4-FFF2-40B4-BE49-F238E27FC236}">
                  <a16:creationId xmlns:a16="http://schemas.microsoft.com/office/drawing/2014/main" id="{C2947FBA-A99F-4C25-AF3F-28C93E6256C6}"/>
                </a:ext>
              </a:extLst>
            </p:cNvPr>
            <p:cNvSpPr/>
            <p:nvPr/>
          </p:nvSpPr>
          <p:spPr bwMode="ltGray">
            <a:xfrm>
              <a:off x="7006851" y="1"/>
              <a:ext cx="626973" cy="802474"/>
            </a:xfrm>
            <a:custGeom>
              <a:avLst/>
              <a:gdLst/>
              <a:ahLst/>
              <a:cxnLst/>
              <a:rect l="l" t="t" r="r" b="b"/>
              <a:pathLst>
                <a:path w="690879" h="909319" extrusionOk="0">
                  <a:moveTo>
                    <a:pt x="0" y="0"/>
                  </a:moveTo>
                  <a:lnTo>
                    <a:pt x="0" y="456565"/>
                  </a:lnTo>
                  <a:lnTo>
                    <a:pt x="690879" y="909320"/>
                  </a:lnTo>
                  <a:lnTo>
                    <a:pt x="690879" y="456565"/>
                  </a:lnTo>
                  <a:lnTo>
                    <a:pt x="7602" y="0"/>
                  </a:lnTo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54" name="Google Shape;1898;p149">
              <a:extLst>
                <a:ext uri="{FF2B5EF4-FFF2-40B4-BE49-F238E27FC236}">
                  <a16:creationId xmlns:a16="http://schemas.microsoft.com/office/drawing/2014/main" id="{071BA750-2B4F-48B4-B40E-FDD118827497}"/>
                </a:ext>
              </a:extLst>
            </p:cNvPr>
            <p:cNvSpPr/>
            <p:nvPr/>
          </p:nvSpPr>
          <p:spPr bwMode="ltGray">
            <a:xfrm>
              <a:off x="7634193" y="1"/>
              <a:ext cx="617753" cy="802474"/>
            </a:xfrm>
            <a:custGeom>
              <a:avLst/>
              <a:gdLst/>
              <a:ahLst/>
              <a:cxnLst/>
              <a:rect l="l" t="t" r="r" b="b"/>
              <a:pathLst>
                <a:path w="680720" h="909319" extrusionOk="0">
                  <a:moveTo>
                    <a:pt x="673229" y="0"/>
                  </a:moveTo>
                  <a:lnTo>
                    <a:pt x="0" y="456565"/>
                  </a:lnTo>
                  <a:lnTo>
                    <a:pt x="0" y="909320"/>
                  </a:lnTo>
                  <a:lnTo>
                    <a:pt x="680720" y="456565"/>
                  </a:lnTo>
                  <a:lnTo>
                    <a:pt x="680720" y="0"/>
                  </a:lnTo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55" name="Google Shape;1899;p149">
              <a:extLst>
                <a:ext uri="{FF2B5EF4-FFF2-40B4-BE49-F238E27FC236}">
                  <a16:creationId xmlns:a16="http://schemas.microsoft.com/office/drawing/2014/main" id="{4C4CE188-379E-4306-80CF-94A8B216C5D5}"/>
                </a:ext>
              </a:extLst>
            </p:cNvPr>
            <p:cNvSpPr/>
            <p:nvPr/>
          </p:nvSpPr>
          <p:spPr bwMode="ltGray">
            <a:xfrm>
              <a:off x="8270760" y="865093"/>
              <a:ext cx="617753" cy="860755"/>
            </a:xfrm>
            <a:custGeom>
              <a:avLst/>
              <a:gdLst/>
              <a:ahLst/>
              <a:cxnLst/>
              <a:rect l="l" t="t" r="r" b="b"/>
              <a:pathLst>
                <a:path w="680720" h="975360" extrusionOk="0">
                  <a:moveTo>
                    <a:pt x="680719" y="0"/>
                  </a:moveTo>
                  <a:lnTo>
                    <a:pt x="0" y="474852"/>
                  </a:lnTo>
                  <a:lnTo>
                    <a:pt x="0" y="975359"/>
                  </a:lnTo>
                  <a:lnTo>
                    <a:pt x="680719" y="474852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56" name="Google Shape;1900;p149">
              <a:extLst>
                <a:ext uri="{FF2B5EF4-FFF2-40B4-BE49-F238E27FC236}">
                  <a16:creationId xmlns:a16="http://schemas.microsoft.com/office/drawing/2014/main" id="{54FA0342-4894-47AC-884E-CCBBDA8D0742}"/>
                </a:ext>
              </a:extLst>
            </p:cNvPr>
            <p:cNvSpPr/>
            <p:nvPr/>
          </p:nvSpPr>
          <p:spPr bwMode="ltGray">
            <a:xfrm>
              <a:off x="7643418" y="434787"/>
              <a:ext cx="1244727" cy="851789"/>
            </a:xfrm>
            <a:custGeom>
              <a:avLst/>
              <a:gdLst/>
              <a:ahLst/>
              <a:cxnLst/>
              <a:rect l="l" t="t" r="r" b="b"/>
              <a:pathLst>
                <a:path w="1371600" h="965200" extrusionOk="0">
                  <a:moveTo>
                    <a:pt x="0" y="471678"/>
                  </a:moveTo>
                  <a:lnTo>
                    <a:pt x="694690" y="965200"/>
                  </a:lnTo>
                  <a:lnTo>
                    <a:pt x="1371600" y="490982"/>
                  </a:lnTo>
                  <a:lnTo>
                    <a:pt x="694690" y="0"/>
                  </a:lnTo>
                  <a:lnTo>
                    <a:pt x="0" y="471678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57" name="Google Shape;1901;p149">
              <a:extLst>
                <a:ext uri="{FF2B5EF4-FFF2-40B4-BE49-F238E27FC236}">
                  <a16:creationId xmlns:a16="http://schemas.microsoft.com/office/drawing/2014/main" id="{05968513-B6E0-4182-9857-F748C79761AA}"/>
                </a:ext>
              </a:extLst>
            </p:cNvPr>
            <p:cNvSpPr/>
            <p:nvPr/>
          </p:nvSpPr>
          <p:spPr bwMode="ltGray">
            <a:xfrm>
              <a:off x="7643418" y="847164"/>
              <a:ext cx="626973" cy="869721"/>
            </a:xfrm>
            <a:custGeom>
              <a:avLst/>
              <a:gdLst/>
              <a:ahLst/>
              <a:cxnLst/>
              <a:rect l="l" t="t" r="r" b="b"/>
              <a:pathLst>
                <a:path w="690879" h="985519" extrusionOk="0">
                  <a:moveTo>
                    <a:pt x="2540" y="0"/>
                  </a:moveTo>
                  <a:lnTo>
                    <a:pt x="0" y="492759"/>
                  </a:lnTo>
                  <a:lnTo>
                    <a:pt x="690880" y="985519"/>
                  </a:lnTo>
                  <a:lnTo>
                    <a:pt x="690880" y="492759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58" name="Google Shape;1902;p149">
              <a:extLst>
                <a:ext uri="{FF2B5EF4-FFF2-40B4-BE49-F238E27FC236}">
                  <a16:creationId xmlns:a16="http://schemas.microsoft.com/office/drawing/2014/main" id="{563C672D-8C04-4B75-B701-784657B6A1D5}"/>
                </a:ext>
              </a:extLst>
            </p:cNvPr>
            <p:cNvSpPr/>
            <p:nvPr/>
          </p:nvSpPr>
          <p:spPr bwMode="ltGray">
            <a:xfrm>
              <a:off x="8953456" y="875740"/>
              <a:ext cx="954290" cy="419730"/>
            </a:xfrm>
            <a:custGeom>
              <a:avLst/>
              <a:gdLst/>
              <a:ahLst/>
              <a:cxnLst/>
              <a:rect l="l" t="t" r="r" b="b"/>
              <a:pathLst>
                <a:path w="1051559" h="475615" extrusionOk="0">
                  <a:moveTo>
                    <a:pt x="0" y="0"/>
                  </a:moveTo>
                  <a:lnTo>
                    <a:pt x="671829" y="475615"/>
                  </a:lnTo>
                  <a:lnTo>
                    <a:pt x="1051560" y="216191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59" name="Google Shape;1903;p149">
              <a:extLst>
                <a:ext uri="{FF2B5EF4-FFF2-40B4-BE49-F238E27FC236}">
                  <a16:creationId xmlns:a16="http://schemas.microsoft.com/office/drawing/2014/main" id="{7ED6BD58-2451-420F-8BDF-ADC1F0050BE4}"/>
                </a:ext>
              </a:extLst>
            </p:cNvPr>
            <p:cNvSpPr/>
            <p:nvPr/>
          </p:nvSpPr>
          <p:spPr bwMode="ltGray">
            <a:xfrm>
              <a:off x="8953456" y="452718"/>
              <a:ext cx="954290" cy="423093"/>
            </a:xfrm>
            <a:custGeom>
              <a:avLst/>
              <a:gdLst/>
              <a:ahLst/>
              <a:cxnLst/>
              <a:rect l="l" t="t" r="r" b="b"/>
              <a:pathLst>
                <a:path w="1051559" h="479425" extrusionOk="0">
                  <a:moveTo>
                    <a:pt x="1051560" y="272285"/>
                  </a:moveTo>
                  <a:lnTo>
                    <a:pt x="678179" y="0"/>
                  </a:lnTo>
                  <a:lnTo>
                    <a:pt x="0" y="479425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60" name="Google Shape;1904;p149">
              <a:extLst>
                <a:ext uri="{FF2B5EF4-FFF2-40B4-BE49-F238E27FC236}">
                  <a16:creationId xmlns:a16="http://schemas.microsoft.com/office/drawing/2014/main" id="{EAA71BD0-1E49-4285-8E45-71BA2696CA0A}"/>
                </a:ext>
              </a:extLst>
            </p:cNvPr>
            <p:cNvSpPr/>
            <p:nvPr/>
          </p:nvSpPr>
          <p:spPr bwMode="ltGray">
            <a:xfrm>
              <a:off x="8944229" y="874059"/>
              <a:ext cx="617753" cy="833857"/>
            </a:xfrm>
            <a:custGeom>
              <a:avLst/>
              <a:gdLst/>
              <a:ahLst/>
              <a:cxnLst/>
              <a:rect l="l" t="t" r="r" b="b"/>
              <a:pathLst>
                <a:path w="680720" h="944880" extrusionOk="0">
                  <a:moveTo>
                    <a:pt x="2539" y="0"/>
                  </a:moveTo>
                  <a:lnTo>
                    <a:pt x="0" y="473710"/>
                  </a:lnTo>
                  <a:lnTo>
                    <a:pt x="675639" y="944879"/>
                  </a:lnTo>
                  <a:lnTo>
                    <a:pt x="680720" y="480187"/>
                  </a:lnTo>
                  <a:lnTo>
                    <a:pt x="253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61" name="Google Shape;1905;p149">
              <a:extLst>
                <a:ext uri="{FF2B5EF4-FFF2-40B4-BE49-F238E27FC236}">
                  <a16:creationId xmlns:a16="http://schemas.microsoft.com/office/drawing/2014/main" id="{C0C7A5C8-516E-4BB9-93A7-84ADF9A6BB94}"/>
                </a:ext>
              </a:extLst>
            </p:cNvPr>
            <p:cNvSpPr/>
            <p:nvPr/>
          </p:nvSpPr>
          <p:spPr bwMode="ltGray">
            <a:xfrm>
              <a:off x="9562346" y="1066703"/>
              <a:ext cx="345757" cy="641644"/>
            </a:xfrm>
            <a:custGeom>
              <a:avLst/>
              <a:gdLst/>
              <a:ahLst/>
              <a:cxnLst/>
              <a:rect l="l" t="t" r="r" b="b"/>
              <a:pathLst>
                <a:path w="381000" h="727075" extrusionOk="0">
                  <a:moveTo>
                    <a:pt x="381000" y="0"/>
                  </a:moveTo>
                  <a:lnTo>
                    <a:pt x="5079" y="261094"/>
                  </a:lnTo>
                  <a:lnTo>
                    <a:pt x="0" y="726549"/>
                  </a:lnTo>
                  <a:lnTo>
                    <a:pt x="381000" y="468213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</p:grpSp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5B28737-798E-48D4-BBDB-8EB35CB9FFFB}"/>
              </a:ext>
            </a:extLst>
          </p:cNvPr>
          <p:cNvSpPr/>
          <p:nvPr userDrawn="1">
            <p:custDataLst>
              <p:tags r:id="rId40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 userDrawn="1">
            <p:custDataLst>
              <p:tags r:id="rId41"/>
            </p:custDataLst>
          </p:nvPr>
        </p:nvSpPr>
        <p:spPr>
          <a:xfrm>
            <a:off x="756745" y="6278400"/>
            <a:ext cx="727862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rtlCol="0" anchor="b" anchorCtr="0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42"/>
            </p:custDataLst>
          </p:nvPr>
        </p:nvSpPr>
        <p:spPr>
          <a:xfrm>
            <a:off x="756745" y="317139"/>
            <a:ext cx="9262811" cy="6263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/>
          <a:p>
            <a:pPr lv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/>
              <a:t>Click to edit Master title style</a:t>
            </a:r>
          </a:p>
        </p:txBody>
      </p:sp>
      <p:grpSp>
        <p:nvGrpSpPr>
          <p:cNvPr id="135" name="LegendLines" hidden="1">
            <a:extLst>
              <a:ext uri="{FF2B5EF4-FFF2-40B4-BE49-F238E27FC236}">
                <a16:creationId xmlns:a16="http://schemas.microsoft.com/office/drawing/2014/main" id="{71CC77B4-F6E6-4F23-BB68-415F1A18A481}"/>
              </a:ext>
            </a:extLst>
          </p:cNvPr>
          <p:cNvGrpSpPr/>
          <p:nvPr userDrawn="1"/>
        </p:nvGrpSpPr>
        <p:grpSpPr>
          <a:xfrm>
            <a:off x="10418903" y="3355023"/>
            <a:ext cx="1319960" cy="958286"/>
            <a:chOff x="10162879" y="3243772"/>
            <a:chExt cx="1319960" cy="958286"/>
          </a:xfrm>
        </p:grpSpPr>
        <p:sp>
          <p:nvSpPr>
            <p:cNvPr id="136" name="Legend1">
              <a:extLst>
                <a:ext uri="{FF2B5EF4-FFF2-40B4-BE49-F238E27FC236}">
                  <a16:creationId xmlns:a16="http://schemas.microsoft.com/office/drawing/2014/main" id="{7D220B56-9F03-4C3D-A250-99F1D51CD540}"/>
                </a:ext>
              </a:extLst>
            </p:cNvPr>
            <p:cNvSpPr txBox="1"/>
            <p:nvPr/>
          </p:nvSpPr>
          <p:spPr>
            <a:xfrm>
              <a:off x="10886522" y="324377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37" name="Legend2">
              <a:extLst>
                <a:ext uri="{FF2B5EF4-FFF2-40B4-BE49-F238E27FC236}">
                  <a16:creationId xmlns:a16="http://schemas.microsoft.com/office/drawing/2014/main" id="{F8AFB581-6601-48A1-A760-8C8F195476DB}"/>
                </a:ext>
              </a:extLst>
            </p:cNvPr>
            <p:cNvSpPr txBox="1"/>
            <p:nvPr/>
          </p:nvSpPr>
          <p:spPr>
            <a:xfrm>
              <a:off x="10886522" y="3615193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38" name="Legend3">
              <a:extLst>
                <a:ext uri="{FF2B5EF4-FFF2-40B4-BE49-F238E27FC236}">
                  <a16:creationId xmlns:a16="http://schemas.microsoft.com/office/drawing/2014/main" id="{CFB1B529-3B5B-4BA8-9F77-5C493C166538}"/>
                </a:ext>
              </a:extLst>
            </p:cNvPr>
            <p:cNvSpPr txBox="1"/>
            <p:nvPr/>
          </p:nvSpPr>
          <p:spPr>
            <a:xfrm>
              <a:off x="10886522" y="398661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39" name="LineLegend3">
              <a:extLst>
                <a:ext uri="{FF2B5EF4-FFF2-40B4-BE49-F238E27FC236}">
                  <a16:creationId xmlns:a16="http://schemas.microsoft.com/office/drawing/2014/main" id="{2C298E89-FEA3-401D-BBB5-46B76DD92CAA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US" sz="1400" baseline="0">
                <a:ea typeface="+mn-ea"/>
              </a:endParaRPr>
            </a:p>
          </p:txBody>
        </p:sp>
        <p:sp>
          <p:nvSpPr>
            <p:cNvPr id="140" name="LineLegend2">
              <a:extLst>
                <a:ext uri="{FF2B5EF4-FFF2-40B4-BE49-F238E27FC236}">
                  <a16:creationId xmlns:a16="http://schemas.microsoft.com/office/drawing/2014/main" id="{2BEF21BD-DE09-482F-9BA1-F98F95A056E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US" sz="1400" baseline="0">
                <a:ea typeface="+mn-ea"/>
              </a:endParaRPr>
            </a:p>
          </p:txBody>
        </p:sp>
        <p:sp>
          <p:nvSpPr>
            <p:cNvPr id="141" name="LineLegend1">
              <a:extLst>
                <a:ext uri="{FF2B5EF4-FFF2-40B4-BE49-F238E27FC236}">
                  <a16:creationId xmlns:a16="http://schemas.microsoft.com/office/drawing/2014/main" id="{C4EAEC4C-EDAC-4CB0-9058-09FCF2BA4734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US" sz="1400" baseline="0">
                <a:ea typeface="+mn-ea"/>
              </a:endParaRPr>
            </a:p>
          </p:txBody>
        </p:sp>
      </p:grpSp>
      <p:grpSp>
        <p:nvGrpSpPr>
          <p:cNvPr id="142" name="LegendMoons" hidden="1">
            <a:extLst>
              <a:ext uri="{FF2B5EF4-FFF2-40B4-BE49-F238E27FC236}">
                <a16:creationId xmlns:a16="http://schemas.microsoft.com/office/drawing/2014/main" id="{ACAF3683-4C1D-40C3-8F57-915CB605F96D}"/>
              </a:ext>
            </a:extLst>
          </p:cNvPr>
          <p:cNvGrpSpPr/>
          <p:nvPr userDrawn="1"/>
        </p:nvGrpSpPr>
        <p:grpSpPr>
          <a:xfrm>
            <a:off x="10789914" y="1415983"/>
            <a:ext cx="948949" cy="1731859"/>
            <a:chOff x="7723680" y="1702457"/>
            <a:chExt cx="948949" cy="1731859"/>
          </a:xfrm>
        </p:grpSpPr>
        <p:sp>
          <p:nvSpPr>
            <p:cNvPr id="143" name="Legend1">
              <a:extLst>
                <a:ext uri="{FF2B5EF4-FFF2-40B4-BE49-F238E27FC236}">
                  <a16:creationId xmlns:a16="http://schemas.microsoft.com/office/drawing/2014/main" id="{216E15D0-AFAF-4CA7-9A9F-AA67647E118E}"/>
                </a:ext>
              </a:extLst>
            </p:cNvPr>
            <p:cNvSpPr txBox="1"/>
            <p:nvPr/>
          </p:nvSpPr>
          <p:spPr>
            <a:xfrm>
              <a:off x="8076312" y="1709816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44" name="Legend2">
              <a:extLst>
                <a:ext uri="{FF2B5EF4-FFF2-40B4-BE49-F238E27FC236}">
                  <a16:creationId xmlns:a16="http://schemas.microsoft.com/office/drawing/2014/main" id="{83A275E6-74C6-418F-9213-14A97D8A9853}"/>
                </a:ext>
              </a:extLst>
            </p:cNvPr>
            <p:cNvSpPr txBox="1"/>
            <p:nvPr/>
          </p:nvSpPr>
          <p:spPr>
            <a:xfrm>
              <a:off x="8076312" y="2085275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45" name="Legend3">
              <a:extLst>
                <a:ext uri="{FF2B5EF4-FFF2-40B4-BE49-F238E27FC236}">
                  <a16:creationId xmlns:a16="http://schemas.microsoft.com/office/drawing/2014/main" id="{23CF16F6-FBFB-4AC8-ACEA-C248996F08B4}"/>
                </a:ext>
              </a:extLst>
            </p:cNvPr>
            <p:cNvSpPr txBox="1"/>
            <p:nvPr/>
          </p:nvSpPr>
          <p:spPr>
            <a:xfrm>
              <a:off x="8076312" y="246073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46" name="Legend4">
              <a:extLst>
                <a:ext uri="{FF2B5EF4-FFF2-40B4-BE49-F238E27FC236}">
                  <a16:creationId xmlns:a16="http://schemas.microsoft.com/office/drawing/2014/main" id="{171D8CE6-17F1-4C33-8A3A-07D6A3391BD9}"/>
                </a:ext>
              </a:extLst>
            </p:cNvPr>
            <p:cNvSpPr txBox="1"/>
            <p:nvPr/>
          </p:nvSpPr>
          <p:spPr>
            <a:xfrm>
              <a:off x="8076312" y="2836193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47" name="Legend5">
              <a:extLst>
                <a:ext uri="{FF2B5EF4-FFF2-40B4-BE49-F238E27FC236}">
                  <a16:creationId xmlns:a16="http://schemas.microsoft.com/office/drawing/2014/main" id="{B0B291F7-3D65-43F2-8745-0A790F2CDF55}"/>
                </a:ext>
              </a:extLst>
            </p:cNvPr>
            <p:cNvSpPr txBox="1"/>
            <p:nvPr/>
          </p:nvSpPr>
          <p:spPr>
            <a:xfrm>
              <a:off x="8076312" y="321165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74" name="MoonLegend1">
              <a:extLst>
                <a:ext uri="{FF2B5EF4-FFF2-40B4-BE49-F238E27FC236}">
                  <a16:creationId xmlns:a16="http://schemas.microsoft.com/office/drawing/2014/main" id="{9238832E-2002-492F-B930-2AE15C1EAA9B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88" name="Oval 287">
                <a:extLst>
                  <a:ext uri="{FF2B5EF4-FFF2-40B4-BE49-F238E27FC236}">
                    <a16:creationId xmlns:a16="http://schemas.microsoft.com/office/drawing/2014/main" id="{8C0C6B67-EA4C-4238-91E7-098B369DB472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289" name="Arc 288">
                <a:extLst>
                  <a:ext uri="{FF2B5EF4-FFF2-40B4-BE49-F238E27FC236}">
                    <a16:creationId xmlns:a16="http://schemas.microsoft.com/office/drawing/2014/main" id="{1DF54BF2-D96F-4773-8CC1-879B99D24E9E}"/>
                  </a:ext>
                </a:extLst>
              </p:cNvPr>
              <p:cNvSpPr/>
              <p:nvPr>
                <p:custDataLst>
                  <p:tags r:id="rId5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276" name="MoonLegend2">
              <a:extLst>
                <a:ext uri="{FF2B5EF4-FFF2-40B4-BE49-F238E27FC236}">
                  <a16:creationId xmlns:a16="http://schemas.microsoft.com/office/drawing/2014/main" id="{B42F9230-113F-4BA7-9427-E66A76F3603A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86" name="Oval 285">
                <a:extLst>
                  <a:ext uri="{FF2B5EF4-FFF2-40B4-BE49-F238E27FC236}">
                    <a16:creationId xmlns:a16="http://schemas.microsoft.com/office/drawing/2014/main" id="{2993DE7A-FCEA-4A23-A8C7-8A80E5819547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287" name="Arc 286">
                <a:extLst>
                  <a:ext uri="{FF2B5EF4-FFF2-40B4-BE49-F238E27FC236}">
                    <a16:creationId xmlns:a16="http://schemas.microsoft.com/office/drawing/2014/main" id="{EBD07BEC-49A9-4D7A-9F18-B03A3D35C42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277" name="MoonLegend3">
              <a:extLst>
                <a:ext uri="{FF2B5EF4-FFF2-40B4-BE49-F238E27FC236}">
                  <a16:creationId xmlns:a16="http://schemas.microsoft.com/office/drawing/2014/main" id="{940508FC-F253-4B8D-BC7E-AD8A567B0B50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84" name="Oval 283">
                <a:extLst>
                  <a:ext uri="{FF2B5EF4-FFF2-40B4-BE49-F238E27FC236}">
                    <a16:creationId xmlns:a16="http://schemas.microsoft.com/office/drawing/2014/main" id="{36A77EBF-9B80-48EB-9C81-C51292434FED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285" name="Arc 284">
                <a:extLst>
                  <a:ext uri="{FF2B5EF4-FFF2-40B4-BE49-F238E27FC236}">
                    <a16:creationId xmlns:a16="http://schemas.microsoft.com/office/drawing/2014/main" id="{BFDE66D2-7911-488C-B9BE-AB2BCE458BA9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278" name="MoonLegend4">
              <a:extLst>
                <a:ext uri="{FF2B5EF4-FFF2-40B4-BE49-F238E27FC236}">
                  <a16:creationId xmlns:a16="http://schemas.microsoft.com/office/drawing/2014/main" id="{64998882-DF7E-4A21-8DED-0899ECB1FD05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82" name="Oval 281">
                <a:extLst>
                  <a:ext uri="{FF2B5EF4-FFF2-40B4-BE49-F238E27FC236}">
                    <a16:creationId xmlns:a16="http://schemas.microsoft.com/office/drawing/2014/main" id="{257588C7-9CB8-4473-BF71-0BDC88718D7F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283" name="Arc 282">
                <a:extLst>
                  <a:ext uri="{FF2B5EF4-FFF2-40B4-BE49-F238E27FC236}">
                    <a16:creationId xmlns:a16="http://schemas.microsoft.com/office/drawing/2014/main" id="{FD6F0119-19C8-43A7-B267-23D1FA756A22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279" name="MoonLegend5">
              <a:extLst>
                <a:ext uri="{FF2B5EF4-FFF2-40B4-BE49-F238E27FC236}">
                  <a16:creationId xmlns:a16="http://schemas.microsoft.com/office/drawing/2014/main" id="{6E3B9E72-84B8-48D5-A838-FC217FCB10B1}"/>
                </a:ext>
              </a:extLst>
            </p:cNvPr>
            <p:cNvGrpSpPr>
              <a:grpSpLocks noChangeAspect="1"/>
            </p:cNvGrpSpPr>
            <p:nvPr>
              <p:custDataLst>
                <p:tags r:id="rId48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80" name="Oval 279">
                <a:extLst>
                  <a:ext uri="{FF2B5EF4-FFF2-40B4-BE49-F238E27FC236}">
                    <a16:creationId xmlns:a16="http://schemas.microsoft.com/office/drawing/2014/main" id="{F3BBE5D5-C0D2-4880-BC75-9A0B5842DF14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281" name="Arc 280">
                <a:extLst>
                  <a:ext uri="{FF2B5EF4-FFF2-40B4-BE49-F238E27FC236}">
                    <a16:creationId xmlns:a16="http://schemas.microsoft.com/office/drawing/2014/main" id="{04A9432E-7446-42E0-83A7-1BFA663B9965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</p:grpSp>
      <p:grpSp>
        <p:nvGrpSpPr>
          <p:cNvPr id="290" name="LegendBoxes" hidden="1">
            <a:extLst>
              <a:ext uri="{FF2B5EF4-FFF2-40B4-BE49-F238E27FC236}">
                <a16:creationId xmlns:a16="http://schemas.microsoft.com/office/drawing/2014/main" id="{97B9567B-770B-4B60-AE50-24D3980E0864}"/>
              </a:ext>
            </a:extLst>
          </p:cNvPr>
          <p:cNvGrpSpPr/>
          <p:nvPr userDrawn="1"/>
        </p:nvGrpSpPr>
        <p:grpSpPr>
          <a:xfrm>
            <a:off x="10816400" y="4520490"/>
            <a:ext cx="922463" cy="1717282"/>
            <a:chOff x="10652400" y="4322824"/>
            <a:chExt cx="922463" cy="1717282"/>
          </a:xfrm>
        </p:grpSpPr>
        <p:sp>
          <p:nvSpPr>
            <p:cNvPr id="291" name="RectangleLegend1">
              <a:extLst>
                <a:ext uri="{FF2B5EF4-FFF2-40B4-BE49-F238E27FC236}">
                  <a16:creationId xmlns:a16="http://schemas.microsoft.com/office/drawing/2014/main" id="{49F63E12-3620-46D8-88E5-DFB19657E8C4}"/>
                </a:ext>
              </a:extLst>
            </p:cNvPr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92" name="RectangleLegend2">
              <a:extLst>
                <a:ext uri="{FF2B5EF4-FFF2-40B4-BE49-F238E27FC236}">
                  <a16:creationId xmlns:a16="http://schemas.microsoft.com/office/drawing/2014/main" id="{D4B2A536-7402-41EB-B1FF-446F94D0B8B1}"/>
                </a:ext>
              </a:extLst>
            </p:cNvPr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93" name="RectangleLegend3">
              <a:extLst>
                <a:ext uri="{FF2B5EF4-FFF2-40B4-BE49-F238E27FC236}">
                  <a16:creationId xmlns:a16="http://schemas.microsoft.com/office/drawing/2014/main" id="{35CBB24D-FD75-40AB-B5E6-D0FEC21FC45A}"/>
                </a:ext>
              </a:extLst>
            </p:cNvPr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94" name="RectangleLegend4">
              <a:extLst>
                <a:ext uri="{FF2B5EF4-FFF2-40B4-BE49-F238E27FC236}">
                  <a16:creationId xmlns:a16="http://schemas.microsoft.com/office/drawing/2014/main" id="{9CBD331F-ABF4-4786-A2B9-223FB1A847DC}"/>
                </a:ext>
              </a:extLst>
            </p:cNvPr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95" name="RectangleLegend5">
              <a:extLst>
                <a:ext uri="{FF2B5EF4-FFF2-40B4-BE49-F238E27FC236}">
                  <a16:creationId xmlns:a16="http://schemas.microsoft.com/office/drawing/2014/main" id="{80EAE886-363D-4DFF-B1DF-24B87D2C95D5}"/>
                </a:ext>
              </a:extLst>
            </p:cNvPr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96" name="Legend1">
              <a:extLst>
                <a:ext uri="{FF2B5EF4-FFF2-40B4-BE49-F238E27FC236}">
                  <a16:creationId xmlns:a16="http://schemas.microsoft.com/office/drawing/2014/main" id="{DA980073-D23F-4D6D-A347-FFAEBB9382AD}"/>
                </a:ext>
              </a:extLst>
            </p:cNvPr>
            <p:cNvSpPr txBox="1"/>
            <p:nvPr/>
          </p:nvSpPr>
          <p:spPr>
            <a:xfrm>
              <a:off x="10978546" y="432282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97" name="Legend2">
              <a:extLst>
                <a:ext uri="{FF2B5EF4-FFF2-40B4-BE49-F238E27FC236}">
                  <a16:creationId xmlns:a16="http://schemas.microsoft.com/office/drawing/2014/main" id="{B0A53BD6-596E-4E0E-A4AF-FC1ECC42FE20}"/>
                </a:ext>
              </a:extLst>
            </p:cNvPr>
            <p:cNvSpPr txBox="1"/>
            <p:nvPr/>
          </p:nvSpPr>
          <p:spPr>
            <a:xfrm>
              <a:off x="10978546" y="470232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98" name="Legend3">
              <a:extLst>
                <a:ext uri="{FF2B5EF4-FFF2-40B4-BE49-F238E27FC236}">
                  <a16:creationId xmlns:a16="http://schemas.microsoft.com/office/drawing/2014/main" id="{50D8894F-D2C5-4C93-A202-58EC0E6802FB}"/>
                </a:ext>
              </a:extLst>
            </p:cNvPr>
            <p:cNvSpPr txBox="1"/>
            <p:nvPr/>
          </p:nvSpPr>
          <p:spPr>
            <a:xfrm>
              <a:off x="10978546" y="5081820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99" name="Legend4">
              <a:extLst>
                <a:ext uri="{FF2B5EF4-FFF2-40B4-BE49-F238E27FC236}">
                  <a16:creationId xmlns:a16="http://schemas.microsoft.com/office/drawing/2014/main" id="{512BA2B7-ED41-4F8C-893D-275F6B1A1928}"/>
                </a:ext>
              </a:extLst>
            </p:cNvPr>
            <p:cNvSpPr txBox="1"/>
            <p:nvPr/>
          </p:nvSpPr>
          <p:spPr>
            <a:xfrm>
              <a:off x="10978546" y="5453241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300" name="Legend5">
              <a:extLst>
                <a:ext uri="{FF2B5EF4-FFF2-40B4-BE49-F238E27FC236}">
                  <a16:creationId xmlns:a16="http://schemas.microsoft.com/office/drawing/2014/main" id="{3D81F889-99BE-4949-9D25-057561CB0D03}"/>
                </a:ext>
              </a:extLst>
            </p:cNvPr>
            <p:cNvSpPr txBox="1"/>
            <p:nvPr/>
          </p:nvSpPr>
          <p:spPr>
            <a:xfrm>
              <a:off x="10978545" y="582466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sp>
        <p:nvSpPr>
          <p:cNvPr id="162" name="ACET" hidden="1">
            <a:extLst>
              <a:ext uri="{FF2B5EF4-FFF2-40B4-BE49-F238E27FC236}">
                <a16:creationId xmlns:a16="http://schemas.microsoft.com/office/drawing/2014/main" id="{2E214F73-826A-4340-9F16-020B146DA1A4}"/>
              </a:ext>
            </a:extLst>
          </p:cNvPr>
          <p:cNvSpPr txBox="1"/>
          <p:nvPr userDrawn="1">
            <p:custDataLst>
              <p:tags r:id="rId43"/>
            </p:custDataLst>
          </p:nvPr>
        </p:nvSpPr>
        <p:spPr>
          <a:xfrm>
            <a:off x="5987738" y="2170800"/>
            <a:ext cx="3049253" cy="66172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sz="2000" baseline="0"/>
              <a:t>Above Chart Exhibit Title</a:t>
            </a:r>
          </a:p>
          <a:p>
            <a:pPr lvl="0"/>
            <a:r>
              <a:rPr lang="en-US" sz="1800" b="0" baseline="0"/>
              <a:t>Unit of Measure</a:t>
            </a:r>
          </a:p>
        </p:txBody>
      </p:sp>
      <p:sp>
        <p:nvSpPr>
          <p:cNvPr id="163" name="Text Placeholder 3">
            <a:extLst>
              <a:ext uri="{FF2B5EF4-FFF2-40B4-BE49-F238E27FC236}">
                <a16:creationId xmlns:a16="http://schemas.microsoft.com/office/drawing/2014/main" id="{274D92DC-B598-4079-977D-E22A59B5F7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6745" y="2170800"/>
            <a:ext cx="3044209" cy="16927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4" name="Sticker" hidden="1">
            <a:extLst>
              <a:ext uri="{FF2B5EF4-FFF2-40B4-BE49-F238E27FC236}">
                <a16:creationId xmlns:a16="http://schemas.microsoft.com/office/drawing/2014/main" id="{2765DAC3-3E47-4FBD-9A68-D255A975E486}"/>
              </a:ext>
            </a:extLst>
          </p:cNvPr>
          <p:cNvSpPr txBox="1"/>
          <p:nvPr userDrawn="1"/>
        </p:nvSpPr>
        <p:spPr>
          <a:xfrm>
            <a:off x="756745" y="1269531"/>
            <a:ext cx="270908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lvl="0"/>
            <a:r>
              <a:rPr lang="en-US"/>
              <a:t>STICKER</a:t>
            </a:r>
          </a:p>
        </p:txBody>
      </p:sp>
      <p:sp>
        <p:nvSpPr>
          <p:cNvPr id="170" name="Date Placeholder 3">
            <a:extLst>
              <a:ext uri="{FF2B5EF4-FFF2-40B4-BE49-F238E27FC236}">
                <a16:creationId xmlns:a16="http://schemas.microsoft.com/office/drawing/2014/main" id="{B4C072A2-8CE8-4EEC-962A-983EE02D76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775E5E07-2A1D-4E7C-8AB9-489AD63C2DDE}"/>
              </a:ext>
            </a:extLst>
          </p:cNvPr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E3F90670-0C04-4421-946C-65235C174523}"/>
              </a:ext>
            </a:extLst>
          </p:cNvPr>
          <p:cNvSpPr txBox="1"/>
          <p:nvPr userDrawn="1"/>
        </p:nvSpPr>
        <p:spPr>
          <a:xfrm>
            <a:off x="7501003" y="6594281"/>
            <a:ext cx="4064000" cy="203133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lvl="0" indent="0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1pPr>
            <a:lvl2pPr marL="284400" lvl="1" indent="-17280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2pPr>
            <a:lvl3pPr marL="511200" lvl="2" indent="-16560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600">
                <a:solidFill>
                  <a:schemeClr val="tx1"/>
                </a:solidFill>
                <a:sym typeface="Trebuchet MS" panose="020B0603020202020204" pitchFamily="34" charset="0"/>
              </a:defRPr>
            </a:lvl3pPr>
            <a:lvl4pPr marL="0" lvl="3" indent="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2000">
                <a:solidFill>
                  <a:schemeClr val="tx2"/>
                </a:solidFill>
                <a:sym typeface="Trebuchet MS" panose="020B0603020202020204" pitchFamily="34" charset="0"/>
              </a:defRPr>
            </a:lvl4pPr>
            <a:lvl5pPr marL="0" lvl="4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2000" b="1" smtClean="0">
                <a:solidFill>
                  <a:schemeClr val="tx1"/>
                </a:solidFill>
                <a:sym typeface="Trebuchet MS" panose="020B0603020202020204" pitchFamily="34" charset="0"/>
              </a:defRPr>
            </a:lvl5pPr>
            <a:lvl6pPr marL="269875" lvl="5" indent="-152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2000" smtClean="0">
                <a:solidFill>
                  <a:schemeClr val="tx1"/>
                </a:solidFill>
                <a:sym typeface="Trebuchet MS" panose="020B0603020202020204" pitchFamily="34" charset="0"/>
              </a:defRPr>
            </a:lvl6pPr>
            <a:lvl7pPr marL="0" lvl="6" indent="0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5400" baseline="0" smtClean="0">
                <a:solidFill>
                  <a:schemeClr val="tx1"/>
                </a:solidFill>
                <a:sym typeface="Trebuchet MS" panose="020B0603020202020204" pitchFamily="34" charset="0"/>
              </a:defRPr>
            </a:lvl7pPr>
            <a:lvl8pPr marL="0" lvl="7" indent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6600" baseline="0" smtClean="0">
                <a:solidFill>
                  <a:schemeClr val="tx2"/>
                </a:solidFill>
                <a:sym typeface="Trebuchet MS" panose="020B0603020202020204" pitchFamily="34" charset="0"/>
              </a:defRPr>
            </a:lvl8pPr>
            <a:lvl9pPr marL="0" lvl="8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3200" baseline="0" dirty="0">
                <a:solidFill>
                  <a:schemeClr val="tx2"/>
                </a:solidFill>
                <a:sym typeface="Trebuchet MS" panose="020B0603020202020204" pitchFamily="34" charset="0"/>
              </a:defRPr>
            </a:lvl9pPr>
          </a:lstStyle>
          <a:p>
            <a:pPr algn="r">
              <a:buNone/>
            </a:pPr>
            <a:r>
              <a:rPr lang="en-US" sz="1200" b="1">
                <a:solidFill>
                  <a:schemeClr val="tx1"/>
                </a:solidFill>
              </a:rPr>
              <a:t>CONFIDENTIAL – NOT TO BE DISTRIBUTED </a:t>
            </a:r>
          </a:p>
        </p:txBody>
      </p:sp>
    </p:spTree>
    <p:extLst>
      <p:ext uri="{BB962C8B-B14F-4D97-AF65-F5344CB8AC3E}">
        <p14:creationId xmlns:p14="http://schemas.microsoft.com/office/powerpoint/2010/main" val="2231776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27" r:id="rId21"/>
    <p:sldLayoutId id="2147483728" r:id="rId22"/>
    <p:sldLayoutId id="2147483729" r:id="rId23"/>
    <p:sldLayoutId id="2147483730" r:id="rId24"/>
    <p:sldLayoutId id="2147483731" r:id="rId25"/>
    <p:sldLayoutId id="2147483732" r:id="rId26"/>
    <p:sldLayoutId id="2147483733" r:id="rId27"/>
    <p:sldLayoutId id="2147483734" r:id="rId28"/>
    <p:sldLayoutId id="2147483735" r:id="rId29"/>
    <p:sldLayoutId id="2147483736" r:id="rId30"/>
    <p:sldLayoutId id="2147483737" r:id="rId31"/>
    <p:sldLayoutId id="2147483738" r:id="rId32"/>
    <p:sldLayoutId id="2147483739" r:id="rId33"/>
    <p:sldLayoutId id="2147483740" r:id="rId34"/>
    <p:sldLayoutId id="2147483741" r:id="rId35"/>
    <p:sldLayoutId id="2147483742" r:id="rId36"/>
    <p:sldLayoutId id="2147483743" r:id="rId3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4000" b="1" kern="1200" spc="0" baseline="0" dirty="0">
          <a:ln w="6350" cap="flat">
            <a:noFill/>
            <a:miter lim="800000"/>
          </a:ln>
          <a:solidFill>
            <a:schemeClr val="tx1"/>
          </a:solidFill>
          <a:latin typeface="Sakkal Majalla" panose="02000000000000000000" pitchFamily="2" charset="-78"/>
          <a:ea typeface="+mj-ea"/>
          <a:cs typeface="Sakkal Majalla" panose="02000000000000000000" pitchFamily="2" charset="-78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2000" kern="1200" baseline="0" dirty="0">
          <a:solidFill>
            <a:schemeClr val="tx1"/>
          </a:solidFill>
          <a:latin typeface="Sakkal Majalla" panose="02000000000000000000" pitchFamily="2" charset="-78"/>
          <a:ea typeface="+mn-ea"/>
          <a:cs typeface="Sakkal Majalla" panose="02000000000000000000" pitchFamily="2" charset="-78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Wingdings" panose="05000000000000000000" pitchFamily="2" charset="2"/>
        <a:buChar char=""/>
        <a:defRPr lang="en-US" sz="2000" kern="1200" baseline="0" dirty="0">
          <a:solidFill>
            <a:schemeClr val="tx1"/>
          </a:solidFill>
          <a:latin typeface="Sakkal Majalla" panose="02000000000000000000" pitchFamily="2" charset="-78"/>
          <a:ea typeface="+mn-ea"/>
          <a:cs typeface="Sakkal Majalla" panose="02000000000000000000" pitchFamily="2" charset="-78"/>
        </a:defRPr>
      </a:lvl2pPr>
      <a:lvl3pPr marL="438912" indent="-210312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Arial" panose="020B0604020202020204" pitchFamily="34" charset="0"/>
        <a:buChar char="‒"/>
        <a:defRPr lang="en-US" sz="2000" kern="1200" baseline="0" dirty="0">
          <a:solidFill>
            <a:schemeClr val="tx1"/>
          </a:solidFill>
          <a:latin typeface="Sakkal Majalla" panose="02000000000000000000" pitchFamily="2" charset="-78"/>
          <a:ea typeface="+mn-ea"/>
          <a:cs typeface="Sakkal Majalla" panose="02000000000000000000" pitchFamily="2" charset="-78"/>
        </a:defRPr>
      </a:lvl3pPr>
      <a:lvl4pPr marL="594360" indent="-15544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•"/>
        <a:defRPr lang="en-US" sz="2000" kern="1200" baseline="0" dirty="0">
          <a:solidFill>
            <a:schemeClr val="tx1"/>
          </a:solidFill>
          <a:latin typeface="Sakkal Majalla" panose="02000000000000000000" pitchFamily="2" charset="-78"/>
          <a:ea typeface="+mn-ea"/>
          <a:cs typeface="Sakkal Majalla" panose="02000000000000000000" pitchFamily="2" charset="-78"/>
        </a:defRPr>
      </a:lvl4pPr>
      <a:lvl5pPr marL="813816" indent="-146304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̶"/>
        <a:defRPr lang="en-US" sz="2000" kern="1200" baseline="0" dirty="0">
          <a:solidFill>
            <a:schemeClr val="tx1"/>
          </a:solidFill>
          <a:latin typeface="Sakkal Majalla" panose="02000000000000000000" pitchFamily="2" charset="-78"/>
          <a:ea typeface="+mn-ea"/>
          <a:cs typeface="Sakkal Majalla" panose="02000000000000000000" pitchFamily="2" charset="-78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3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90">
          <p15:clr>
            <a:srgbClr val="F26B43"/>
          </p15:clr>
        </p15:guide>
        <p15:guide id="5" pos="7329">
          <p15:clr>
            <a:srgbClr val="F26B43"/>
          </p15:clr>
        </p15:guide>
        <p15:guide id="6" pos="475">
          <p15:clr>
            <a:srgbClr val="F26B43"/>
          </p15:clr>
        </p15:guide>
        <p15:guide id="8" orient="horz" pos="402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31E2AA7C-20FB-10AD-8633-E03029F1AC3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7904227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1E2AA7C-20FB-10AD-8633-E03029F1AC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D146188-7BB0-BF93-D674-306C6D803EFB}"/>
              </a:ext>
            </a:extLst>
          </p:cNvPr>
          <p:cNvSpPr txBox="1">
            <a:spLocks/>
          </p:cNvSpPr>
          <p:nvPr userDrawn="1"/>
        </p:nvSpPr>
        <p:spPr>
          <a:xfrm>
            <a:off x="10609580" y="6391567"/>
            <a:ext cx="13150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100" normalizeH="0" baseline="0" noProof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lexandria Light" pitchFamily="2" charset="-78"/>
                <a:ea typeface="+mn-ea"/>
                <a:cs typeface="Alexandria Light" pitchFamily="2" charset="-78"/>
              </a:rPr>
              <a:t>Page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Futura Bk BT"/>
                <a:ea typeface="+mn-ea"/>
                <a:cs typeface="+mn-cs"/>
              </a:rPr>
              <a:t> | </a:t>
            </a:r>
            <a:fld id="{2363C42C-E3BD-48D4-A479-43A0EF0E3865}" type="slidenum">
              <a:rPr kumimoji="0" lang="en-GB" sz="1200" b="1" i="0" u="none" strike="noStrike" kern="1200" cap="none" spc="0" normalizeH="0" baseline="0" noProof="0" smtClean="0">
                <a:ln>
                  <a:noFill/>
                </a:ln>
                <a:solidFill>
                  <a:srgbClr val="1B934B"/>
                </a:solidFill>
                <a:effectLst/>
                <a:uLnTx/>
                <a:uFillTx/>
                <a:latin typeface="Alexandria Light" pitchFamily="2" charset="-78"/>
                <a:ea typeface="+mn-ea"/>
                <a:cs typeface="Alexandria Light" pitchFamily="2" charset="-78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srgbClr val="1B934B"/>
              </a:solidFill>
              <a:effectLst/>
              <a:uLnTx/>
              <a:uFillTx/>
              <a:latin typeface="Alexandria Light" pitchFamily="2" charset="-78"/>
              <a:ea typeface="+mn-ea"/>
              <a:cs typeface="Alexandria Light" pitchFamily="2" charset="-7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06D8585-5299-6944-EA0F-2AC01EDC1F8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rcRect l="3382" r="3464" b="10788"/>
          <a:stretch/>
        </p:blipFill>
        <p:spPr>
          <a:xfrm>
            <a:off x="11195050" y="38101"/>
            <a:ext cx="959114" cy="536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690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8">
          <p15:clr>
            <a:srgbClr val="F26B43"/>
          </p15:clr>
        </p15:guide>
        <p15:guide id="2" pos="168">
          <p15:clr>
            <a:srgbClr val="F26B43"/>
          </p15:clr>
        </p15:guide>
        <p15:guide id="3" pos="7512">
          <p15:clr>
            <a:srgbClr val="F26B43"/>
          </p15:clr>
        </p15:guide>
        <p15:guide id="4" orient="horz" pos="4152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AFCF7A3E-9C99-EBFD-B30B-146961BD503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19840383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04" imgH="405" progId="TCLayout.ActiveDocument.1">
                  <p:embed/>
                </p:oleObj>
              </mc:Choice>
              <mc:Fallback>
                <p:oleObj name="think-cell Slide" r:id="rId10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FCF7A3E-9C99-EBFD-B30B-146961BD50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oolsToo_Slide" descr="ToolsToo_Slide">
            <a:extLst>
              <a:ext uri="{FF2B5EF4-FFF2-40B4-BE49-F238E27FC236}">
                <a16:creationId xmlns:a16="http://schemas.microsoft.com/office/drawing/2014/main" id="{A11B14A8-0228-FEDF-8427-B265E7E871B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rtl="0"/>
            <a:endParaRPr lang="en-US" sz="160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4076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Open Sans Light" panose="020B0306030504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Open sans" panose="020B0606030504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Open sans" panose="020B0606030504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Open sans" panose="020B0606030504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en sans" panose="020B0606030504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en sans" panose="020B06060305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7680">
          <p15:clr>
            <a:srgbClr val="F26B43"/>
          </p15:clr>
        </p15:guide>
        <p15:guide id="3" pos="288">
          <p15:clr>
            <a:srgbClr val="F26B43"/>
          </p15:clr>
        </p15:guide>
        <p15:guide id="4" pos="1352">
          <p15:clr>
            <a:srgbClr val="F26B43"/>
          </p15:clr>
        </p15:guide>
        <p15:guide id="5" pos="1496">
          <p15:clr>
            <a:srgbClr val="F26B43"/>
          </p15:clr>
        </p15:guide>
        <p15:guide id="6" pos="2560">
          <p15:clr>
            <a:srgbClr val="F26B43"/>
          </p15:clr>
        </p15:guide>
        <p15:guide id="7" pos="2704">
          <p15:clr>
            <a:srgbClr val="F26B43"/>
          </p15:clr>
        </p15:guide>
        <p15:guide id="8" pos="3768">
          <p15:clr>
            <a:srgbClr val="F26B43"/>
          </p15:clr>
        </p15:guide>
        <p15:guide id="9" pos="3912">
          <p15:clr>
            <a:srgbClr val="F26B43"/>
          </p15:clr>
        </p15:guide>
        <p15:guide id="10" pos="4976">
          <p15:clr>
            <a:srgbClr val="F26B43"/>
          </p15:clr>
        </p15:guide>
        <p15:guide id="11" pos="5120">
          <p15:clr>
            <a:srgbClr val="F26B43"/>
          </p15:clr>
        </p15:guide>
        <p15:guide id="12" pos="6184">
          <p15:clr>
            <a:srgbClr val="F26B43"/>
          </p15:clr>
        </p15:guide>
        <p15:guide id="13" pos="6328">
          <p15:clr>
            <a:srgbClr val="F26B43"/>
          </p15:clr>
        </p15:guide>
        <p15:guide id="14" pos="7392">
          <p15:clr>
            <a:srgbClr val="F26B43"/>
          </p15:clr>
        </p15:guide>
        <p15:guide id="15" orient="horz">
          <p15:clr>
            <a:srgbClr val="F26B43"/>
          </p15:clr>
        </p15:guide>
        <p15:guide id="16" orient="horz" pos="4320">
          <p15:clr>
            <a:srgbClr val="F26B43"/>
          </p15:clr>
        </p15:guide>
        <p15:guide id="17" orient="horz" pos="820">
          <p15:clr>
            <a:srgbClr val="F26B43"/>
          </p15:clr>
        </p15:guide>
        <p15:guide id="18" orient="horz" pos="3960">
          <p15:clr>
            <a:srgbClr val="F26B43"/>
          </p15:clr>
        </p15:guide>
      </p15:sldGuideLst>
    </p:ext>
  </p:extLst>
</p:sldMaster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tags" Target="../tags/tag156.xml"/><Relationship Id="rId3" Type="http://schemas.openxmlformats.org/officeDocument/2006/relationships/image" Target="../media/image5.emf"/><Relationship Id="rId4" Type="http://schemas.openxmlformats.org/officeDocument/2006/relationships/oleObject" Target="../embeddings/oleObject49.bin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ags" Target="../tags/tag163.xml"/><Relationship Id="rId3" Type="http://schemas.openxmlformats.org/officeDocument/2006/relationships/image" Target="../media/image73.png"/><Relationship Id="rId4" Type="http://schemas.openxmlformats.org/officeDocument/2006/relationships/image" Target="../media/image5.emf"/><Relationship Id="rId5" Type="http://schemas.openxmlformats.org/officeDocument/2006/relationships/oleObject" Target="../embeddings/oleObject56.bin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ags" Target="../tags/tag177.xml"/><Relationship Id="rId3" Type="http://schemas.openxmlformats.org/officeDocument/2006/relationships/image" Target="../media/image5.emf"/><Relationship Id="rId4" Type="http://schemas.openxmlformats.org/officeDocument/2006/relationships/oleObject" Target="../embeddings/oleObject65.bin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ags" Target="../tags/tag177.xml"/><Relationship Id="rId3" Type="http://schemas.openxmlformats.org/officeDocument/2006/relationships/image" Target="../media/image5.emf"/><Relationship Id="rId4" Type="http://schemas.openxmlformats.org/officeDocument/2006/relationships/oleObject" Target="../embeddings/oleObject65.bin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ags" Target="../tags/tag177.xml"/><Relationship Id="rId3" Type="http://schemas.openxmlformats.org/officeDocument/2006/relationships/image" Target="../media/image5.emf"/><Relationship Id="rId4" Type="http://schemas.openxmlformats.org/officeDocument/2006/relationships/oleObject" Target="../embeddings/oleObject65.bin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ags" Target="../tags/tag177.xml"/><Relationship Id="rId3" Type="http://schemas.openxmlformats.org/officeDocument/2006/relationships/image" Target="../media/image5.emf"/><Relationship Id="rId4" Type="http://schemas.openxmlformats.org/officeDocument/2006/relationships/oleObject" Target="../embeddings/oleObject65.bin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ags" Target="../tags/tag177.xml"/><Relationship Id="rId3" Type="http://schemas.openxmlformats.org/officeDocument/2006/relationships/image" Target="../media/image5.emf"/><Relationship Id="rId4" Type="http://schemas.openxmlformats.org/officeDocument/2006/relationships/oleObject" Target="../embeddings/oleObject65.bin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ags" Target="../tags/tag177.xml"/><Relationship Id="rId3" Type="http://schemas.openxmlformats.org/officeDocument/2006/relationships/image" Target="../media/image5.emf"/><Relationship Id="rId4" Type="http://schemas.openxmlformats.org/officeDocument/2006/relationships/oleObject" Target="../embeddings/oleObject65.bin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ags" Target="../tags/tag177.xml"/><Relationship Id="rId3" Type="http://schemas.openxmlformats.org/officeDocument/2006/relationships/image" Target="../media/image5.emf"/><Relationship Id="rId4" Type="http://schemas.openxmlformats.org/officeDocument/2006/relationships/oleObject" Target="../embeddings/oleObject65.bin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ags" Target="../tags/tag177.xml"/><Relationship Id="rId3" Type="http://schemas.openxmlformats.org/officeDocument/2006/relationships/image" Target="../media/image5.emf"/><Relationship Id="rId4" Type="http://schemas.openxmlformats.org/officeDocument/2006/relationships/oleObject" Target="../embeddings/oleObject65.bin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ags" Target="../tags/tag177.xml"/><Relationship Id="rId3" Type="http://schemas.openxmlformats.org/officeDocument/2006/relationships/image" Target="../media/image5.emf"/><Relationship Id="rId4" Type="http://schemas.openxmlformats.org/officeDocument/2006/relationships/oleObject" Target="../embeddings/oleObject65.bin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ags" Target="../tags/tag177.xml"/><Relationship Id="rId3" Type="http://schemas.openxmlformats.org/officeDocument/2006/relationships/image" Target="../media/image5.emf"/><Relationship Id="rId4" Type="http://schemas.openxmlformats.org/officeDocument/2006/relationships/oleObject" Target="../embeddings/oleObject65.bin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ags" Target="../tags/tag177.xml"/><Relationship Id="rId3" Type="http://schemas.openxmlformats.org/officeDocument/2006/relationships/image" Target="../media/image5.emf"/><Relationship Id="rId4" Type="http://schemas.openxmlformats.org/officeDocument/2006/relationships/oleObject" Target="../embeddings/oleObject65.bin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ags" Target="../tags/tag177.xml"/><Relationship Id="rId3" Type="http://schemas.openxmlformats.org/officeDocument/2006/relationships/image" Target="../media/image5.emf"/><Relationship Id="rId4" Type="http://schemas.openxmlformats.org/officeDocument/2006/relationships/oleObject" Target="../embeddings/oleObject65.bin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ags" Target="../tags/tag177.xml"/><Relationship Id="rId3" Type="http://schemas.openxmlformats.org/officeDocument/2006/relationships/image" Target="../media/image5.emf"/><Relationship Id="rId4" Type="http://schemas.openxmlformats.org/officeDocument/2006/relationships/oleObject" Target="../embeddings/oleObject65.bin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ags" Target="../tags/tag177.xml"/><Relationship Id="rId3" Type="http://schemas.openxmlformats.org/officeDocument/2006/relationships/image" Target="../media/image5.emf"/><Relationship Id="rId4" Type="http://schemas.openxmlformats.org/officeDocument/2006/relationships/oleObject" Target="../embeddings/oleObject65.bin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7.png"/><Relationship Id="rId3" Type="http://schemas.microsoft.com/office/2007/relationships/hdphoto" Target="../media/hdphoto10.wdp"/><Relationship Id="rId4" Type="http://schemas.openxmlformats.org/officeDocument/2006/relationships/image" Target="../media/image72.png"/><Relationship Id="rId5" Type="http://schemas.openxmlformats.org/officeDocument/2006/relationships/image" Target="../media/image66.png"/><Relationship Id="rId6" Type="http://schemas.openxmlformats.org/officeDocument/2006/relationships/image" Target="../media/image69.png"/><Relationship Id="rId7" Type="http://schemas.microsoft.com/office/2007/relationships/hdphoto" Target="../media/hdphoto12.wdp"/><Relationship Id="rId8" Type="http://schemas.openxmlformats.org/officeDocument/2006/relationships/image" Target="../media/image71.png"/><Relationship Id="rId9" Type="http://schemas.openxmlformats.org/officeDocument/2006/relationships/tags" Target="../tags/tag162.xml"/><Relationship Id="rId10" Type="http://schemas.openxmlformats.org/officeDocument/2006/relationships/image" Target="../media/image65.png"/><Relationship Id="rId11" Type="http://schemas.microsoft.com/office/2007/relationships/hdphoto" Target="../media/hdphoto9.wdp"/><Relationship Id="rId12" Type="http://schemas.openxmlformats.org/officeDocument/2006/relationships/image" Target="../media/image5.emf"/><Relationship Id="rId13" Type="http://schemas.microsoft.com/office/2007/relationships/hdphoto" Target="../media/hdphoto11.wdp"/><Relationship Id="rId14" Type="http://schemas.openxmlformats.org/officeDocument/2006/relationships/image" Target="../media/image68.png"/><Relationship Id="rId15" Type="http://schemas.openxmlformats.org/officeDocument/2006/relationships/oleObject" Target="../embeddings/oleObject55.bin"/><Relationship Id="rId16" Type="http://schemas.microsoft.com/office/2007/relationships/hdphoto" Target="../media/hdphoto8.wdp"/><Relationship Id="rId17" Type="http://schemas.openxmlformats.org/officeDocument/2006/relationships/image" Target="../media/image70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ags" Target="../tags/tag177.xml"/><Relationship Id="rId3" Type="http://schemas.openxmlformats.org/officeDocument/2006/relationships/image" Target="../media/image5.emf"/><Relationship Id="rId4" Type="http://schemas.openxmlformats.org/officeDocument/2006/relationships/oleObject" Target="../embeddings/oleObject65.bin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98.png"/><Relationship Id="rId3" Type="http://schemas.openxmlformats.org/officeDocument/2006/relationships/image" Target="../media/image97.png"/><Relationship Id="rId4" Type="http://schemas.openxmlformats.org/officeDocument/2006/relationships/tags" Target="../tags/tag173.xml"/><Relationship Id="rId5" Type="http://schemas.openxmlformats.org/officeDocument/2006/relationships/image" Target="../media/image96.png"/><Relationship Id="rId6" Type="http://schemas.openxmlformats.org/officeDocument/2006/relationships/image" Target="../media/image5.emf"/><Relationship Id="rId7" Type="http://schemas.openxmlformats.org/officeDocument/2006/relationships/oleObject" Target="../embeddings/oleObject61.bin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ags" Target="../tags/tag177.xml"/><Relationship Id="rId3" Type="http://schemas.openxmlformats.org/officeDocument/2006/relationships/image" Target="../media/image5.emf"/><Relationship Id="rId4" Type="http://schemas.openxmlformats.org/officeDocument/2006/relationships/oleObject" Target="../embeddings/oleObject65.bin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ags" Target="../tags/tag177.xml"/><Relationship Id="rId3" Type="http://schemas.openxmlformats.org/officeDocument/2006/relationships/image" Target="../media/image5.emf"/><Relationship Id="rId4" Type="http://schemas.openxmlformats.org/officeDocument/2006/relationships/oleObject" Target="../embeddings/oleObject65.bin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12.jpeg"/><Relationship Id="rId3" Type="http://schemas.openxmlformats.org/officeDocument/2006/relationships/tags" Target="../tags/tag181.xml"/><Relationship Id="rId4" Type="http://schemas.openxmlformats.org/officeDocument/2006/relationships/image" Target="../media/image111.jpeg"/><Relationship Id="rId5" Type="http://schemas.openxmlformats.org/officeDocument/2006/relationships/image" Target="../media/image5.emf"/><Relationship Id="rId6" Type="http://schemas.openxmlformats.org/officeDocument/2006/relationships/oleObject" Target="../embeddings/oleObject69.bin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ags" Target="../tags/tag177.xml"/><Relationship Id="rId3" Type="http://schemas.openxmlformats.org/officeDocument/2006/relationships/image" Target="../media/image5.emf"/><Relationship Id="rId4" Type="http://schemas.openxmlformats.org/officeDocument/2006/relationships/oleObject" Target="../embeddings/oleObject65.bin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ags" Target="../tags/tag177.xml"/><Relationship Id="rId3" Type="http://schemas.openxmlformats.org/officeDocument/2006/relationships/image" Target="../media/image5.emf"/><Relationship Id="rId4" Type="http://schemas.openxmlformats.org/officeDocument/2006/relationships/oleObject" Target="../embeddings/oleObject65.bin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ags" Target="../tags/tag177.xml"/><Relationship Id="rId3" Type="http://schemas.openxmlformats.org/officeDocument/2006/relationships/image" Target="../media/image5.emf"/><Relationship Id="rId4" Type="http://schemas.openxmlformats.org/officeDocument/2006/relationships/oleObject" Target="../embeddings/oleObject65.bin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ags" Target="../tags/tag177.xml"/><Relationship Id="rId3" Type="http://schemas.openxmlformats.org/officeDocument/2006/relationships/image" Target="../media/image5.emf"/><Relationship Id="rId4" Type="http://schemas.openxmlformats.org/officeDocument/2006/relationships/oleObject" Target="../embeddings/oleObject65.bin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ags" Target="../tags/tag177.xml"/><Relationship Id="rId3" Type="http://schemas.openxmlformats.org/officeDocument/2006/relationships/image" Target="../media/image5.emf"/><Relationship Id="rId4" Type="http://schemas.openxmlformats.org/officeDocument/2006/relationships/oleObject" Target="../embeddings/oleObject65.bin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ags" Target="../tags/tag177.xml"/><Relationship Id="rId3" Type="http://schemas.openxmlformats.org/officeDocument/2006/relationships/image" Target="../media/image5.emf"/><Relationship Id="rId4" Type="http://schemas.openxmlformats.org/officeDocument/2006/relationships/oleObject" Target="../embeddings/oleObject65.bin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ags" Target="../tags/tag177.xml"/><Relationship Id="rId3" Type="http://schemas.openxmlformats.org/officeDocument/2006/relationships/image" Target="../media/image5.emf"/><Relationship Id="rId4" Type="http://schemas.openxmlformats.org/officeDocument/2006/relationships/oleObject" Target="../embeddings/oleObject65.bin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12.jpeg"/><Relationship Id="rId3" Type="http://schemas.openxmlformats.org/officeDocument/2006/relationships/tags" Target="../tags/tag181.xml"/><Relationship Id="rId4" Type="http://schemas.openxmlformats.org/officeDocument/2006/relationships/image" Target="../media/image111.jpeg"/><Relationship Id="rId5" Type="http://schemas.openxmlformats.org/officeDocument/2006/relationships/image" Target="../media/image5.emf"/><Relationship Id="rId6" Type="http://schemas.openxmlformats.org/officeDocument/2006/relationships/oleObject" Target="../embeddings/oleObject69.bin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ags" Target="../tags/tag177.xml"/><Relationship Id="rId3" Type="http://schemas.openxmlformats.org/officeDocument/2006/relationships/image" Target="../media/image5.emf"/><Relationship Id="rId4" Type="http://schemas.openxmlformats.org/officeDocument/2006/relationships/oleObject" Target="../embeddings/oleObject65.bin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ags" Target="../tags/tag177.xml"/><Relationship Id="rId3" Type="http://schemas.openxmlformats.org/officeDocument/2006/relationships/image" Target="../media/image5.emf"/><Relationship Id="rId4" Type="http://schemas.openxmlformats.org/officeDocument/2006/relationships/oleObject" Target="../embeddings/oleObject65.bin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ags" Target="../tags/tag177.xml"/><Relationship Id="rId3" Type="http://schemas.openxmlformats.org/officeDocument/2006/relationships/image" Target="../media/image5.emf"/><Relationship Id="rId4" Type="http://schemas.openxmlformats.org/officeDocument/2006/relationships/oleObject" Target="../embeddings/oleObject65.bin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ags" Target="../tags/tag177.xml"/><Relationship Id="rId3" Type="http://schemas.openxmlformats.org/officeDocument/2006/relationships/image" Target="../media/image5.emf"/><Relationship Id="rId4" Type="http://schemas.openxmlformats.org/officeDocument/2006/relationships/oleObject" Target="../embeddings/oleObject65.bin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ags" Target="../tags/tag180.xml"/><Relationship Id="rId3" Type="http://schemas.openxmlformats.org/officeDocument/2006/relationships/image" Target="../media/image5.emf"/><Relationship Id="rId4" Type="http://schemas.openxmlformats.org/officeDocument/2006/relationships/oleObject" Target="../embeddings/oleObject68.bin"/></Relationships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Rectangle 16">
            <a:extLst>
              <a:ext uri="{FF2B5EF4-FFF2-40B4-BE49-F238E27FC236}">
                <a16:creationId xmlns:a16="http://schemas.microsoft.com/office/drawing/2014/main" id="{E89CED77-1097-E5A1-0E33-00B467C316C6}"/>
              </a:ext>
            </a:extLst>
          </p:cNvPr>
          <p:cNvSpPr/>
          <p:nvPr/>
        </p:nvSpPr>
        <p:spPr>
          <a:xfrm>
            <a:off x="-15240" y="0"/>
            <a:ext cx="12222480" cy="6858001"/>
          </a:xfrm>
          <a:prstGeom prst="rect">
            <a:avLst/>
          </a:prstGeom>
          <a:gradFill flip="none" rotWithShape="1">
            <a:gsLst>
              <a:gs pos="94000">
                <a:srgbClr val="0D261E"/>
              </a:gs>
              <a:gs pos="63000">
                <a:srgbClr val="1B4C3C"/>
              </a:gs>
              <a:gs pos="30000">
                <a:schemeClr val="accent1">
                  <a:alpha val="48000"/>
                </a:schemeClr>
              </a:gs>
              <a:gs pos="100000">
                <a:schemeClr val="tx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5316F89-AC08-1710-4BFC-3679B46C4E5F}"/>
              </a:ext>
            </a:extLst>
          </p:cNvPr>
          <p:cNvGrpSpPr/>
          <p:nvPr/>
        </p:nvGrpSpPr>
        <p:grpSpPr>
          <a:xfrm flipH="1">
            <a:off x="-3512940" y="-1721433"/>
            <a:ext cx="21390591" cy="11030987"/>
            <a:chOff x="-1181729" y="-219779"/>
            <a:chExt cx="21390591" cy="11030987"/>
          </a:xfrm>
        </p:grpSpPr>
        <p:sp>
          <p:nvSpPr>
            <p:cNvPr id="23" name="Diagonal Stripe 22">
              <a:extLst>
                <a:ext uri="{FF2B5EF4-FFF2-40B4-BE49-F238E27FC236}">
                  <a16:creationId xmlns:a16="http://schemas.microsoft.com/office/drawing/2014/main" id="{7A7769B7-7F2E-7300-CA2A-0F792F50BACA}"/>
                </a:ext>
              </a:extLst>
            </p:cNvPr>
            <p:cNvSpPr/>
            <p:nvPr/>
          </p:nvSpPr>
          <p:spPr>
            <a:xfrm rot="443985" flipH="1">
              <a:off x="-1181729" y="-219779"/>
              <a:ext cx="9998100" cy="11030986"/>
            </a:xfrm>
            <a:prstGeom prst="diagStripe">
              <a:avLst>
                <a:gd name="adj" fmla="val 59559"/>
              </a:avLst>
            </a:prstGeom>
            <a:gradFill>
              <a:gsLst>
                <a:gs pos="0">
                  <a:schemeClr val="tx1">
                    <a:alpha val="32000"/>
                  </a:schemeClr>
                </a:gs>
                <a:gs pos="34000">
                  <a:schemeClr val="tx2">
                    <a:lumMod val="50000"/>
                  </a:schemeClr>
                </a:gs>
                <a:gs pos="84000">
                  <a:schemeClr val="tx2">
                    <a:alpha val="0"/>
                  </a:schemeClr>
                </a:gs>
              </a:gsLst>
              <a:lin ang="5400000" scaled="1"/>
            </a:gradFill>
            <a:ln>
              <a:gradFill flip="none" rotWithShape="1">
                <a:gsLst>
                  <a:gs pos="0">
                    <a:srgbClr val="FFC000">
                      <a:alpha val="0"/>
                    </a:srgbClr>
                  </a:gs>
                  <a:gs pos="34000">
                    <a:srgbClr val="FFC000"/>
                  </a:gs>
                  <a:gs pos="60000">
                    <a:srgbClr val="FFC000">
                      <a:alpha val="0"/>
                    </a:srgbClr>
                  </a:gs>
                  <a:gs pos="100000">
                    <a:srgbClr val="FFC000">
                      <a:alpha val="0"/>
                    </a:srgbClr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Open sans" panose="020B0606030504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Diagonal Stripe 23">
              <a:extLst>
                <a:ext uri="{FF2B5EF4-FFF2-40B4-BE49-F238E27FC236}">
                  <a16:creationId xmlns:a16="http://schemas.microsoft.com/office/drawing/2014/main" id="{1522F8E0-227E-2C56-2C10-BCD642A47EF4}"/>
                </a:ext>
              </a:extLst>
            </p:cNvPr>
            <p:cNvSpPr/>
            <p:nvPr/>
          </p:nvSpPr>
          <p:spPr>
            <a:xfrm rot="21156015">
              <a:off x="10210762" y="-219778"/>
              <a:ext cx="9998100" cy="11030986"/>
            </a:xfrm>
            <a:prstGeom prst="diagStripe">
              <a:avLst>
                <a:gd name="adj" fmla="val 59559"/>
              </a:avLst>
            </a:prstGeom>
            <a:gradFill>
              <a:gsLst>
                <a:gs pos="0">
                  <a:schemeClr val="tx1">
                    <a:alpha val="32000"/>
                  </a:schemeClr>
                </a:gs>
                <a:gs pos="34000">
                  <a:schemeClr val="tx2">
                    <a:lumMod val="50000"/>
                  </a:schemeClr>
                </a:gs>
                <a:gs pos="84000">
                  <a:schemeClr val="tx2">
                    <a:alpha val="0"/>
                  </a:schemeClr>
                </a:gs>
              </a:gsLst>
              <a:lin ang="5400000" scaled="1"/>
            </a:gradFill>
            <a:ln>
              <a:gradFill flip="none" rotWithShape="1">
                <a:gsLst>
                  <a:gs pos="0">
                    <a:schemeClr val="accent2">
                      <a:alpha val="0"/>
                    </a:schemeClr>
                  </a:gs>
                  <a:gs pos="3400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Open sans" panose="020B0606030504020204" pitchFamily="34" charset="0"/>
                <a:ea typeface="+mn-ea"/>
                <a:cs typeface="+mn-cs"/>
              </a:endParaRP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01C7E1B-80DB-D13E-28CC-1FC3094F0045}"/>
                </a:ext>
              </a:extLst>
            </p:cNvPr>
            <p:cNvCxnSpPr/>
            <p:nvPr/>
          </p:nvCxnSpPr>
          <p:spPr>
            <a:xfrm flipV="1">
              <a:off x="81023" y="3408403"/>
              <a:ext cx="2293877" cy="2610432"/>
            </a:xfrm>
            <a:prstGeom prst="line">
              <a:avLst/>
            </a:prstGeom>
            <a:solidFill>
              <a:schemeClr val="tx2">
                <a:lumMod val="50000"/>
              </a:schemeClr>
            </a:solidFill>
            <a:ln>
              <a:gradFill flip="none" rotWithShape="1">
                <a:gsLst>
                  <a:gs pos="26000">
                    <a:schemeClr val="accent2">
                      <a:alpha val="0"/>
                    </a:schemeClr>
                  </a:gs>
                  <a:gs pos="52000">
                    <a:schemeClr val="accent2">
                      <a:alpha val="57000"/>
                    </a:schemeClr>
                  </a:gs>
                  <a:gs pos="85000">
                    <a:schemeClr val="accent2">
                      <a:alpha val="0"/>
                    </a:schemeClr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E6E5B3F-1212-28CA-39B5-DAD71AB91B7E}"/>
              </a:ext>
            </a:extLst>
          </p:cNvPr>
          <p:cNvCxnSpPr>
            <a:cxnSpLocks/>
          </p:cNvCxnSpPr>
          <p:nvPr/>
        </p:nvCxnSpPr>
        <p:spPr>
          <a:xfrm flipH="1">
            <a:off x="840377" y="4184993"/>
            <a:ext cx="910791" cy="0"/>
          </a:xfrm>
          <a:prstGeom prst="line">
            <a:avLst/>
          </a:prstGeom>
          <a:ln w="2222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1A7639F9-F8ED-2E2C-EAB1-F4D3AFF674C9}"/>
              </a:ext>
            </a:extLst>
          </p:cNvPr>
          <p:cNvSpPr txBox="1">
            <a:spLocks/>
          </p:cNvSpPr>
          <p:nvPr/>
        </p:nvSpPr>
        <p:spPr>
          <a:xfrm>
            <a:off x="840375" y="2439900"/>
            <a:ext cx="10113174" cy="1495794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 kern="1200">
                <a:solidFill>
                  <a:srgbClr val="16654B"/>
                </a:solidFill>
                <a:latin typeface="Open sans" panose="020B0606030504020204" pitchFamily="34" charset="0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 kern="1200">
                <a:solidFill>
                  <a:srgbClr val="16654B"/>
                </a:solidFill>
                <a:latin typeface="Open sans" panose="020B0606030504020204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 kern="1200">
                <a:solidFill>
                  <a:srgbClr val="16654B"/>
                </a:solidFill>
                <a:latin typeface="Open sans" panose="020B0606030504020204" pitchFamily="34" charset="0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 kern="1200">
                <a:solidFill>
                  <a:srgbClr val="16654B"/>
                </a:solidFill>
                <a:latin typeface="Open sans" panose="020B06060305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Refereeing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Pathway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EA5DF8E1-7EFB-BF9E-48A5-B24D0D635778}"/>
              </a:ext>
            </a:extLst>
          </p:cNvPr>
          <p:cNvSpPr txBox="1">
            <a:spLocks/>
          </p:cNvSpPr>
          <p:nvPr/>
        </p:nvSpPr>
        <p:spPr>
          <a:xfrm>
            <a:off x="840377" y="4388692"/>
            <a:ext cx="3718560" cy="431057"/>
          </a:xfrm>
          <a:prstGeom prst="rect">
            <a:avLst/>
          </a:prstGeom>
          <a:noFill/>
        </p:spPr>
        <p:txBody>
          <a:bodyPr wrap="square" lIns="0" tIns="108000" rIns="108000" bIns="72000" anchor="ctr" anchorCtr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kern="1200">
                <a:solidFill>
                  <a:schemeClr val="accent5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 kern="1200">
                <a:solidFill>
                  <a:srgbClr val="16654B"/>
                </a:solidFill>
                <a:latin typeface="Open sans" panose="020B0606030504020204" pitchFamily="34" charset="0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 kern="1200">
                <a:solidFill>
                  <a:srgbClr val="16654B"/>
                </a:solidFill>
                <a:latin typeface="Open sans" panose="020B0606030504020204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 kern="1200">
                <a:solidFill>
                  <a:srgbClr val="16654B"/>
                </a:solidFill>
                <a:latin typeface="Open sans" panose="020B0606030504020204" pitchFamily="34" charset="0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 kern="1200">
                <a:solidFill>
                  <a:srgbClr val="16654B"/>
                </a:solidFill>
                <a:latin typeface="Open sans" panose="020B06060305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>
                <a:solidFill>
                  <a:srgbClr val="87B787">
                    <a:lumMod val="60000"/>
                    <a:lumOff val="40000"/>
                  </a:srgbClr>
                </a:solidFill>
                <a:latin typeface="Trebuchet MS" panose="020B0603020202020204"/>
              </a:rPr>
              <a:t>Comprehensive Referee Development Strategy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5390CA0-2E99-914E-F431-77E4F22F13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97631"/>
            <a:ext cx="11661006" cy="609398"/>
          </a:xfrm>
        </p:spPr>
        <p:txBody>
          <a:bodyPr/>
          <a:lstStyle/>
          <a:p>
            <a:endParaRPr lang="en-US" noProof="0" dirty="0">
              <a:solidFill>
                <a:schemeClr val="tx2"/>
              </a:solidFill>
            </a:endParaRPr>
            <a:r>
              <a:rPr lang="en-US" noProof="0" dirty="0">
                <a:solidFill>
                  <a:srgbClr val="FFC000"/>
                </a:solidFill>
              </a:rPr>
              <a:t>Three Core Pillars: A development journey from grassroots recruitment to elite international representation</a:t>
            </a:r>
          </a:p>
        </p:txBody>
      </p:sp>
      <p:sp>
        <p:nvSpPr>
          <p:cNvPr id="5" name="AutoShape 6" descr="https://ukc-powerpoint.officeapps.live.com/pods/GetClipboardImage.ashx?Id=a63f3a86-cd46-4c32-9c9b-7d58b3020e85&amp;DC=GUK5&amp;pkey=4dac3d91-bf31-4d36-9baf-acff26a7f7b8&amp;wdwaccluster=GUK5">
            <a:extLst>
              <a:ext uri="{FF2B5EF4-FFF2-40B4-BE49-F238E27FC236}">
                <a16:creationId xmlns:a16="http://schemas.microsoft.com/office/drawing/2014/main" id="{82D2A63B-F802-FA2C-C2F3-3CA5C79518D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90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43FB81CA-AD1A-CBA7-7FF0-2FF9AE47D92E}"/>
              </a:ext>
            </a:extLst>
          </p:cNvPr>
          <p:cNvSpPr/>
          <p:nvPr/>
        </p:nvSpPr>
        <p:spPr>
          <a:xfrm>
            <a:off x="457200" y="1270267"/>
            <a:ext cx="4428491" cy="4983050"/>
          </a:xfrm>
          <a:prstGeom prst="triangle">
            <a:avLst/>
          </a:prstGeom>
          <a:solidFill>
            <a:schemeClr val="accent5">
              <a:lumMod val="20000"/>
              <a:lumOff val="8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FCECDA4-E89F-05C3-4195-B60ABB17D5EC}"/>
              </a:ext>
            </a:extLst>
          </p:cNvPr>
          <p:cNvSpPr txBox="1"/>
          <p:nvPr/>
        </p:nvSpPr>
        <p:spPr>
          <a:xfrm>
            <a:off x="1952364" y="5492806"/>
            <a:ext cx="1438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Core &amp; Grassroots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5EE7411-EA10-29E3-8068-724831354493}"/>
              </a:ext>
            </a:extLst>
          </p:cNvPr>
          <p:cNvSpPr txBox="1"/>
          <p:nvPr/>
        </p:nvSpPr>
        <p:spPr>
          <a:xfrm>
            <a:off x="1884865" y="4033600"/>
            <a:ext cx="1573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Talent &amp; Emerging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0CCFFD-417B-BC1E-AA75-4902D11175C4}"/>
              </a:ext>
            </a:extLst>
          </p:cNvPr>
          <p:cNvSpPr txBox="1"/>
          <p:nvPr/>
        </p:nvSpPr>
        <p:spPr>
          <a:xfrm>
            <a:off x="1884865" y="2494396"/>
            <a:ext cx="1573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Elite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DCA1D34-F187-62F7-2DCC-A642B5448496}"/>
              </a:ext>
            </a:extLst>
          </p:cNvPr>
          <p:cNvCxnSpPr>
            <a:cxnSpLocks/>
          </p:cNvCxnSpPr>
          <p:nvPr/>
        </p:nvCxnSpPr>
        <p:spPr>
          <a:xfrm>
            <a:off x="1739900" y="3419413"/>
            <a:ext cx="10030867" cy="0"/>
          </a:xfrm>
          <a:prstGeom prst="line">
            <a:avLst/>
          </a:prstGeom>
          <a:ln w="12700">
            <a:solidFill>
              <a:schemeClr val="accent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FEE9F3F-1B8B-6D0F-1E48-7DB1F499A17B}"/>
              </a:ext>
            </a:extLst>
          </p:cNvPr>
          <p:cNvCxnSpPr>
            <a:cxnSpLocks/>
          </p:cNvCxnSpPr>
          <p:nvPr/>
        </p:nvCxnSpPr>
        <p:spPr>
          <a:xfrm>
            <a:off x="1007533" y="5017119"/>
            <a:ext cx="10763234" cy="0"/>
          </a:xfrm>
          <a:prstGeom prst="line">
            <a:avLst/>
          </a:prstGeom>
          <a:ln w="12700">
            <a:solidFill>
              <a:schemeClr val="accent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F7094FF-2B40-6C31-7089-6C43AD532B28}"/>
              </a:ext>
            </a:extLst>
          </p:cNvPr>
          <p:cNvSpPr txBox="1"/>
          <p:nvPr/>
        </p:nvSpPr>
        <p:spPr>
          <a:xfrm>
            <a:off x="3458027" y="2494396"/>
            <a:ext cx="7965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ROSHN Saudi League &amp; YELO League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8E93F2-F9BC-EEBF-E360-349A2164E936}"/>
              </a:ext>
            </a:extLst>
          </p:cNvPr>
          <p:cNvSpPr txBox="1"/>
          <p:nvPr/>
        </p:nvSpPr>
        <p:spPr>
          <a:xfrm>
            <a:off x="4171859" y="4033599"/>
            <a:ext cx="7598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U21 &amp; Second Division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CCE6075-167C-7C9D-A990-8C6A45A17854}"/>
              </a:ext>
            </a:extLst>
          </p:cNvPr>
          <p:cNvSpPr txBox="1"/>
          <p:nvPr/>
        </p:nvSpPr>
        <p:spPr>
          <a:xfrm>
            <a:off x="4885691" y="5492806"/>
            <a:ext cx="6885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Regional &amp; Youth Competitions</a:t>
            </a:r>
          </a:p>
        </p:txBody>
      </p:sp>
      <p:pic>
        <p:nvPicPr>
          <p:cNvPr id="23" name="Picture 2" descr="Mission ">
            <a:extLst>
              <a:ext uri="{FF2B5EF4-FFF2-40B4-BE49-F238E27FC236}">
                <a16:creationId xmlns:a16="http://schemas.microsoft.com/office/drawing/2014/main" id="{CFEF1300-8819-860C-5647-85E9891C2B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0471" y="1483036"/>
            <a:ext cx="732788" cy="732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D25F994-E827-DF64-1423-28DB0C8BFD0D}"/>
              </a:ext>
            </a:extLst>
          </p:cNvPr>
          <p:cNvSpPr txBox="1"/>
          <p:nvPr/>
        </p:nvSpPr>
        <p:spPr>
          <a:xfrm>
            <a:off x="4038600" y="1664764"/>
            <a:ext cx="7732167" cy="369332"/>
          </a:xfrm>
          <a:prstGeom prst="rect">
            <a:avLst/>
          </a:prstGeom>
          <a:solidFill>
            <a:schemeClr val="accent6">
              <a:lumMod val="50000"/>
            </a:schemeClr>
          </a:solidFill>
          <a:effectLst>
            <a:outerShdw blurRad="63500" algn="ctr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Three Core Pillars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EABFFC-6EE1-6685-28ED-E1F7DFB438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97631"/>
            <a:ext cx="11661006" cy="609398"/>
          </a:xfrm>
          <a:noFill/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Vision &amp; Objectives</a:t>
            </a:r>
            <a:r>
              <a:rPr lang="en-US" noProof="0" dirty="0">
                <a:solidFill>
                  <a:srgbClr val="FFC000"/>
                </a:solidFill>
              </a:rPr>
              <a:t>: </a:t>
            </a:r>
            <a:r>
              <a:rPr lang="en-US" dirty="0">
                <a:solidFill>
                  <a:schemeClr val="tx2"/>
                </a:solidFill>
              </a:rPr>
              <a:t>Establishing a world-class officiating ecosystem from regional grassroots to the global stage</a:t>
            </a:r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5" name="AutoShape 6" descr="https://ukc-powerpoint.officeapps.live.com/pods/GetClipboardImage.ashx?Id=a63f3a86-cd46-4c32-9c9b-7d58b3020e85&amp;DC=GUK5&amp;pkey=4dac3d91-bf31-4d36-9baf-acff26a7f7b8&amp;wdwaccluster=GUK5">
            <a:extLst>
              <a:ext uri="{FF2B5EF4-FFF2-40B4-BE49-F238E27FC236}">
                <a16:creationId xmlns:a16="http://schemas.microsoft.com/office/drawing/2014/main" id="{5A572F75-E8AF-0D89-47FC-414E327208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90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AC2D6DF-C4A4-2DFD-2C70-83BA2F404B98}"/>
              </a:ext>
            </a:extLst>
          </p:cNvPr>
          <p:cNvSpPr/>
          <p:nvPr/>
        </p:nvSpPr>
        <p:spPr>
          <a:xfrm>
            <a:off x="457200" y="1357884"/>
            <a:ext cx="2606040" cy="1588008"/>
          </a:xfrm>
          <a:prstGeom prst="roundRect">
            <a:avLst>
              <a:gd name="adj" fmla="val 3513"/>
            </a:avLst>
          </a:prstGeom>
          <a:gradFill>
            <a:gsLst>
              <a:gs pos="0">
                <a:schemeClr val="bg1"/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3200000" scaled="0"/>
          </a:gradFill>
          <a:ln w="19050">
            <a:noFill/>
          </a:ln>
          <a:effectLst>
            <a:outerShdw blurRad="635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Purpose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54C9FA-DAED-E3B2-03B5-8143374EE605}"/>
              </a:ext>
            </a:extLst>
          </p:cNvPr>
          <p:cNvSpPr/>
          <p:nvPr/>
        </p:nvSpPr>
        <p:spPr>
          <a:xfrm>
            <a:off x="3200400" y="1357884"/>
            <a:ext cx="8549640" cy="158800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To proactively manage age transitions, minimize developmental stagnation, and future-proof the officiating roster.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9FECC38-D86A-349D-8D32-29F855DCE773}"/>
              </a:ext>
            </a:extLst>
          </p:cNvPr>
          <p:cNvCxnSpPr/>
          <p:nvPr/>
        </p:nvCxnSpPr>
        <p:spPr>
          <a:xfrm>
            <a:off x="457200" y="3005328"/>
            <a:ext cx="1129284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AC2D6DF-C4A4-2DFD-2C70-83BA2F404B98}"/>
              </a:ext>
            </a:extLst>
          </p:cNvPr>
          <p:cNvSpPr/>
          <p:nvPr/>
        </p:nvSpPr>
        <p:spPr>
          <a:xfrm>
            <a:off x="457200" y="3064764"/>
            <a:ext cx="2606040" cy="1588008"/>
          </a:xfrm>
          <a:prstGeom prst="roundRect">
            <a:avLst>
              <a:gd name="adj" fmla="val 3513"/>
            </a:avLst>
          </a:prstGeom>
          <a:gradFill>
            <a:gsLst>
              <a:gs pos="0">
                <a:schemeClr val="bg1"/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3200000" scaled="0"/>
          </a:gradFill>
          <a:ln w="19050">
            <a:noFill/>
          </a:ln>
          <a:effectLst>
            <a:outerShdw blurRad="635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Target Profile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54C9FA-DAED-E3B2-03B5-8143374EE605}"/>
              </a:ext>
            </a:extLst>
          </p:cNvPr>
          <p:cNvSpPr/>
          <p:nvPr/>
        </p:nvSpPr>
        <p:spPr>
          <a:xfrm>
            <a:off x="3200400" y="3064764"/>
            <a:ext cx="8549640" cy="158800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Officials with peak technical proficiency, physical fitness, psychological resilience, and impeccable integrity.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9FECC38-D86A-349D-8D32-29F855DCE773}"/>
              </a:ext>
            </a:extLst>
          </p:cNvPr>
          <p:cNvCxnSpPr/>
          <p:nvPr/>
        </p:nvCxnSpPr>
        <p:spPr>
          <a:xfrm>
            <a:off x="457200" y="4712208"/>
            <a:ext cx="1129284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AC2D6DF-C4A4-2DFD-2C70-83BA2F404B98}"/>
              </a:ext>
            </a:extLst>
          </p:cNvPr>
          <p:cNvSpPr/>
          <p:nvPr/>
        </p:nvSpPr>
        <p:spPr>
          <a:xfrm>
            <a:off x="457200" y="4771644"/>
            <a:ext cx="2606040" cy="1588008"/>
          </a:xfrm>
          <a:prstGeom prst="roundRect">
            <a:avLst>
              <a:gd name="adj" fmla="val 3513"/>
            </a:avLst>
          </a:prstGeom>
          <a:gradFill>
            <a:gsLst>
              <a:gs pos="0">
                <a:schemeClr val="bg1"/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3200000" scaled="0"/>
          </a:gradFill>
          <a:ln w="19050">
            <a:noFill/>
          </a:ln>
          <a:effectLst>
            <a:outerShdw blurRad="635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Strategic Alignment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54C9FA-DAED-E3B2-03B5-8143374EE605}"/>
              </a:ext>
            </a:extLst>
          </p:cNvPr>
          <p:cNvSpPr/>
          <p:nvPr/>
        </p:nvSpPr>
        <p:spPr>
          <a:xfrm>
            <a:off x="3200400" y="4771644"/>
            <a:ext cx="8549640" cy="158800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Ensuring a continuous supply of elite officials to safeguard the ROSHN Saudi League and Yelo League, while maximizing international representation.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EABFFC-6EE1-6685-28ED-E1F7DFB438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97631"/>
            <a:ext cx="11661006" cy="609398"/>
          </a:xfrm>
          <a:noFill/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Structure</a:t>
            </a:r>
            <a:r>
              <a:rPr lang="en-US" noProof="0" dirty="0">
                <a:solidFill>
                  <a:srgbClr val="FFC000"/>
                </a:solidFill>
              </a:rPr>
              <a:t>: </a:t>
            </a:r>
            <a:r>
              <a:rPr lang="en-US" dirty="0">
                <a:solidFill>
                  <a:schemeClr val="tx2"/>
                </a:solidFill>
              </a:rPr>
              <a:t>Clear developmental milestones across categories; exceptional talent may bypass intermediate tiers</a:t>
            </a:r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5" name="AutoShape 6" descr="https://ukc-powerpoint.officeapps.live.com/pods/GetClipboardImage.ashx?Id=a63f3a86-cd46-4c32-9c9b-7d58b3020e85&amp;DC=GUK5&amp;pkey=4dac3d91-bf31-4d36-9baf-acff26a7f7b8&amp;wdwaccluster=GUK5">
            <a:extLst>
              <a:ext uri="{FF2B5EF4-FFF2-40B4-BE49-F238E27FC236}">
                <a16:creationId xmlns:a16="http://schemas.microsoft.com/office/drawing/2014/main" id="{5A572F75-E8AF-0D89-47FC-414E327208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90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828800"/>
          <a:ext cx="11274549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42473"/>
                <a:gridCol w="2818637"/>
                <a:gridCol w="2994802"/>
                <a:gridCol w="2818637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Trebuchet MS"/>
                        </a:rPr>
                        <a:t>Level</a:t>
                      </a:r>
                    </a:p>
                  </a:txBody>
                  <a:tcPr anchor="ctr" marL="54864" marR="54864" marT="18288" marB="18288">
                    <a:solidFill>
                      <a:srgbClr val="1665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Trebuchet MS"/>
                        </a:rPr>
                        <a:t>Age Criteria</a:t>
                      </a:r>
                    </a:p>
                  </a:txBody>
                  <a:tcPr anchor="ctr" marL="54864" marR="54864" marT="18288" marB="18288">
                    <a:solidFill>
                      <a:srgbClr val="1665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Trebuchet MS"/>
                        </a:rPr>
                        <a:t>Competitions</a:t>
                      </a:r>
                    </a:p>
                  </a:txBody>
                  <a:tcPr anchor="ctr" marL="54864" marR="54864" marT="18288" marB="18288">
                    <a:solidFill>
                      <a:srgbClr val="1665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Trebuchet MS"/>
                        </a:rPr>
                        <a:t>Management</a:t>
                      </a:r>
                    </a:p>
                  </a:txBody>
                  <a:tcPr anchor="ctr" marL="54864" marR="54864" marT="18288" marB="18288">
                    <a:solidFill>
                      <a:srgbClr val="1665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6654B"/>
                          </a:solidFill>
                          <a:latin typeface="Trebuchet MS"/>
                        </a:rPr>
                        <a:t>Core &amp; Grassroots (YOUTH)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Trebuchet MS"/>
                        </a:rPr>
                        <a:t>U15 – U18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Trebuchet MS"/>
                        </a:rPr>
                        <a:t>Regional Youth Competitions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Trebuchet MS"/>
                        </a:rPr>
                        <a:t>Core &amp; Emerging Department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6654B"/>
                          </a:solidFill>
                          <a:latin typeface="Trebuchet MS"/>
                        </a:rPr>
                        <a:t>Standard Progression</a:t>
                      </a:r>
                    </a:p>
                  </a:txBody>
                  <a:tcPr anchor="ctr" marL="54864" marR="54864" marT="18288" marB="18288">
                    <a:solidFill>
                      <a:srgbClr val="ECF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Trebuchet MS"/>
                        </a:rPr>
                        <a:t>Older than 27</a:t>
                      </a:r>
                    </a:p>
                  </a:txBody>
                  <a:tcPr anchor="ctr" marL="54864" marR="54864" marT="18288" marB="18288">
                    <a:solidFill>
                      <a:srgbClr val="ECF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Trebuchet MS"/>
                        </a:rPr>
                        <a:t>3rd Division</a:t>
                      </a:r>
                    </a:p>
                  </a:txBody>
                  <a:tcPr anchor="ctr" marL="54864" marR="54864" marT="18288" marB="18288">
                    <a:solidFill>
                      <a:srgbClr val="ECF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Trebuchet MS"/>
                        </a:rPr>
                        <a:t>Core &amp; Emerging Department</a:t>
                      </a:r>
                    </a:p>
                  </a:txBody>
                  <a:tcPr anchor="ctr" marL="54864" marR="54864" marT="18288" marB="18288">
                    <a:solidFill>
                      <a:srgbClr val="ECF2E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6654B"/>
                          </a:solidFill>
                          <a:latin typeface="Trebuchet MS"/>
                        </a:rPr>
                        <a:t>Emerging (TALENT PATH)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Trebuchet MS"/>
                        </a:rPr>
                        <a:t>Under 27 (Max stay in U21: 3 yrs)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Trebuchet MS"/>
                        </a:rPr>
                        <a:t>U21 / Second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Trebuchet MS"/>
                        </a:rPr>
                        <a:t>Talent Department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6654B"/>
                          </a:solidFill>
                          <a:latin typeface="Trebuchet MS"/>
                        </a:rPr>
                        <a:t>Elite</a:t>
                      </a:r>
                    </a:p>
                  </a:txBody>
                  <a:tcPr anchor="ctr" marL="54864" marR="54864" marT="18288" marB="18288">
                    <a:solidFill>
                      <a:srgbClr val="ECF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Trebuchet MS"/>
                        </a:rPr>
                        <a:t>Merit-based</a:t>
                      </a:r>
                    </a:p>
                  </a:txBody>
                  <a:tcPr anchor="ctr" marL="54864" marR="54864" marT="18288" marB="18288">
                    <a:solidFill>
                      <a:srgbClr val="ECF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Trebuchet MS"/>
                        </a:rPr>
                        <a:t>ROSHN Saudi League / YELO League</a:t>
                      </a:r>
                    </a:p>
                  </a:txBody>
                  <a:tcPr anchor="ctr" marL="54864" marR="54864" marT="18288" marB="18288">
                    <a:solidFill>
                      <a:srgbClr val="ECF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Trebuchet MS"/>
                        </a:rPr>
                        <a:t>Elite Department</a:t>
                      </a:r>
                    </a:p>
                  </a:txBody>
                  <a:tcPr anchor="ctr" marL="54864" marR="54864" marT="18288" marB="18288">
                    <a:solidFill>
                      <a:srgbClr val="ECF2E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6654B"/>
                          </a:solidFill>
                          <a:latin typeface="Trebuchet MS"/>
                        </a:rPr>
                        <a:t>International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Trebuchet MS"/>
                        </a:rPr>
                        <a:t>Referees &lt;33, Assistants &lt;36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Trebuchet MS"/>
                        </a:rPr>
                        <a:t>FIFA / AFC Competitions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Trebuchet MS"/>
                        </a:rPr>
                        <a:t>FIFA / AFC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EABFFC-6EE1-6685-28ED-E1F7DFB438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97631"/>
            <a:ext cx="11661006" cy="609398"/>
          </a:xfrm>
          <a:noFill/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Youth Path</a:t>
            </a:r>
            <a:r>
              <a:rPr lang="en-US" noProof="0" dirty="0">
                <a:solidFill>
                  <a:srgbClr val="FFC000"/>
                </a:solidFill>
              </a:rPr>
              <a:t>: </a:t>
            </a:r>
            <a:r>
              <a:rPr lang="en-US" dirty="0">
                <a:solidFill>
                  <a:schemeClr val="tx2"/>
                </a:solidFill>
              </a:rPr>
              <a:t>The primary developmental stage for emerging referees</a:t>
            </a:r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5" name="AutoShape 6" descr="https://ukc-powerpoint.officeapps.live.com/pods/GetClipboardImage.ashx?Id=a63f3a86-cd46-4c32-9c9b-7d58b3020e85&amp;DC=GUK5&amp;pkey=4dac3d91-bf31-4d36-9baf-acff26a7f7b8&amp;wdwaccluster=GUK5">
            <a:extLst>
              <a:ext uri="{FF2B5EF4-FFF2-40B4-BE49-F238E27FC236}">
                <a16:creationId xmlns:a16="http://schemas.microsoft.com/office/drawing/2014/main" id="{5A572F75-E8AF-0D89-47FC-414E327208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90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AC2D6DF-C4A4-2DFD-2C70-83BA2F404B98}"/>
              </a:ext>
            </a:extLst>
          </p:cNvPr>
          <p:cNvSpPr/>
          <p:nvPr/>
        </p:nvSpPr>
        <p:spPr>
          <a:xfrm>
            <a:off x="457200" y="1357884"/>
            <a:ext cx="2606040" cy="1588008"/>
          </a:xfrm>
          <a:prstGeom prst="roundRect">
            <a:avLst>
              <a:gd name="adj" fmla="val 3513"/>
            </a:avLst>
          </a:prstGeom>
          <a:gradFill>
            <a:gsLst>
              <a:gs pos="0">
                <a:schemeClr val="bg1"/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3200000" scaled="0"/>
          </a:gradFill>
          <a:ln w="19050">
            <a:noFill/>
          </a:ln>
          <a:effectLst>
            <a:outerShdw blurRad="635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Categorization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54C9FA-DAED-E3B2-03B5-8143374EE605}"/>
              </a:ext>
            </a:extLst>
          </p:cNvPr>
          <p:cNvSpPr/>
          <p:nvPr/>
        </p:nvSpPr>
        <p:spPr>
          <a:xfrm>
            <a:off x="3200400" y="1357884"/>
            <a:ext cx="8549640" cy="158800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Officials progress through age-specific tiers — U15, U16, U17, and U18.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9FECC38-D86A-349D-8D32-29F855DCE773}"/>
              </a:ext>
            </a:extLst>
          </p:cNvPr>
          <p:cNvCxnSpPr/>
          <p:nvPr/>
        </p:nvCxnSpPr>
        <p:spPr>
          <a:xfrm>
            <a:off x="457200" y="3005328"/>
            <a:ext cx="1129284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AC2D6DF-C4A4-2DFD-2C70-83BA2F404B98}"/>
              </a:ext>
            </a:extLst>
          </p:cNvPr>
          <p:cNvSpPr/>
          <p:nvPr/>
        </p:nvSpPr>
        <p:spPr>
          <a:xfrm>
            <a:off x="457200" y="3064764"/>
            <a:ext cx="2606040" cy="1588008"/>
          </a:xfrm>
          <a:prstGeom prst="roundRect">
            <a:avLst>
              <a:gd name="adj" fmla="val 3513"/>
            </a:avLst>
          </a:prstGeom>
          <a:gradFill>
            <a:gsLst>
              <a:gs pos="0">
                <a:schemeClr val="bg1"/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3200000" scaled="0"/>
          </a:gradFill>
          <a:ln w="19050">
            <a:noFill/>
          </a:ln>
          <a:effectLst>
            <a:outerShdw blurRad="635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Maximum Tenure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54C9FA-DAED-E3B2-03B5-8143374EE605}"/>
              </a:ext>
            </a:extLst>
          </p:cNvPr>
          <p:cNvSpPr/>
          <p:nvPr/>
        </p:nvSpPr>
        <p:spPr>
          <a:xfrm>
            <a:off x="3200400" y="3064764"/>
            <a:ext cx="8549640" cy="158800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The maximum stay permitted within the Youth Path is 5 years.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9FECC38-D86A-349D-8D32-29F855DCE773}"/>
              </a:ext>
            </a:extLst>
          </p:cNvPr>
          <p:cNvCxnSpPr/>
          <p:nvPr/>
        </p:nvCxnSpPr>
        <p:spPr>
          <a:xfrm>
            <a:off x="457200" y="4712208"/>
            <a:ext cx="1129284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AC2D6DF-C4A4-2DFD-2C70-83BA2F404B98}"/>
              </a:ext>
            </a:extLst>
          </p:cNvPr>
          <p:cNvSpPr/>
          <p:nvPr/>
        </p:nvSpPr>
        <p:spPr>
          <a:xfrm>
            <a:off x="457200" y="4771644"/>
            <a:ext cx="2606040" cy="1588008"/>
          </a:xfrm>
          <a:prstGeom prst="roundRect">
            <a:avLst>
              <a:gd name="adj" fmla="val 3513"/>
            </a:avLst>
          </a:prstGeom>
          <a:gradFill>
            <a:gsLst>
              <a:gs pos="0">
                <a:schemeClr val="bg1"/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3200000" scaled="0"/>
          </a:gradFill>
          <a:ln w="19050">
            <a:noFill/>
          </a:ln>
          <a:effectLst>
            <a:outerShdw blurRad="635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U18 Evaluation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54C9FA-DAED-E3B2-03B5-8143374EE605}"/>
              </a:ext>
            </a:extLst>
          </p:cNvPr>
          <p:cNvSpPr/>
          <p:nvPr/>
        </p:nvSpPr>
        <p:spPr>
          <a:xfrm>
            <a:off x="3200400" y="4771644"/>
            <a:ext cx="8549640" cy="158800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A critical assessment after 10 rounds determines eligibility for promotion to higher divisions.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EABFFC-6EE1-6685-28ED-E1F7DFB438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97631"/>
            <a:ext cx="11661006" cy="609398"/>
          </a:xfrm>
          <a:noFill/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Branching Paths</a:t>
            </a:r>
            <a:r>
              <a:rPr lang="en-US" noProof="0" dirty="0">
                <a:solidFill>
                  <a:srgbClr val="FFC000"/>
                </a:solidFill>
              </a:rPr>
              <a:t>: </a:t>
            </a:r>
            <a:r>
              <a:rPr lang="en-US" dirty="0">
                <a:solidFill>
                  <a:schemeClr val="tx2"/>
                </a:solidFill>
              </a:rPr>
              <a:t>After the U18 evaluation, the career path is dictated by age and performance</a:t>
            </a:r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5" name="AutoShape 6" descr="https://ukc-powerpoint.officeapps.live.com/pods/GetClipboardImage.ashx?Id=a63f3a86-cd46-4c32-9c9b-7d58b3020e85&amp;DC=GUK5&amp;pkey=4dac3d91-bf31-4d36-9baf-acff26a7f7b8&amp;wdwaccluster=GUK5">
            <a:extLst>
              <a:ext uri="{FF2B5EF4-FFF2-40B4-BE49-F238E27FC236}">
                <a16:creationId xmlns:a16="http://schemas.microsoft.com/office/drawing/2014/main" id="{5A572F75-E8AF-0D89-47FC-414E327208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90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AC2D6DF-C4A4-2DFD-2C70-83BA2F404B98}"/>
              </a:ext>
            </a:extLst>
          </p:cNvPr>
          <p:cNvSpPr/>
          <p:nvPr/>
        </p:nvSpPr>
        <p:spPr>
          <a:xfrm>
            <a:off x="457200" y="1600200"/>
            <a:ext cx="5536692" cy="868680"/>
          </a:xfrm>
          <a:prstGeom prst="roundRect">
            <a:avLst>
              <a:gd name="adj" fmla="val 3513"/>
            </a:avLst>
          </a:prstGeom>
          <a:gradFill>
            <a:gsLst>
              <a:gs pos="0">
                <a:schemeClr val="bg1"/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3200000" scaled="0"/>
          </a:gradFill>
          <a:ln w="19050">
            <a:noFill/>
          </a:ln>
          <a:effectLst>
            <a:outerShdw blurRad="635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Standard Progression  (27+)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54C9FA-DAED-E3B2-03B5-8143374EE605}"/>
              </a:ext>
            </a:extLst>
          </p:cNvPr>
          <p:cNvSpPr/>
          <p:nvPr/>
        </p:nvSpPr>
        <p:spPr>
          <a:xfrm>
            <a:off x="457200" y="2542032"/>
            <a:ext cx="5536692" cy="329184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Officials older than 27 transition to the 3rd Division, then may advance to the 2nd Division and the YELO League based on top seasonal performance.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AC2D6DF-C4A4-2DFD-2C70-83BA2F404B98}"/>
              </a:ext>
            </a:extLst>
          </p:cNvPr>
          <p:cNvSpPr/>
          <p:nvPr/>
        </p:nvSpPr>
        <p:spPr>
          <a:xfrm>
            <a:off x="6195059" y="1600200"/>
            <a:ext cx="5536692" cy="868680"/>
          </a:xfrm>
          <a:prstGeom prst="roundRect">
            <a:avLst>
              <a:gd name="adj" fmla="val 3513"/>
            </a:avLst>
          </a:prstGeom>
          <a:gradFill>
            <a:gsLst>
              <a:gs pos="0">
                <a:schemeClr val="bg1"/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3200000" scaled="0"/>
          </a:gradFill>
          <a:ln w="19050">
            <a:noFill/>
          </a:ln>
          <a:effectLst>
            <a:outerShdw blurRad="635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Talent Path  (Under 27)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54C9FA-DAED-E3B2-03B5-8143374EE605}"/>
              </a:ext>
            </a:extLst>
          </p:cNvPr>
          <p:cNvSpPr/>
          <p:nvPr/>
        </p:nvSpPr>
        <p:spPr>
          <a:xfrm>
            <a:off x="6195059" y="2542032"/>
            <a:ext cx="5536692" cy="329184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Exceptional officials under 27 enter the Talent Path; high-potential individuals can be fast-tracked from any lower category.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EABFFC-6EE1-6685-28ED-E1F7DFB438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97631"/>
            <a:ext cx="11661006" cy="609398"/>
          </a:xfrm>
          <a:noFill/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Talent Path</a:t>
            </a:r>
            <a:r>
              <a:rPr lang="en-US" noProof="0" dirty="0">
                <a:solidFill>
                  <a:srgbClr val="FFC000"/>
                </a:solidFill>
              </a:rPr>
              <a:t>: </a:t>
            </a:r>
            <a:r>
              <a:rPr lang="en-US" dirty="0">
                <a:solidFill>
                  <a:schemeClr val="tx2"/>
                </a:solidFill>
              </a:rPr>
              <a:t>An accelerated track preparing younger officials for professional football</a:t>
            </a:r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5" name="AutoShape 6" descr="https://ukc-powerpoint.officeapps.live.com/pods/GetClipboardImage.ashx?Id=a63f3a86-cd46-4c32-9c9b-7d58b3020e85&amp;DC=GUK5&amp;pkey=4dac3d91-bf31-4d36-9baf-acff26a7f7b8&amp;wdwaccluster=GUK5">
            <a:extLst>
              <a:ext uri="{FF2B5EF4-FFF2-40B4-BE49-F238E27FC236}">
                <a16:creationId xmlns:a16="http://schemas.microsoft.com/office/drawing/2014/main" id="{5A572F75-E8AF-0D89-47FC-414E327208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90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AC2D6DF-C4A4-2DFD-2C70-83BA2F404B98}"/>
              </a:ext>
            </a:extLst>
          </p:cNvPr>
          <p:cNvSpPr/>
          <p:nvPr/>
        </p:nvSpPr>
        <p:spPr>
          <a:xfrm>
            <a:off x="457200" y="1357884"/>
            <a:ext cx="2606040" cy="905256"/>
          </a:xfrm>
          <a:prstGeom prst="roundRect">
            <a:avLst>
              <a:gd name="adj" fmla="val 3513"/>
            </a:avLst>
          </a:prstGeom>
          <a:gradFill>
            <a:gsLst>
              <a:gs pos="0">
                <a:schemeClr val="bg1"/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3200000" scaled="0"/>
          </a:gradFill>
          <a:ln w="19050">
            <a:noFill/>
          </a:ln>
          <a:effectLst>
            <a:outerShdw blurRad="635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U21 Entry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54C9FA-DAED-E3B2-03B5-8143374EE605}"/>
              </a:ext>
            </a:extLst>
          </p:cNvPr>
          <p:cNvSpPr/>
          <p:nvPr/>
        </p:nvSpPr>
        <p:spPr>
          <a:xfrm>
            <a:off x="3200400" y="1357884"/>
            <a:ext cx="8549640" cy="905256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The primary entry point for this path is the U21 category.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9FECC38-D86A-349D-8D32-29F855DCE773}"/>
              </a:ext>
            </a:extLst>
          </p:cNvPr>
          <p:cNvCxnSpPr/>
          <p:nvPr/>
        </p:nvCxnSpPr>
        <p:spPr>
          <a:xfrm>
            <a:off x="457200" y="2322576"/>
            <a:ext cx="1129284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AC2D6DF-C4A4-2DFD-2C70-83BA2F404B98}"/>
              </a:ext>
            </a:extLst>
          </p:cNvPr>
          <p:cNvSpPr/>
          <p:nvPr/>
        </p:nvSpPr>
        <p:spPr>
          <a:xfrm>
            <a:off x="457200" y="2382012"/>
            <a:ext cx="2606040" cy="905256"/>
          </a:xfrm>
          <a:prstGeom prst="roundRect">
            <a:avLst>
              <a:gd name="adj" fmla="val 3513"/>
            </a:avLst>
          </a:prstGeom>
          <a:gradFill>
            <a:gsLst>
              <a:gs pos="0">
                <a:schemeClr val="bg1"/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3200000" scaled="0"/>
          </a:gradFill>
          <a:ln w="19050">
            <a:noFill/>
          </a:ln>
          <a:effectLst>
            <a:outerShdw blurRad="635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Tenure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54C9FA-DAED-E3B2-03B5-8143374EE605}"/>
              </a:ext>
            </a:extLst>
          </p:cNvPr>
          <p:cNvSpPr/>
          <p:nvPr/>
        </p:nvSpPr>
        <p:spPr>
          <a:xfrm>
            <a:off x="3200400" y="2382012"/>
            <a:ext cx="8549640" cy="905256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Maximum stay of 3 years in the U21 tier.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9FECC38-D86A-349D-8D32-29F855DCE773}"/>
              </a:ext>
            </a:extLst>
          </p:cNvPr>
          <p:cNvCxnSpPr/>
          <p:nvPr/>
        </p:nvCxnSpPr>
        <p:spPr>
          <a:xfrm>
            <a:off x="457200" y="3346704"/>
            <a:ext cx="1129284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AC2D6DF-C4A4-2DFD-2C70-83BA2F404B98}"/>
              </a:ext>
            </a:extLst>
          </p:cNvPr>
          <p:cNvSpPr/>
          <p:nvPr/>
        </p:nvSpPr>
        <p:spPr>
          <a:xfrm>
            <a:off x="457200" y="3406140"/>
            <a:ext cx="2606040" cy="905256"/>
          </a:xfrm>
          <a:prstGeom prst="roundRect">
            <a:avLst>
              <a:gd name="adj" fmla="val 3513"/>
            </a:avLst>
          </a:prstGeom>
          <a:gradFill>
            <a:gsLst>
              <a:gs pos="0">
                <a:schemeClr val="bg1"/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3200000" scaled="0"/>
          </a:gradFill>
          <a:ln w="19050">
            <a:noFill/>
          </a:ln>
          <a:effectLst>
            <a:outerShdw blurRad="635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Age Limit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54C9FA-DAED-E3B2-03B5-8143374EE605}"/>
              </a:ext>
            </a:extLst>
          </p:cNvPr>
          <p:cNvSpPr/>
          <p:nvPr/>
        </p:nvSpPr>
        <p:spPr>
          <a:xfrm>
            <a:off x="3200400" y="3406140"/>
            <a:ext cx="8549640" cy="905256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Currently 30 years old; reduced to 28 from the 2027/2028 season.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9FECC38-D86A-349D-8D32-29F855DCE773}"/>
              </a:ext>
            </a:extLst>
          </p:cNvPr>
          <p:cNvCxnSpPr/>
          <p:nvPr/>
        </p:nvCxnSpPr>
        <p:spPr>
          <a:xfrm>
            <a:off x="457200" y="4370832"/>
            <a:ext cx="1129284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AC2D6DF-C4A4-2DFD-2C70-83BA2F404B98}"/>
              </a:ext>
            </a:extLst>
          </p:cNvPr>
          <p:cNvSpPr/>
          <p:nvPr/>
        </p:nvSpPr>
        <p:spPr>
          <a:xfrm>
            <a:off x="457200" y="4430268"/>
            <a:ext cx="2606040" cy="905256"/>
          </a:xfrm>
          <a:prstGeom prst="roundRect">
            <a:avLst>
              <a:gd name="adj" fmla="val 3513"/>
            </a:avLst>
          </a:prstGeom>
          <a:gradFill>
            <a:gsLst>
              <a:gs pos="0">
                <a:schemeClr val="bg1"/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3200000" scaled="0"/>
          </a:gradFill>
          <a:ln w="19050">
            <a:noFill/>
          </a:ln>
          <a:effectLst>
            <a:outerShdw blurRad="635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Promotion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54C9FA-DAED-E3B2-03B5-8143374EE605}"/>
              </a:ext>
            </a:extLst>
          </p:cNvPr>
          <p:cNvSpPr/>
          <p:nvPr/>
        </p:nvSpPr>
        <p:spPr>
          <a:xfrm>
            <a:off x="3200400" y="4430268"/>
            <a:ext cx="8549640" cy="905256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Top performers promote to the Yelo League or Second Division.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9FECC38-D86A-349D-8D32-29F855DCE773}"/>
              </a:ext>
            </a:extLst>
          </p:cNvPr>
          <p:cNvCxnSpPr/>
          <p:nvPr/>
        </p:nvCxnSpPr>
        <p:spPr>
          <a:xfrm>
            <a:off x="457200" y="5394960"/>
            <a:ext cx="1129284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AC2D6DF-C4A4-2DFD-2C70-83BA2F404B98}"/>
              </a:ext>
            </a:extLst>
          </p:cNvPr>
          <p:cNvSpPr/>
          <p:nvPr/>
        </p:nvSpPr>
        <p:spPr>
          <a:xfrm>
            <a:off x="457200" y="5454396"/>
            <a:ext cx="2606040" cy="905256"/>
          </a:xfrm>
          <a:prstGeom prst="roundRect">
            <a:avLst>
              <a:gd name="adj" fmla="val 3513"/>
            </a:avLst>
          </a:prstGeom>
          <a:gradFill>
            <a:gsLst>
              <a:gs pos="0">
                <a:schemeClr val="bg1"/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3200000" scaled="0"/>
          </a:gradFill>
          <a:ln w="19050">
            <a:noFill/>
          </a:ln>
          <a:effectLst>
            <a:outerShdw blurRad="635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Reclassification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54C9FA-DAED-E3B2-03B5-8143374EE605}"/>
              </a:ext>
            </a:extLst>
          </p:cNvPr>
          <p:cNvSpPr/>
          <p:nvPr/>
        </p:nvSpPr>
        <p:spPr>
          <a:xfrm>
            <a:off x="3200400" y="5454396"/>
            <a:ext cx="8549640" cy="905256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If not promoted after 3 years, the official is relocated to the Third Division.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EABFFC-6EE1-6685-28ED-E1F7DFB438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97631"/>
            <a:ext cx="11661006" cy="609398"/>
          </a:xfrm>
          <a:noFill/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Professional Ranks</a:t>
            </a:r>
            <a:r>
              <a:rPr lang="en-US" noProof="0" dirty="0">
                <a:solidFill>
                  <a:srgbClr val="FFC000"/>
                </a:solidFill>
              </a:rPr>
              <a:t>: </a:t>
            </a:r>
            <a:r>
              <a:rPr lang="en-US" dirty="0">
                <a:solidFill>
                  <a:schemeClr val="tx2"/>
                </a:solidFill>
              </a:rPr>
              <a:t>Officials excelling in the Talent Path move into high-stakes match management</a:t>
            </a:r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5" name="AutoShape 6" descr="https://ukc-powerpoint.officeapps.live.com/pods/GetClipboardImage.ashx?Id=a63f3a86-cd46-4c32-9c9b-7d58b3020e85&amp;DC=GUK5&amp;pkey=4dac3d91-bf31-4d36-9baf-acff26a7f7b8&amp;wdwaccluster=GUK5">
            <a:extLst>
              <a:ext uri="{FF2B5EF4-FFF2-40B4-BE49-F238E27FC236}">
                <a16:creationId xmlns:a16="http://schemas.microsoft.com/office/drawing/2014/main" id="{5A572F75-E8AF-0D89-47FC-414E327208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90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AC2D6DF-C4A4-2DFD-2C70-83BA2F404B98}"/>
              </a:ext>
            </a:extLst>
          </p:cNvPr>
          <p:cNvSpPr/>
          <p:nvPr/>
        </p:nvSpPr>
        <p:spPr>
          <a:xfrm>
            <a:off x="457200" y="1600200"/>
            <a:ext cx="5536692" cy="868680"/>
          </a:xfrm>
          <a:prstGeom prst="roundRect">
            <a:avLst>
              <a:gd name="adj" fmla="val 3513"/>
            </a:avLst>
          </a:prstGeom>
          <a:gradFill>
            <a:gsLst>
              <a:gs pos="0">
                <a:schemeClr val="bg1"/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3200000" scaled="0"/>
          </a:gradFill>
          <a:ln w="19050">
            <a:noFill/>
          </a:ln>
          <a:effectLst>
            <a:outerShdw blurRad="635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Yelo League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54C9FA-DAED-E3B2-03B5-8143374EE605}"/>
              </a:ext>
            </a:extLst>
          </p:cNvPr>
          <p:cNvSpPr/>
          <p:nvPr/>
        </p:nvSpPr>
        <p:spPr>
          <a:xfrm>
            <a:off x="457200" y="2542032"/>
            <a:ext cx="5536692" cy="329184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The final proving ground before the top flight.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AC2D6DF-C4A4-2DFD-2C70-83BA2F404B98}"/>
              </a:ext>
            </a:extLst>
          </p:cNvPr>
          <p:cNvSpPr/>
          <p:nvPr/>
        </p:nvSpPr>
        <p:spPr>
          <a:xfrm>
            <a:off x="6195059" y="1600200"/>
            <a:ext cx="5536692" cy="868680"/>
          </a:xfrm>
          <a:prstGeom prst="roundRect">
            <a:avLst>
              <a:gd name="adj" fmla="val 3513"/>
            </a:avLst>
          </a:prstGeom>
          <a:gradFill>
            <a:gsLst>
              <a:gs pos="0">
                <a:schemeClr val="bg1"/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3200000" scaled="0"/>
          </a:gradFill>
          <a:ln w="19050">
            <a:noFill/>
          </a:ln>
          <a:effectLst>
            <a:outerShdw blurRad="635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ROSHN Saudi League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54C9FA-DAED-E3B2-03B5-8143374EE605}"/>
              </a:ext>
            </a:extLst>
          </p:cNvPr>
          <p:cNvSpPr/>
          <p:nvPr/>
        </p:nvSpPr>
        <p:spPr>
          <a:xfrm>
            <a:off x="6195059" y="2542032"/>
            <a:ext cx="5536692" cy="329184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The highest national category — the pinnacle of domestic officiating.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EABFFC-6EE1-6685-28ED-E1F7DFB438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97631"/>
            <a:ext cx="11661006" cy="609398"/>
          </a:xfrm>
          <a:noFill/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FIFA Nomination</a:t>
            </a:r>
            <a:r>
              <a:rPr lang="en-US" noProof="0" dirty="0">
                <a:solidFill>
                  <a:srgbClr val="FFC000"/>
                </a:solidFill>
              </a:rPr>
              <a:t>: </a:t>
            </a:r>
            <a:r>
              <a:rPr lang="en-US" dirty="0">
                <a:solidFill>
                  <a:schemeClr val="tx2"/>
                </a:solidFill>
              </a:rPr>
              <a:t>The best performing officials are identified for the FIFA International List</a:t>
            </a:r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5" name="AutoShape 6" descr="https://ukc-powerpoint.officeapps.live.com/pods/GetClipboardImage.ashx?Id=a63f3a86-cd46-4c32-9c9b-7d58b3020e85&amp;DC=GUK5&amp;pkey=4dac3d91-bf31-4d36-9baf-acff26a7f7b8&amp;wdwaccluster=GUK5">
            <a:extLst>
              <a:ext uri="{FF2B5EF4-FFF2-40B4-BE49-F238E27FC236}">
                <a16:creationId xmlns:a16="http://schemas.microsoft.com/office/drawing/2014/main" id="{5A572F75-E8AF-0D89-47FC-414E327208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90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AC2D6DF-C4A4-2DFD-2C70-83BA2F404B98}"/>
              </a:ext>
            </a:extLst>
          </p:cNvPr>
          <p:cNvSpPr/>
          <p:nvPr/>
        </p:nvSpPr>
        <p:spPr>
          <a:xfrm>
            <a:off x="457200" y="1783080"/>
            <a:ext cx="5536692" cy="914400"/>
          </a:xfrm>
          <a:prstGeom prst="roundRect">
            <a:avLst>
              <a:gd name="adj" fmla="val 3513"/>
            </a:avLst>
          </a:prstGeom>
          <a:gradFill>
            <a:gsLst>
              <a:gs pos="0">
                <a:schemeClr val="bg1"/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3200000" scaled="0"/>
          </a:gradFill>
          <a:ln w="19050">
            <a:noFill/>
          </a:ln>
          <a:effectLst>
            <a:outerShdw blurRad="635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Referees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54C9FA-DAED-E3B2-03B5-8143374EE605}"/>
              </a:ext>
            </a:extLst>
          </p:cNvPr>
          <p:cNvSpPr/>
          <p:nvPr/>
        </p:nvSpPr>
        <p:spPr>
          <a:xfrm>
            <a:off x="457200" y="2788920"/>
            <a:ext cx="5536692" cy="265176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Must be younger than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33 years old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on January 1st of the nomination year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AC2D6DF-C4A4-2DFD-2C70-83BA2F404B98}"/>
              </a:ext>
            </a:extLst>
          </p:cNvPr>
          <p:cNvSpPr/>
          <p:nvPr/>
        </p:nvSpPr>
        <p:spPr>
          <a:xfrm>
            <a:off x="6195059" y="1783080"/>
            <a:ext cx="5536692" cy="914400"/>
          </a:xfrm>
          <a:prstGeom prst="roundRect">
            <a:avLst>
              <a:gd name="adj" fmla="val 3513"/>
            </a:avLst>
          </a:prstGeom>
          <a:gradFill>
            <a:gsLst>
              <a:gs pos="0">
                <a:schemeClr val="bg1"/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3200000" scaled="0"/>
          </a:gradFill>
          <a:ln w="19050">
            <a:noFill/>
          </a:ln>
          <a:effectLst>
            <a:outerShdw blurRad="635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Assistant Referees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54C9FA-DAED-E3B2-03B5-8143374EE605}"/>
              </a:ext>
            </a:extLst>
          </p:cNvPr>
          <p:cNvSpPr/>
          <p:nvPr/>
        </p:nvSpPr>
        <p:spPr>
          <a:xfrm>
            <a:off x="6195059" y="2788920"/>
            <a:ext cx="5536692" cy="265176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Must be younger than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36 years old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on January 1st of the nomination year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EABFFC-6EE1-6685-28ED-E1F7DFB438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97631"/>
            <a:ext cx="11661006" cy="609398"/>
          </a:xfrm>
          <a:noFill/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Entry Requirements</a:t>
            </a:r>
            <a:r>
              <a:rPr lang="en-US" noProof="0" dirty="0">
                <a:solidFill>
                  <a:srgbClr val="FFC000"/>
                </a:solidFill>
              </a:rPr>
              <a:t>: </a:t>
            </a:r>
            <a:r>
              <a:rPr lang="en-US" dirty="0">
                <a:solidFill>
                  <a:schemeClr val="tx2"/>
                </a:solidFill>
              </a:rPr>
              <a:t>Entry into the Talent Path is strictly capped and standards-based</a:t>
            </a:r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5" name="AutoShape 6" descr="https://ukc-powerpoint.officeapps.live.com/pods/GetClipboardImage.ashx?Id=a63f3a86-cd46-4c32-9c9b-7d58b3020e85&amp;DC=GUK5&amp;pkey=4dac3d91-bf31-4d36-9baf-acff26a7f7b8&amp;wdwaccluster=GUK5">
            <a:extLst>
              <a:ext uri="{FF2B5EF4-FFF2-40B4-BE49-F238E27FC236}">
                <a16:creationId xmlns:a16="http://schemas.microsoft.com/office/drawing/2014/main" id="{5A572F75-E8AF-0D89-47FC-414E327208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90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AC2D6DF-C4A4-2DFD-2C70-83BA2F404B98}"/>
              </a:ext>
            </a:extLst>
          </p:cNvPr>
          <p:cNvSpPr/>
          <p:nvPr/>
        </p:nvSpPr>
        <p:spPr>
          <a:xfrm>
            <a:off x="457200" y="1357884"/>
            <a:ext cx="2606040" cy="1588008"/>
          </a:xfrm>
          <a:prstGeom prst="roundRect">
            <a:avLst>
              <a:gd name="adj" fmla="val 3513"/>
            </a:avLst>
          </a:prstGeom>
          <a:gradFill>
            <a:gsLst>
              <a:gs pos="0">
                <a:schemeClr val="bg1"/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3200000" scaled="0"/>
          </a:gradFill>
          <a:ln w="19050">
            <a:noFill/>
          </a:ln>
          <a:effectLst>
            <a:outerShdw blurRad="635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Age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54C9FA-DAED-E3B2-03B5-8143374EE605}"/>
              </a:ext>
            </a:extLst>
          </p:cNvPr>
          <p:cNvSpPr/>
          <p:nvPr/>
        </p:nvSpPr>
        <p:spPr>
          <a:xfrm>
            <a:off x="3200400" y="1357884"/>
            <a:ext cx="8549640" cy="158800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Capped at 30 years old; reduced to 28 from the 2027/2028 season.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9FECC38-D86A-349D-8D32-29F855DCE773}"/>
              </a:ext>
            </a:extLst>
          </p:cNvPr>
          <p:cNvCxnSpPr/>
          <p:nvPr/>
        </p:nvCxnSpPr>
        <p:spPr>
          <a:xfrm>
            <a:off x="457200" y="3005328"/>
            <a:ext cx="1129284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AC2D6DF-C4A4-2DFD-2C70-83BA2F404B98}"/>
              </a:ext>
            </a:extLst>
          </p:cNvPr>
          <p:cNvSpPr/>
          <p:nvPr/>
        </p:nvSpPr>
        <p:spPr>
          <a:xfrm>
            <a:off x="457200" y="3064764"/>
            <a:ext cx="2606040" cy="1588008"/>
          </a:xfrm>
          <a:prstGeom prst="roundRect">
            <a:avLst>
              <a:gd name="adj" fmla="val 3513"/>
            </a:avLst>
          </a:prstGeom>
          <a:gradFill>
            <a:gsLst>
              <a:gs pos="0">
                <a:schemeClr val="bg1"/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3200000" scaled="0"/>
          </a:gradFill>
          <a:ln w="19050">
            <a:noFill/>
          </a:ln>
          <a:effectLst>
            <a:outerShdw blurRad="635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Physical &amp; Medical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54C9FA-DAED-E3B2-03B5-8143374EE605}"/>
              </a:ext>
            </a:extLst>
          </p:cNvPr>
          <p:cNvSpPr/>
          <p:nvPr/>
        </p:nvSpPr>
        <p:spPr>
          <a:xfrm>
            <a:off x="3200400" y="3064764"/>
            <a:ext cx="8549640" cy="158800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Comprehensive medical clearance and baseline fitness metrics per regional/national protocols.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9FECC38-D86A-349D-8D32-29F855DCE773}"/>
              </a:ext>
            </a:extLst>
          </p:cNvPr>
          <p:cNvCxnSpPr/>
          <p:nvPr/>
        </p:nvCxnSpPr>
        <p:spPr>
          <a:xfrm>
            <a:off x="457200" y="4712208"/>
            <a:ext cx="1129284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AC2D6DF-C4A4-2DFD-2C70-83BA2F404B98}"/>
              </a:ext>
            </a:extLst>
          </p:cNvPr>
          <p:cNvSpPr/>
          <p:nvPr/>
        </p:nvSpPr>
        <p:spPr>
          <a:xfrm>
            <a:off x="457200" y="4771644"/>
            <a:ext cx="2606040" cy="1588008"/>
          </a:xfrm>
          <a:prstGeom prst="roundRect">
            <a:avLst>
              <a:gd name="adj" fmla="val 3513"/>
            </a:avLst>
          </a:prstGeom>
          <a:gradFill>
            <a:gsLst>
              <a:gs pos="0">
                <a:schemeClr val="bg1"/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3200000" scaled="0"/>
          </a:gradFill>
          <a:ln w="19050">
            <a:noFill/>
          </a:ln>
          <a:effectLst>
            <a:outerShdw blurRad="635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Integrity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54C9FA-DAED-E3B2-03B5-8143374EE605}"/>
              </a:ext>
            </a:extLst>
          </p:cNvPr>
          <p:cNvSpPr/>
          <p:nvPr/>
        </p:nvSpPr>
        <p:spPr>
          <a:xfrm>
            <a:off x="3200400" y="4771644"/>
            <a:ext cx="8549640" cy="158800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Unblemished background reflecting fair play, with required language proficiency (English for elite/international tiers).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EABFFC-6EE1-6685-28ED-E1F7DFB438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97631"/>
            <a:ext cx="11661006" cy="609398"/>
          </a:xfrm>
          <a:noFill/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Education &amp; Training</a:t>
            </a:r>
            <a:r>
              <a:rPr lang="en-US" noProof="0" dirty="0">
                <a:solidFill>
                  <a:srgbClr val="FFC000"/>
                </a:solidFill>
              </a:rPr>
              <a:t>: </a:t>
            </a:r>
            <a:r>
              <a:rPr lang="en-US" dirty="0">
                <a:solidFill>
                  <a:schemeClr val="tx2"/>
                </a:solidFill>
              </a:rPr>
              <a:t>Training is tiered according to the referee's classification</a:t>
            </a:r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5" name="AutoShape 6" descr="https://ukc-powerpoint.officeapps.live.com/pods/GetClipboardImage.ashx?Id=a63f3a86-cd46-4c32-9c9b-7d58b3020e85&amp;DC=GUK5&amp;pkey=4dac3d91-bf31-4d36-9baf-acff26a7f7b8&amp;wdwaccluster=GUK5">
            <a:extLst>
              <a:ext uri="{FF2B5EF4-FFF2-40B4-BE49-F238E27FC236}">
                <a16:creationId xmlns:a16="http://schemas.microsoft.com/office/drawing/2014/main" id="{5A572F75-E8AF-0D89-47FC-414E327208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90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AC2D6DF-C4A4-2DFD-2C70-83BA2F404B98}"/>
              </a:ext>
            </a:extLst>
          </p:cNvPr>
          <p:cNvSpPr/>
          <p:nvPr/>
        </p:nvSpPr>
        <p:spPr>
          <a:xfrm>
            <a:off x="457200" y="1357884"/>
            <a:ext cx="2606040" cy="1588008"/>
          </a:xfrm>
          <a:prstGeom prst="roundRect">
            <a:avLst>
              <a:gd name="adj" fmla="val 3513"/>
            </a:avLst>
          </a:prstGeom>
          <a:gradFill>
            <a:gsLst>
              <a:gs pos="0">
                <a:schemeClr val="bg1"/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3200000" scaled="0"/>
          </a:gradFill>
          <a:ln w="19050">
            <a:noFill/>
          </a:ln>
          <a:effectLst>
            <a:outerShdw blurRad="635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Technical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54C9FA-DAED-E3B2-03B5-8143374EE605}"/>
              </a:ext>
            </a:extLst>
          </p:cNvPr>
          <p:cNvSpPr/>
          <p:nvPr/>
        </p:nvSpPr>
        <p:spPr>
          <a:xfrm>
            <a:off x="3200400" y="1357884"/>
            <a:ext cx="8549640" cy="158800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Laws of the Game, continuous updates, and video analysis of match management, positioning, and movement.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9FECC38-D86A-349D-8D32-29F855DCE773}"/>
              </a:ext>
            </a:extLst>
          </p:cNvPr>
          <p:cNvCxnSpPr/>
          <p:nvPr/>
        </p:nvCxnSpPr>
        <p:spPr>
          <a:xfrm>
            <a:off x="457200" y="3005328"/>
            <a:ext cx="1129284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AC2D6DF-C4A4-2DFD-2C70-83BA2F404B98}"/>
              </a:ext>
            </a:extLst>
          </p:cNvPr>
          <p:cNvSpPr/>
          <p:nvPr/>
        </p:nvSpPr>
        <p:spPr>
          <a:xfrm>
            <a:off x="457200" y="3064764"/>
            <a:ext cx="2606040" cy="1588008"/>
          </a:xfrm>
          <a:prstGeom prst="roundRect">
            <a:avLst>
              <a:gd name="adj" fmla="val 3513"/>
            </a:avLst>
          </a:prstGeom>
          <a:gradFill>
            <a:gsLst>
              <a:gs pos="0">
                <a:schemeClr val="bg1"/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3200000" scaled="0"/>
          </a:gradFill>
          <a:ln w="19050">
            <a:noFill/>
          </a:ln>
          <a:effectLst>
            <a:outerShdw blurRad="635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Practical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54C9FA-DAED-E3B2-03B5-8143374EE605}"/>
              </a:ext>
            </a:extLst>
          </p:cNvPr>
          <p:cNvSpPr/>
          <p:nvPr/>
        </p:nvSpPr>
        <p:spPr>
          <a:xfrm>
            <a:off x="3200400" y="3064764"/>
            <a:ext cx="8549640" cy="158800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Practice matches, high-fidelity simulations, and structured coaching.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9FECC38-D86A-349D-8D32-29F855DCE773}"/>
              </a:ext>
            </a:extLst>
          </p:cNvPr>
          <p:cNvCxnSpPr/>
          <p:nvPr/>
        </p:nvCxnSpPr>
        <p:spPr>
          <a:xfrm>
            <a:off x="457200" y="4712208"/>
            <a:ext cx="1129284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AC2D6DF-C4A4-2DFD-2C70-83BA2F404B98}"/>
              </a:ext>
            </a:extLst>
          </p:cNvPr>
          <p:cNvSpPr/>
          <p:nvPr/>
        </p:nvSpPr>
        <p:spPr>
          <a:xfrm>
            <a:off x="457200" y="4771644"/>
            <a:ext cx="2606040" cy="1588008"/>
          </a:xfrm>
          <a:prstGeom prst="roundRect">
            <a:avLst>
              <a:gd name="adj" fmla="val 3513"/>
            </a:avLst>
          </a:prstGeom>
          <a:gradFill>
            <a:gsLst>
              <a:gs pos="0">
                <a:schemeClr val="bg1"/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3200000" scaled="0"/>
          </a:gradFill>
          <a:ln w="19050">
            <a:noFill/>
          </a:ln>
          <a:effectLst>
            <a:outerShdw blurRad="635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Personal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54C9FA-DAED-E3B2-03B5-8143374EE605}"/>
              </a:ext>
            </a:extLst>
          </p:cNvPr>
          <p:cNvSpPr/>
          <p:nvPr/>
        </p:nvSpPr>
        <p:spPr>
          <a:xfrm>
            <a:off x="3200400" y="4771644"/>
            <a:ext cx="8549640" cy="158800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Seminars on communication, on-field leadership, media handling, and stress management.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EABFFC-6EE1-6685-28ED-E1F7DFB438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97631"/>
            <a:ext cx="11661006" cy="609398"/>
          </a:xfrm>
          <a:noFill/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Fitness</a:t>
            </a:r>
            <a:r>
              <a:rPr lang="en-US" noProof="0" dirty="0">
                <a:solidFill>
                  <a:srgbClr val="FFC000"/>
                </a:solidFill>
              </a:rPr>
              <a:t>: </a:t>
            </a:r>
            <a:r>
              <a:rPr lang="en-US" dirty="0">
                <a:solidFill>
                  <a:schemeClr val="tx2"/>
                </a:solidFill>
              </a:rPr>
              <a:t>Physical readiness is a non-negotiable metric for modern officiating</a:t>
            </a:r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5" name="AutoShape 6" descr="https://ukc-powerpoint.officeapps.live.com/pods/GetClipboardImage.ashx?Id=a63f3a86-cd46-4c32-9c9b-7d58b3020e85&amp;DC=GUK5&amp;pkey=4dac3d91-bf31-4d36-9baf-acff26a7f7b8&amp;wdwaccluster=GUK5">
            <a:extLst>
              <a:ext uri="{FF2B5EF4-FFF2-40B4-BE49-F238E27FC236}">
                <a16:creationId xmlns:a16="http://schemas.microsoft.com/office/drawing/2014/main" id="{5A572F75-E8AF-0D89-47FC-414E327208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90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AC2D6DF-C4A4-2DFD-2C70-83BA2F404B98}"/>
              </a:ext>
            </a:extLst>
          </p:cNvPr>
          <p:cNvSpPr/>
          <p:nvPr/>
        </p:nvSpPr>
        <p:spPr>
          <a:xfrm>
            <a:off x="457200" y="1357884"/>
            <a:ext cx="2606040" cy="1588008"/>
          </a:xfrm>
          <a:prstGeom prst="roundRect">
            <a:avLst>
              <a:gd name="adj" fmla="val 3513"/>
            </a:avLst>
          </a:prstGeom>
          <a:gradFill>
            <a:gsLst>
              <a:gs pos="0">
                <a:schemeClr val="bg1"/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3200000" scaled="0"/>
          </a:gradFill>
          <a:ln w="19050">
            <a:noFill/>
          </a:ln>
          <a:effectLst>
            <a:outerShdw blurRad="635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Testing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54C9FA-DAED-E3B2-03B5-8143374EE605}"/>
              </a:ext>
            </a:extLst>
          </p:cNvPr>
          <p:cNvSpPr/>
          <p:nvPr/>
        </p:nvSpPr>
        <p:spPr>
          <a:xfrm>
            <a:off x="3200400" y="1357884"/>
            <a:ext cx="8549640" cy="158800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Pre-season and mid-season mandatory tests using FIFA/AFC sprint and endurance protocols.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9FECC38-D86A-349D-8D32-29F855DCE773}"/>
              </a:ext>
            </a:extLst>
          </p:cNvPr>
          <p:cNvCxnSpPr/>
          <p:nvPr/>
        </p:nvCxnSpPr>
        <p:spPr>
          <a:xfrm>
            <a:off x="457200" y="3005328"/>
            <a:ext cx="1129284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AC2D6DF-C4A4-2DFD-2C70-83BA2F404B98}"/>
              </a:ext>
            </a:extLst>
          </p:cNvPr>
          <p:cNvSpPr/>
          <p:nvPr/>
        </p:nvSpPr>
        <p:spPr>
          <a:xfrm>
            <a:off x="457200" y="3064764"/>
            <a:ext cx="2606040" cy="1588008"/>
          </a:xfrm>
          <a:prstGeom prst="roundRect">
            <a:avLst>
              <a:gd name="adj" fmla="val 3513"/>
            </a:avLst>
          </a:prstGeom>
          <a:gradFill>
            <a:gsLst>
              <a:gs pos="0">
                <a:schemeClr val="bg1"/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3200000" scaled="0"/>
          </a:gradFill>
          <a:ln w="19050">
            <a:noFill/>
          </a:ln>
          <a:effectLst>
            <a:outerShdw blurRad="635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Monitoring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54C9FA-DAED-E3B2-03B5-8143374EE605}"/>
              </a:ext>
            </a:extLst>
          </p:cNvPr>
          <p:cNvSpPr/>
          <p:nvPr/>
        </p:nvSpPr>
        <p:spPr>
          <a:xfrm>
            <a:off x="3200400" y="3064764"/>
            <a:ext cx="8549640" cy="158800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GPS and heart-rate tracking of matchday loads and training intensity.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9FECC38-D86A-349D-8D32-29F855DCE773}"/>
              </a:ext>
            </a:extLst>
          </p:cNvPr>
          <p:cNvCxnSpPr/>
          <p:nvPr/>
        </p:nvCxnSpPr>
        <p:spPr>
          <a:xfrm>
            <a:off x="457200" y="4712208"/>
            <a:ext cx="1129284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AC2D6DF-C4A4-2DFD-2C70-83BA2F404B98}"/>
              </a:ext>
            </a:extLst>
          </p:cNvPr>
          <p:cNvSpPr/>
          <p:nvPr/>
        </p:nvSpPr>
        <p:spPr>
          <a:xfrm>
            <a:off x="457200" y="4771644"/>
            <a:ext cx="2606040" cy="1588008"/>
          </a:xfrm>
          <a:prstGeom prst="roundRect">
            <a:avLst>
              <a:gd name="adj" fmla="val 3513"/>
            </a:avLst>
          </a:prstGeom>
          <a:gradFill>
            <a:gsLst>
              <a:gs pos="0">
                <a:schemeClr val="bg1"/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3200000" scaled="0"/>
          </a:gradFill>
          <a:ln w="19050">
            <a:noFill/>
          </a:ln>
          <a:effectLst>
            <a:outerShdw blurRad="635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Support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54C9FA-DAED-E3B2-03B5-8143374EE605}"/>
              </a:ext>
            </a:extLst>
          </p:cNvPr>
          <p:cNvSpPr/>
          <p:nvPr/>
        </p:nvSpPr>
        <p:spPr>
          <a:xfrm>
            <a:off x="3200400" y="4771644"/>
            <a:ext cx="8549640" cy="158800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Individualized plans, nutritional guidance, and injury prevention by dedicated fitness coaches.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EABFFC-6EE1-6685-28ED-E1F7DFB438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97631"/>
            <a:ext cx="11661006" cy="609398"/>
          </a:xfrm>
          <a:noFill/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Assessment</a:t>
            </a:r>
            <a:r>
              <a:rPr lang="en-US" noProof="0" dirty="0">
                <a:solidFill>
                  <a:srgbClr val="FFC000"/>
                </a:solidFill>
              </a:rPr>
              <a:t>: </a:t>
            </a:r>
            <a:r>
              <a:rPr lang="en-US" dirty="0">
                <a:solidFill>
                  <a:schemeClr val="tx2"/>
                </a:solidFill>
              </a:rPr>
              <a:t>From Regional Committee oversight at Youth level to specialized National assessors at Talent/Elite levels</a:t>
            </a:r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5" name="AutoShape 6" descr="https://ukc-powerpoint.officeapps.live.com/pods/GetClipboardImage.ashx?Id=a63f3a86-cd46-4c32-9c9b-7d58b3020e85&amp;DC=GUK5&amp;pkey=4dac3d91-bf31-4d36-9baf-acff26a7f7b8&amp;wdwaccluster=GUK5">
            <a:extLst>
              <a:ext uri="{FF2B5EF4-FFF2-40B4-BE49-F238E27FC236}">
                <a16:creationId xmlns:a16="http://schemas.microsoft.com/office/drawing/2014/main" id="{5A572F75-E8AF-0D89-47FC-414E327208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90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AC2D6DF-C4A4-2DFD-2C70-83BA2F404B98}"/>
              </a:ext>
            </a:extLst>
          </p:cNvPr>
          <p:cNvSpPr/>
          <p:nvPr/>
        </p:nvSpPr>
        <p:spPr>
          <a:xfrm>
            <a:off x="457200" y="1357884"/>
            <a:ext cx="2606040" cy="1588008"/>
          </a:xfrm>
          <a:prstGeom prst="roundRect">
            <a:avLst>
              <a:gd name="adj" fmla="val 3513"/>
            </a:avLst>
          </a:prstGeom>
          <a:gradFill>
            <a:gsLst>
              <a:gs pos="0">
                <a:schemeClr val="bg1"/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3200000" scaled="0"/>
          </a:gradFill>
          <a:ln w="19050">
            <a:noFill/>
          </a:ln>
          <a:effectLst>
            <a:outerShdw blurRad="635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Criteria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54C9FA-DAED-E3B2-03B5-8143374EE605}"/>
              </a:ext>
            </a:extLst>
          </p:cNvPr>
          <p:cNvSpPr/>
          <p:nvPr/>
        </p:nvSpPr>
        <p:spPr>
          <a:xfrm>
            <a:off x="3200400" y="1357884"/>
            <a:ext cx="8549640" cy="158800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Decision-making, match control, presence, teamwork, positioning, and English proficiency.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9FECC38-D86A-349D-8D32-29F855DCE773}"/>
              </a:ext>
            </a:extLst>
          </p:cNvPr>
          <p:cNvCxnSpPr/>
          <p:nvPr/>
        </p:nvCxnSpPr>
        <p:spPr>
          <a:xfrm>
            <a:off x="457200" y="3005328"/>
            <a:ext cx="1129284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AC2D6DF-C4A4-2DFD-2C70-83BA2F404B98}"/>
              </a:ext>
            </a:extLst>
          </p:cNvPr>
          <p:cNvSpPr/>
          <p:nvPr/>
        </p:nvSpPr>
        <p:spPr>
          <a:xfrm>
            <a:off x="457200" y="3064764"/>
            <a:ext cx="2606040" cy="1588008"/>
          </a:xfrm>
          <a:prstGeom prst="roundRect">
            <a:avLst>
              <a:gd name="adj" fmla="val 3513"/>
            </a:avLst>
          </a:prstGeom>
          <a:gradFill>
            <a:gsLst>
              <a:gs pos="0">
                <a:schemeClr val="bg1"/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3200000" scaled="0"/>
          </a:gradFill>
          <a:ln w="19050">
            <a:noFill/>
          </a:ln>
          <a:effectLst>
            <a:outerShdw blurRad="635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Weighting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54C9FA-DAED-E3B2-03B5-8143374EE605}"/>
              </a:ext>
            </a:extLst>
          </p:cNvPr>
          <p:cNvSpPr/>
          <p:nvPr/>
        </p:nvSpPr>
        <p:spPr>
          <a:xfrm>
            <a:off x="3200400" y="3064764"/>
            <a:ext cx="8549640" cy="158800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Heavy emphasis on Key Match Incidents (KMIs) and game management under pressure.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9FECC38-D86A-349D-8D32-29F855DCE773}"/>
              </a:ext>
            </a:extLst>
          </p:cNvPr>
          <p:cNvCxnSpPr/>
          <p:nvPr/>
        </p:nvCxnSpPr>
        <p:spPr>
          <a:xfrm>
            <a:off x="457200" y="4712208"/>
            <a:ext cx="1129284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AC2D6DF-C4A4-2DFD-2C70-83BA2F404B98}"/>
              </a:ext>
            </a:extLst>
          </p:cNvPr>
          <p:cNvSpPr/>
          <p:nvPr/>
        </p:nvSpPr>
        <p:spPr>
          <a:xfrm>
            <a:off x="457200" y="4771644"/>
            <a:ext cx="2606040" cy="1588008"/>
          </a:xfrm>
          <a:prstGeom prst="roundRect">
            <a:avLst>
              <a:gd name="adj" fmla="val 3513"/>
            </a:avLst>
          </a:prstGeom>
          <a:gradFill>
            <a:gsLst>
              <a:gs pos="0">
                <a:schemeClr val="bg1"/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3200000" scaled="0"/>
          </a:gradFill>
          <a:ln w="19050">
            <a:noFill/>
          </a:ln>
          <a:effectLst>
            <a:outerShdw blurRad="635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U18 Threshold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54C9FA-DAED-E3B2-03B5-8143374EE605}"/>
              </a:ext>
            </a:extLst>
          </p:cNvPr>
          <p:cNvSpPr/>
          <p:nvPr/>
        </p:nvSpPr>
        <p:spPr>
          <a:xfrm>
            <a:off x="3200400" y="4771644"/>
            <a:ext cx="8549640" cy="158800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A mandatory 10-round review decides entry into the Talent Path or Standard Progression.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EABFFC-6EE1-6685-28ED-E1F7DFB438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97631"/>
            <a:ext cx="11661006" cy="609398"/>
          </a:xfrm>
          <a:noFill/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Promotion &amp; Demotion</a:t>
            </a:r>
            <a:r>
              <a:rPr lang="en-US" noProof="0" dirty="0">
                <a:solidFill>
                  <a:srgbClr val="FFC000"/>
                </a:solidFill>
              </a:rPr>
              <a:t>: </a:t>
            </a:r>
            <a:r>
              <a:rPr lang="en-US" dirty="0">
                <a:solidFill>
                  <a:schemeClr val="tx2"/>
                </a:solidFill>
              </a:rPr>
              <a:t>Career mobility governed by transparent, performance-driven quotas</a:t>
            </a:r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5" name="AutoShape 6" descr="https://ukc-powerpoint.officeapps.live.com/pods/GetClipboardImage.ashx?Id=a63f3a86-cd46-4c32-9c9b-7d58b3020e85&amp;DC=GUK5&amp;pkey=4dac3d91-bf31-4d36-9baf-acff26a7f7b8&amp;wdwaccluster=GUK5">
            <a:extLst>
              <a:ext uri="{FF2B5EF4-FFF2-40B4-BE49-F238E27FC236}">
                <a16:creationId xmlns:a16="http://schemas.microsoft.com/office/drawing/2014/main" id="{5A572F75-E8AF-0D89-47FC-414E327208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90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AC2D6DF-C4A4-2DFD-2C70-83BA2F404B98}"/>
              </a:ext>
            </a:extLst>
          </p:cNvPr>
          <p:cNvSpPr/>
          <p:nvPr/>
        </p:nvSpPr>
        <p:spPr>
          <a:xfrm>
            <a:off x="457200" y="1357884"/>
            <a:ext cx="2606040" cy="1588008"/>
          </a:xfrm>
          <a:prstGeom prst="roundRect">
            <a:avLst>
              <a:gd name="adj" fmla="val 3513"/>
            </a:avLst>
          </a:prstGeom>
          <a:gradFill>
            <a:gsLst>
              <a:gs pos="0">
                <a:schemeClr val="bg1"/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3200000" scaled="0"/>
          </a:gradFill>
          <a:ln w="19050">
            <a:noFill/>
          </a:ln>
          <a:effectLst>
            <a:outerShdw blurRad="635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Talent Path (U21)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54C9FA-DAED-E3B2-03B5-8143374EE605}"/>
              </a:ext>
            </a:extLst>
          </p:cNvPr>
          <p:cNvSpPr/>
          <p:nvPr/>
        </p:nvSpPr>
        <p:spPr>
          <a:xfrm>
            <a:off x="3200400" y="1357884"/>
            <a:ext cx="8549640" cy="158800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Max 3-year tenure; officials not promoted to the Yelo League are reclassified to the 3rd Division.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9FECC38-D86A-349D-8D32-29F855DCE773}"/>
              </a:ext>
            </a:extLst>
          </p:cNvPr>
          <p:cNvCxnSpPr/>
          <p:nvPr/>
        </p:nvCxnSpPr>
        <p:spPr>
          <a:xfrm>
            <a:off x="457200" y="3005328"/>
            <a:ext cx="1129284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AC2D6DF-C4A4-2DFD-2C70-83BA2F404B98}"/>
              </a:ext>
            </a:extLst>
          </p:cNvPr>
          <p:cNvSpPr/>
          <p:nvPr/>
        </p:nvSpPr>
        <p:spPr>
          <a:xfrm>
            <a:off x="457200" y="3064764"/>
            <a:ext cx="2606040" cy="1588008"/>
          </a:xfrm>
          <a:prstGeom prst="roundRect">
            <a:avLst>
              <a:gd name="adj" fmla="val 3513"/>
            </a:avLst>
          </a:prstGeom>
          <a:gradFill>
            <a:gsLst>
              <a:gs pos="0">
                <a:schemeClr val="bg1"/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3200000" scaled="0"/>
          </a:gradFill>
          <a:ln w="19050">
            <a:noFill/>
          </a:ln>
          <a:effectLst>
            <a:outerShdw blurRad="635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Elite Promotion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54C9FA-DAED-E3B2-03B5-8143374EE605}"/>
              </a:ext>
            </a:extLst>
          </p:cNvPr>
          <p:cNvSpPr/>
          <p:nvPr/>
        </p:nvSpPr>
        <p:spPr>
          <a:xfrm>
            <a:off x="3200400" y="3064764"/>
            <a:ext cx="8549640" cy="158800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Advancement to the ROSHN Saudi League requires excellence across technical, physical, and behavioral KPIs.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9FECC38-D86A-349D-8D32-29F855DCE773}"/>
              </a:ext>
            </a:extLst>
          </p:cNvPr>
          <p:cNvCxnSpPr/>
          <p:nvPr/>
        </p:nvCxnSpPr>
        <p:spPr>
          <a:xfrm>
            <a:off x="457200" y="4712208"/>
            <a:ext cx="1129284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AC2D6DF-C4A4-2DFD-2C70-83BA2F404B98}"/>
              </a:ext>
            </a:extLst>
          </p:cNvPr>
          <p:cNvSpPr/>
          <p:nvPr/>
        </p:nvSpPr>
        <p:spPr>
          <a:xfrm>
            <a:off x="457200" y="4771644"/>
            <a:ext cx="2606040" cy="1588008"/>
          </a:xfrm>
          <a:prstGeom prst="roundRect">
            <a:avLst>
              <a:gd name="adj" fmla="val 3513"/>
            </a:avLst>
          </a:prstGeom>
          <a:gradFill>
            <a:gsLst>
              <a:gs pos="0">
                <a:schemeClr val="bg1"/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3200000" scaled="0"/>
          </a:gradFill>
          <a:ln w="19050">
            <a:noFill/>
          </a:ln>
          <a:effectLst>
            <a:outerShdw blurRad="635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Demotion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54C9FA-DAED-E3B2-03B5-8143374EE605}"/>
              </a:ext>
            </a:extLst>
          </p:cNvPr>
          <p:cNvSpPr/>
          <p:nvPr/>
        </p:nvSpPr>
        <p:spPr>
          <a:xfrm>
            <a:off x="3200400" y="4771644"/>
            <a:ext cx="8549640" cy="158800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Triggered by sustained poor performance, fitness-test failure, or breaches of professionalism.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EABFFC-6EE1-6685-28ED-E1F7DFB438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97631"/>
            <a:ext cx="11661006" cy="609398"/>
          </a:xfrm>
          <a:noFill/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Talent Identification</a:t>
            </a:r>
            <a:r>
              <a:rPr lang="en-US" noProof="0" dirty="0">
                <a:solidFill>
                  <a:srgbClr val="FFC000"/>
                </a:solidFill>
              </a:rPr>
              <a:t>: </a:t>
            </a:r>
            <a:r>
              <a:rPr lang="en-US" dirty="0">
                <a:solidFill>
                  <a:schemeClr val="tx2"/>
                </a:solidFill>
              </a:rPr>
              <a:t>A proactive scouting network identifies advanced competencies early</a:t>
            </a:r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5" name="AutoShape 6" descr="https://ukc-powerpoint.officeapps.live.com/pods/GetClipboardImage.ashx?Id=a63f3a86-cd46-4c32-9c9b-7d58b3020e85&amp;DC=GUK5&amp;pkey=4dac3d91-bf31-4d36-9baf-acff26a7f7b8&amp;wdwaccluster=GUK5">
            <a:extLst>
              <a:ext uri="{FF2B5EF4-FFF2-40B4-BE49-F238E27FC236}">
                <a16:creationId xmlns:a16="http://schemas.microsoft.com/office/drawing/2014/main" id="{5A572F75-E8AF-0D89-47FC-414E327208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90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54C9FA-DAED-E3B2-03B5-8143374EE605}"/>
              </a:ext>
            </a:extLst>
          </p:cNvPr>
          <p:cNvSpPr/>
          <p:nvPr/>
        </p:nvSpPr>
        <p:spPr>
          <a:xfrm>
            <a:off x="457200" y="1357884"/>
            <a:ext cx="11292840" cy="244144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Talented individuals are not restricted to sequential categorical progression.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9FECC38-D86A-349D-8D32-29F855DCE773}"/>
              </a:ext>
            </a:extLst>
          </p:cNvPr>
          <p:cNvCxnSpPr/>
          <p:nvPr/>
        </p:nvCxnSpPr>
        <p:spPr>
          <a:xfrm>
            <a:off x="457200" y="3858768"/>
            <a:ext cx="1129284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1B54C9FA-DAED-E3B2-03B5-8143374EE605}"/>
              </a:ext>
            </a:extLst>
          </p:cNvPr>
          <p:cNvSpPr/>
          <p:nvPr/>
        </p:nvSpPr>
        <p:spPr>
          <a:xfrm>
            <a:off x="457200" y="3918204"/>
            <a:ext cx="11292840" cy="244144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Highly-rated officials can skip youth tiers to enter the Talent Path before U21, accelerating exposure to national-level coaching.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EABFFC-6EE1-6685-28ED-E1F7DFB438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97631"/>
            <a:ext cx="11661006" cy="609398"/>
          </a:xfrm>
          <a:noFill/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Coaching &amp; Mentoring</a:t>
            </a:r>
            <a:r>
              <a:rPr lang="en-US" noProof="0" dirty="0">
                <a:solidFill>
                  <a:srgbClr val="FFC000"/>
                </a:solidFill>
              </a:rPr>
              <a:t>: </a:t>
            </a:r>
            <a:r>
              <a:rPr lang="en-US" dirty="0">
                <a:solidFill>
                  <a:schemeClr val="tx2"/>
                </a:solidFill>
              </a:rPr>
              <a:t>A structured program pairs active Elite and International officials with Emerging Talent</a:t>
            </a:r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5" name="AutoShape 6" descr="https://ukc-powerpoint.officeapps.live.com/pods/GetClipboardImage.ashx?Id=a63f3a86-cd46-4c32-9c9b-7d58b3020e85&amp;DC=GUK5&amp;pkey=4dac3d91-bf31-4d36-9baf-acff26a7f7b8&amp;wdwaccluster=GUK5">
            <a:extLst>
              <a:ext uri="{FF2B5EF4-FFF2-40B4-BE49-F238E27FC236}">
                <a16:creationId xmlns:a16="http://schemas.microsoft.com/office/drawing/2014/main" id="{5A572F75-E8AF-0D89-47FC-414E327208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90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54C9FA-DAED-E3B2-03B5-8143374EE605}"/>
              </a:ext>
            </a:extLst>
          </p:cNvPr>
          <p:cNvSpPr/>
          <p:nvPr/>
        </p:nvSpPr>
        <p:spPr>
          <a:xfrm>
            <a:off x="457200" y="1357884"/>
            <a:ext cx="11292840" cy="158800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Regular video-feedback sessions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9FECC38-D86A-349D-8D32-29F855DCE773}"/>
              </a:ext>
            </a:extLst>
          </p:cNvPr>
          <p:cNvCxnSpPr/>
          <p:nvPr/>
        </p:nvCxnSpPr>
        <p:spPr>
          <a:xfrm>
            <a:off x="457200" y="3005328"/>
            <a:ext cx="1129284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1B54C9FA-DAED-E3B2-03B5-8143374EE605}"/>
              </a:ext>
            </a:extLst>
          </p:cNvPr>
          <p:cNvSpPr/>
          <p:nvPr/>
        </p:nvSpPr>
        <p:spPr>
          <a:xfrm>
            <a:off x="457200" y="3064764"/>
            <a:ext cx="11292840" cy="158800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Individual Development Plan (IDP) formulation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9FECC38-D86A-349D-8D32-29F855DCE773}"/>
              </a:ext>
            </a:extLst>
          </p:cNvPr>
          <p:cNvCxnSpPr/>
          <p:nvPr/>
        </p:nvCxnSpPr>
        <p:spPr>
          <a:xfrm>
            <a:off x="457200" y="4712208"/>
            <a:ext cx="1129284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1B54C9FA-DAED-E3B2-03B5-8143374EE605}"/>
              </a:ext>
            </a:extLst>
          </p:cNvPr>
          <p:cNvSpPr/>
          <p:nvPr/>
        </p:nvSpPr>
        <p:spPr>
          <a:xfrm>
            <a:off x="457200" y="4771644"/>
            <a:ext cx="11292840" cy="158800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Comprehensive annual reviews to ensure trajectory alignment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049B6DE-B429-2E84-2CDA-ACE69B04FC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97631"/>
            <a:ext cx="11661006" cy="609398"/>
          </a:xfrm>
          <a:noFill/>
        </p:spPr>
        <p:txBody>
          <a:bodyPr/>
          <a:lstStyle/>
          <a:p>
            <a:r>
              <a:rPr lang="en-US">
                <a:solidFill>
                  <a:srgbClr val="FFC000"/>
                </a:solidFill>
              </a:rPr>
              <a:t>VAR Pathway</a:t>
            </a:r>
            <a:r>
              <a:rPr lang="en-US" noProof="0">
                <a:solidFill>
                  <a:srgbClr val="FFC000"/>
                </a:solidFill>
              </a:rPr>
              <a:t>: </a:t>
            </a:r>
            <a:r>
              <a:rPr lang="en-US">
                <a:solidFill>
                  <a:schemeClr val="tx2"/>
                </a:solidFill>
              </a:rPr>
              <a:t>Specialized training stages for VAR / AVAR certification</a:t>
            </a:r>
            <a:endParaRPr lang="en-US" noProof="0">
              <a:solidFill>
                <a:schemeClr val="tx2"/>
              </a:solidFill>
            </a:endParaRPr>
          </a:p>
        </p:txBody>
      </p:sp>
      <p:sp>
        <p:nvSpPr>
          <p:cNvPr id="5" name="AutoShape 6" descr="https://ukc-powerpoint.officeapps.live.com/pods/GetClipboardImage.ashx?Id=a63f3a86-cd46-4c32-9c9b-7d58b3020e85&amp;DC=GUK5&amp;pkey=4dac3d91-bf31-4d36-9baf-acff26a7f7b8&amp;wdwaccluster=GUK5">
            <a:extLst>
              <a:ext uri="{FF2B5EF4-FFF2-40B4-BE49-F238E27FC236}">
                <a16:creationId xmlns:a16="http://schemas.microsoft.com/office/drawing/2014/main" id="{612AE229-5702-7F09-23BB-08A23ABB8C9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90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11159D8E-0B85-3BF7-B8C1-4604863A0E96}"/>
              </a:ext>
            </a:extLst>
          </p:cNvPr>
          <p:cNvSpPr/>
          <p:nvPr/>
        </p:nvSpPr>
        <p:spPr>
          <a:xfrm>
            <a:off x="339229" y="1655705"/>
            <a:ext cx="2187224" cy="4297680"/>
          </a:xfrm>
          <a:prstGeom prst="roundRect">
            <a:avLst>
              <a:gd name="adj" fmla="val 1898"/>
            </a:avLst>
          </a:prstGeom>
          <a:gradFill flip="none" rotWithShape="1">
            <a:gsLst>
              <a:gs pos="60816">
                <a:srgbClr val="0D261E">
                  <a:alpha val="83000"/>
                </a:srgbClr>
              </a:gs>
              <a:gs pos="21000">
                <a:srgbClr val="1B4C3C">
                  <a:alpha val="96000"/>
                </a:srgbClr>
              </a:gs>
              <a:gs pos="0">
                <a:schemeClr val="accent1"/>
              </a:gs>
              <a:gs pos="100000">
                <a:schemeClr val="tx1">
                  <a:alpha val="89000"/>
                </a:schemeClr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548640" rIns="0" bIns="0"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Stage 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Selection of Elite Referees or Assistant Referees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FB74EE97-B08F-D92C-A115-1BD9FC8491BA}"/>
              </a:ext>
            </a:extLst>
          </p:cNvPr>
          <p:cNvSpPr/>
          <p:nvPr/>
        </p:nvSpPr>
        <p:spPr>
          <a:xfrm>
            <a:off x="2670810" y="1655705"/>
            <a:ext cx="2187224" cy="4297680"/>
          </a:xfrm>
          <a:prstGeom prst="roundRect">
            <a:avLst>
              <a:gd name="adj" fmla="val 1898"/>
            </a:avLst>
          </a:prstGeom>
          <a:gradFill flip="none" rotWithShape="1">
            <a:gsLst>
              <a:gs pos="60816">
                <a:srgbClr val="0D261E">
                  <a:alpha val="83000"/>
                </a:srgbClr>
              </a:gs>
              <a:gs pos="21000">
                <a:srgbClr val="1B4C3C">
                  <a:alpha val="96000"/>
                </a:srgbClr>
              </a:gs>
              <a:gs pos="0">
                <a:schemeClr val="accent1"/>
              </a:gs>
              <a:gs pos="100000">
                <a:schemeClr val="tx1">
                  <a:alpha val="89000"/>
                </a:schemeClr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548640" rIns="0" bIns="0"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Stage 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VAR Introductory Theoretical Course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004D38AD-93A5-2557-661D-EE3095828C7B}"/>
              </a:ext>
            </a:extLst>
          </p:cNvPr>
          <p:cNvSpPr/>
          <p:nvPr/>
        </p:nvSpPr>
        <p:spPr>
          <a:xfrm>
            <a:off x="5002390" y="1655705"/>
            <a:ext cx="2187224" cy="4297680"/>
          </a:xfrm>
          <a:prstGeom prst="roundRect">
            <a:avLst>
              <a:gd name="adj" fmla="val 1898"/>
            </a:avLst>
          </a:prstGeom>
          <a:gradFill flip="none" rotWithShape="1">
            <a:gsLst>
              <a:gs pos="60816">
                <a:srgbClr val="0D261E">
                  <a:alpha val="83000"/>
                </a:srgbClr>
              </a:gs>
              <a:gs pos="21000">
                <a:srgbClr val="1B4C3C">
                  <a:alpha val="96000"/>
                </a:srgbClr>
              </a:gs>
              <a:gs pos="0">
                <a:schemeClr val="accent1"/>
              </a:gs>
              <a:gs pos="100000">
                <a:schemeClr val="tx1">
                  <a:alpha val="89000"/>
                </a:schemeClr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548640" rIns="0" bIns="0"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Stage 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Offline Simulator Training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7E556D53-DB54-1B58-998C-D8B3F3B2A9D5}"/>
              </a:ext>
            </a:extLst>
          </p:cNvPr>
          <p:cNvSpPr/>
          <p:nvPr/>
        </p:nvSpPr>
        <p:spPr>
          <a:xfrm>
            <a:off x="7333971" y="1655705"/>
            <a:ext cx="2187224" cy="4297680"/>
          </a:xfrm>
          <a:prstGeom prst="roundRect">
            <a:avLst>
              <a:gd name="adj" fmla="val 1898"/>
            </a:avLst>
          </a:prstGeom>
          <a:gradFill flip="none" rotWithShape="1">
            <a:gsLst>
              <a:gs pos="60816">
                <a:srgbClr val="0D261E">
                  <a:alpha val="83000"/>
                </a:srgbClr>
              </a:gs>
              <a:gs pos="21000">
                <a:srgbClr val="1B4C3C">
                  <a:alpha val="96000"/>
                </a:srgbClr>
              </a:gs>
              <a:gs pos="0">
                <a:schemeClr val="accent1"/>
              </a:gs>
              <a:gs pos="100000">
                <a:schemeClr val="tx1">
                  <a:alpha val="89000"/>
                </a:schemeClr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548640" rIns="0" bIns="0"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Stage 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Live Match Training (shadow matches)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8A081DB0-0F7E-0565-F3A5-426D73E96EC7}"/>
              </a:ext>
            </a:extLst>
          </p:cNvPr>
          <p:cNvSpPr/>
          <p:nvPr/>
        </p:nvSpPr>
        <p:spPr>
          <a:xfrm>
            <a:off x="9665551" y="1655705"/>
            <a:ext cx="2187224" cy="4297680"/>
          </a:xfrm>
          <a:prstGeom prst="roundRect">
            <a:avLst>
              <a:gd name="adj" fmla="val 1898"/>
            </a:avLst>
          </a:prstGeom>
          <a:gradFill flip="none" rotWithShape="1">
            <a:gsLst>
              <a:gs pos="60816">
                <a:srgbClr val="0D261E">
                  <a:alpha val="83000"/>
                </a:srgbClr>
              </a:gs>
              <a:gs pos="21000">
                <a:srgbClr val="1B4C3C">
                  <a:alpha val="96000"/>
                </a:srgbClr>
              </a:gs>
              <a:gs pos="0">
                <a:schemeClr val="accent1"/>
              </a:gs>
              <a:gs pos="100000">
                <a:schemeClr val="tx1">
                  <a:alpha val="89000"/>
                </a:schemeClr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548640" rIns="0" bIns="0"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Stage 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Formal Certification &amp; Quality Assessment</a:t>
            </a:r>
          </a:p>
        </p:txBody>
      </p:sp>
      <p:pic>
        <p:nvPicPr>
          <p:cNvPr id="41" name="Picture 4">
            <a:extLst>
              <a:ext uri="{FF2B5EF4-FFF2-40B4-BE49-F238E27FC236}">
                <a16:creationId xmlns:a16="http://schemas.microsoft.com/office/drawing/2014/main" id="{2738DDEB-95C4-D62B-F992-099643E3D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554873" y="1777956"/>
            <a:ext cx="419098" cy="419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4" descr="Football club ">
            <a:extLst>
              <a:ext uri="{FF2B5EF4-FFF2-40B4-BE49-F238E27FC236}">
                <a16:creationId xmlns:a16="http://schemas.microsoft.com/office/drawing/2014/main" id="{9718BA51-46A2-3D5D-418A-EB678C2046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6452" y="1777956"/>
            <a:ext cx="419098" cy="419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">
            <a:extLst>
              <a:ext uri="{FF2B5EF4-FFF2-40B4-BE49-F238E27FC236}">
                <a16:creationId xmlns:a16="http://schemas.microsoft.com/office/drawing/2014/main" id="{5239318C-E74C-1350-E13B-5F12FC8E45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218032" y="1777956"/>
            <a:ext cx="419098" cy="419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4">
            <a:extLst>
              <a:ext uri="{FF2B5EF4-FFF2-40B4-BE49-F238E27FC236}">
                <a16:creationId xmlns:a16="http://schemas.microsoft.com/office/drawing/2014/main" id="{F1D61D28-0E8B-6DC3-6437-D3DC3DA534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549614" y="1777956"/>
            <a:ext cx="419098" cy="419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4">
            <a:extLst>
              <a:ext uri="{FF2B5EF4-FFF2-40B4-BE49-F238E27FC236}">
                <a16:creationId xmlns:a16="http://schemas.microsoft.com/office/drawing/2014/main" id="{5FA01B83-47E3-DF64-D9CC-6179040455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223292" y="1777956"/>
            <a:ext cx="419098" cy="419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EABFFC-6EE1-6685-28ED-E1F7DFB438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97631"/>
            <a:ext cx="11661006" cy="609398"/>
          </a:xfrm>
          <a:noFill/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International Pathway</a:t>
            </a:r>
            <a:r>
              <a:rPr lang="en-US" noProof="0" dirty="0">
                <a:solidFill>
                  <a:srgbClr val="FFC000"/>
                </a:solidFill>
              </a:rPr>
              <a:t>: </a:t>
            </a:r>
            <a:r>
              <a:rPr lang="en-US" dirty="0">
                <a:solidFill>
                  <a:schemeClr val="tx2"/>
                </a:solidFill>
              </a:rPr>
              <a:t>Elevation to the FIFA list, drawn exclusively from the Elite category</a:t>
            </a:r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5" name="AutoShape 6" descr="https://ukc-powerpoint.officeapps.live.com/pods/GetClipboardImage.ashx?Id=a63f3a86-cd46-4c32-9c9b-7d58b3020e85&amp;DC=GUK5&amp;pkey=4dac3d91-bf31-4d36-9baf-acff26a7f7b8&amp;wdwaccluster=GUK5">
            <a:extLst>
              <a:ext uri="{FF2B5EF4-FFF2-40B4-BE49-F238E27FC236}">
                <a16:creationId xmlns:a16="http://schemas.microsoft.com/office/drawing/2014/main" id="{5A572F75-E8AF-0D89-47FC-414E327208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90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AC2D6DF-C4A4-2DFD-2C70-83BA2F404B98}"/>
              </a:ext>
            </a:extLst>
          </p:cNvPr>
          <p:cNvSpPr/>
          <p:nvPr/>
        </p:nvSpPr>
        <p:spPr>
          <a:xfrm>
            <a:off x="457200" y="1357884"/>
            <a:ext cx="2606040" cy="1161288"/>
          </a:xfrm>
          <a:prstGeom prst="roundRect">
            <a:avLst>
              <a:gd name="adj" fmla="val 3513"/>
            </a:avLst>
          </a:prstGeom>
          <a:gradFill>
            <a:gsLst>
              <a:gs pos="0">
                <a:schemeClr val="bg1"/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3200000" scaled="0"/>
          </a:gradFill>
          <a:ln w="19050">
            <a:noFill/>
          </a:ln>
          <a:effectLst>
            <a:outerShdw blurRad="635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English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54C9FA-DAED-E3B2-03B5-8143374EE605}"/>
              </a:ext>
            </a:extLst>
          </p:cNvPr>
          <p:cNvSpPr/>
          <p:nvPr/>
        </p:nvSpPr>
        <p:spPr>
          <a:xfrm>
            <a:off x="3200400" y="1357884"/>
            <a:ext cx="8549640" cy="116128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English proficiency is rigorously evaluated.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9FECC38-D86A-349D-8D32-29F855DCE773}"/>
              </a:ext>
            </a:extLst>
          </p:cNvPr>
          <p:cNvCxnSpPr/>
          <p:nvPr/>
        </p:nvCxnSpPr>
        <p:spPr>
          <a:xfrm>
            <a:off x="457200" y="2578608"/>
            <a:ext cx="1129284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AC2D6DF-C4A4-2DFD-2C70-83BA2F404B98}"/>
              </a:ext>
            </a:extLst>
          </p:cNvPr>
          <p:cNvSpPr/>
          <p:nvPr/>
        </p:nvSpPr>
        <p:spPr>
          <a:xfrm>
            <a:off x="457200" y="2638044"/>
            <a:ext cx="2606040" cy="1161288"/>
          </a:xfrm>
          <a:prstGeom prst="roundRect">
            <a:avLst>
              <a:gd name="adj" fmla="val 3513"/>
            </a:avLst>
          </a:prstGeom>
          <a:gradFill>
            <a:gsLst>
              <a:gs pos="0">
                <a:schemeClr val="bg1"/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3200000" scaled="0"/>
          </a:gradFill>
          <a:ln w="19050">
            <a:noFill/>
          </a:ln>
          <a:effectLst>
            <a:outerShdw blurRad="635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Fitness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54C9FA-DAED-E3B2-03B5-8143374EE605}"/>
              </a:ext>
            </a:extLst>
          </p:cNvPr>
          <p:cNvSpPr/>
          <p:nvPr/>
        </p:nvSpPr>
        <p:spPr>
          <a:xfrm>
            <a:off x="3200400" y="2638044"/>
            <a:ext cx="8549640" cy="116128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Exceptional fitness metrics are required.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9FECC38-D86A-349D-8D32-29F855DCE773}"/>
              </a:ext>
            </a:extLst>
          </p:cNvPr>
          <p:cNvCxnSpPr/>
          <p:nvPr/>
        </p:nvCxnSpPr>
        <p:spPr>
          <a:xfrm>
            <a:off x="457200" y="3858768"/>
            <a:ext cx="1129284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AC2D6DF-C4A4-2DFD-2C70-83BA2F404B98}"/>
              </a:ext>
            </a:extLst>
          </p:cNvPr>
          <p:cNvSpPr/>
          <p:nvPr/>
        </p:nvSpPr>
        <p:spPr>
          <a:xfrm>
            <a:off x="457200" y="3918204"/>
            <a:ext cx="2606040" cy="1161288"/>
          </a:xfrm>
          <a:prstGeom prst="roundRect">
            <a:avLst>
              <a:gd name="adj" fmla="val 3513"/>
            </a:avLst>
          </a:prstGeom>
          <a:gradFill>
            <a:gsLst>
              <a:gs pos="0">
                <a:schemeClr val="bg1"/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3200000" scaled="0"/>
          </a:gradFill>
          <a:ln w="19050">
            <a:noFill/>
          </a:ln>
          <a:effectLst>
            <a:outerShdw blurRad="635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Track Record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54C9FA-DAED-E3B2-03B5-8143374EE605}"/>
              </a:ext>
            </a:extLst>
          </p:cNvPr>
          <p:cNvSpPr/>
          <p:nvPr/>
        </p:nvSpPr>
        <p:spPr>
          <a:xfrm>
            <a:off x="3200400" y="3918204"/>
            <a:ext cx="8549640" cy="116128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An impeccable record in domestic matches.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9FECC38-D86A-349D-8D32-29F855DCE773}"/>
              </a:ext>
            </a:extLst>
          </p:cNvPr>
          <p:cNvCxnSpPr/>
          <p:nvPr/>
        </p:nvCxnSpPr>
        <p:spPr>
          <a:xfrm>
            <a:off x="457200" y="5138928"/>
            <a:ext cx="1129284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AC2D6DF-C4A4-2DFD-2C70-83BA2F404B98}"/>
              </a:ext>
            </a:extLst>
          </p:cNvPr>
          <p:cNvSpPr/>
          <p:nvPr/>
        </p:nvSpPr>
        <p:spPr>
          <a:xfrm>
            <a:off x="457200" y="5198364"/>
            <a:ext cx="2606040" cy="1161288"/>
          </a:xfrm>
          <a:prstGeom prst="roundRect">
            <a:avLst>
              <a:gd name="adj" fmla="val 3513"/>
            </a:avLst>
          </a:prstGeom>
          <a:gradFill>
            <a:gsLst>
              <a:gs pos="0">
                <a:schemeClr val="bg1"/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3200000" scaled="0"/>
          </a:gradFill>
          <a:ln w="19050">
            <a:noFill/>
          </a:ln>
          <a:effectLst>
            <a:outerShdw blurRad="635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Age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54C9FA-DAED-E3B2-03B5-8143374EE605}"/>
              </a:ext>
            </a:extLst>
          </p:cNvPr>
          <p:cNvSpPr/>
          <p:nvPr/>
        </p:nvSpPr>
        <p:spPr>
          <a:xfrm>
            <a:off x="3200400" y="5198364"/>
            <a:ext cx="8549640" cy="116128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Referees &lt;33; Assistant Referees &lt;36 on January 1st of the nomination year.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A75A2F0-5456-5A40-3B2B-76351789A6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97631"/>
            <a:ext cx="11661006" cy="609398"/>
          </a:xfrm>
          <a:noFill/>
        </p:spPr>
        <p:txBody>
          <a:bodyPr/>
          <a:lstStyle/>
          <a:p>
            <a:endParaRPr lang="en-US" noProof="0" dirty="0">
              <a:solidFill>
                <a:schemeClr val="tx2"/>
              </a:solidFill>
            </a:endParaRPr>
            <a:r>
              <a:rPr lang="en-US" noProof="0" dirty="0">
                <a:solidFill>
                  <a:srgbClr val="FFC000"/>
                </a:solidFill>
              </a:rPr>
              <a:t>Annual Calendar: A synchronized national calendar provides stability and foresight</a:t>
            </a:r>
          </a:p>
        </p:txBody>
      </p:sp>
      <p:sp>
        <p:nvSpPr>
          <p:cNvPr id="5" name="AutoShape 6" descr="https://ukc-powerpoint.officeapps.live.com/pods/GetClipboardImage.ashx?Id=a63f3a86-cd46-4c32-9c9b-7d58b3020e85&amp;DC=GUK5&amp;pkey=4dac3d91-bf31-4d36-9baf-acff26a7f7b8&amp;wdwaccluster=GUK5">
            <a:extLst>
              <a:ext uri="{FF2B5EF4-FFF2-40B4-BE49-F238E27FC236}">
                <a16:creationId xmlns:a16="http://schemas.microsoft.com/office/drawing/2014/main" id="{EA569F57-65A6-E9D2-A7F5-8EB84650ADD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90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AF192197-686C-61DB-E997-3056C9055EB0}"/>
              </a:ext>
            </a:extLst>
          </p:cNvPr>
          <p:cNvSpPr>
            <a:spLocks/>
          </p:cNvSpPr>
          <p:nvPr/>
        </p:nvSpPr>
        <p:spPr bwMode="auto">
          <a:xfrm>
            <a:off x="3686772" y="1087439"/>
            <a:ext cx="119063" cy="4889500"/>
          </a:xfrm>
          <a:custGeom>
            <a:avLst/>
            <a:gdLst>
              <a:gd name="T0" fmla="*/ 0 w 31"/>
              <a:gd name="T1" fmla="*/ 0 h 1344"/>
              <a:gd name="T2" fmla="*/ 0 w 31"/>
              <a:gd name="T3" fmla="*/ 1344 h 1344"/>
              <a:gd name="T4" fmla="*/ 31 w 31"/>
              <a:gd name="T5" fmla="*/ 672 h 1344"/>
              <a:gd name="T6" fmla="*/ 0 w 31"/>
              <a:gd name="T7" fmla="*/ 0 h 13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1" h="1344">
                <a:moveTo>
                  <a:pt x="0" y="0"/>
                </a:moveTo>
                <a:cubicBezTo>
                  <a:pt x="0" y="1344"/>
                  <a:pt x="0" y="1344"/>
                  <a:pt x="0" y="1344"/>
                </a:cubicBezTo>
                <a:cubicBezTo>
                  <a:pt x="17" y="1344"/>
                  <a:pt x="31" y="1043"/>
                  <a:pt x="31" y="672"/>
                </a:cubicBezTo>
                <a:cubicBezTo>
                  <a:pt x="31" y="301"/>
                  <a:pt x="17" y="0"/>
                  <a:pt x="0" y="0"/>
                </a:cubicBezTo>
              </a:path>
            </a:pathLst>
          </a:custGeom>
          <a:solidFill>
            <a:srgbClr val="FFFFFF">
              <a:lumMod val="95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999999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23" name="Freeform 8">
            <a:extLst>
              <a:ext uri="{FF2B5EF4-FFF2-40B4-BE49-F238E27FC236}">
                <a16:creationId xmlns:a16="http://schemas.microsoft.com/office/drawing/2014/main" id="{46C9945D-FB26-81EF-4437-1DF4CF3D15C0}"/>
              </a:ext>
            </a:extLst>
          </p:cNvPr>
          <p:cNvSpPr>
            <a:spLocks/>
          </p:cNvSpPr>
          <p:nvPr/>
        </p:nvSpPr>
        <p:spPr bwMode="auto">
          <a:xfrm>
            <a:off x="3686772" y="2088797"/>
            <a:ext cx="312738" cy="427037"/>
          </a:xfrm>
          <a:custGeom>
            <a:avLst/>
            <a:gdLst>
              <a:gd name="T0" fmla="*/ 82 w 82"/>
              <a:gd name="T1" fmla="*/ 56 h 112"/>
              <a:gd name="T2" fmla="*/ 0 w 82"/>
              <a:gd name="T3" fmla="*/ 112 h 112"/>
              <a:gd name="T4" fmla="*/ 0 w 82"/>
              <a:gd name="T5" fmla="*/ 0 h 112"/>
              <a:gd name="T6" fmla="*/ 82 w 82"/>
              <a:gd name="T7" fmla="*/ 56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2" h="112">
                <a:moveTo>
                  <a:pt x="82" y="56"/>
                </a:moveTo>
                <a:cubicBezTo>
                  <a:pt x="69" y="89"/>
                  <a:pt x="37" y="112"/>
                  <a:pt x="0" y="112"/>
                </a:cubicBezTo>
                <a:cubicBezTo>
                  <a:pt x="0" y="0"/>
                  <a:pt x="0" y="0"/>
                  <a:pt x="0" y="0"/>
                </a:cubicBezTo>
                <a:cubicBezTo>
                  <a:pt x="37" y="0"/>
                  <a:pt x="69" y="23"/>
                  <a:pt x="82" y="56"/>
                </a:cubicBezTo>
                <a:close/>
              </a:path>
            </a:pathLst>
          </a:custGeom>
          <a:solidFill>
            <a:srgbClr val="277E5E">
              <a:lumMod val="7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 kern="0" dirty="0">
              <a:solidFill>
                <a:srgbClr val="999999"/>
              </a:solidFill>
              <a:latin typeface="+mj-lt"/>
            </a:endParaRPr>
          </a:p>
        </p:txBody>
      </p:sp>
      <p:sp>
        <p:nvSpPr>
          <p:cNvPr id="24" name="Freeform 9">
            <a:extLst>
              <a:ext uri="{FF2B5EF4-FFF2-40B4-BE49-F238E27FC236}">
                <a16:creationId xmlns:a16="http://schemas.microsoft.com/office/drawing/2014/main" id="{0BDAE0F8-22CF-398D-A871-039742890560}"/>
              </a:ext>
            </a:extLst>
          </p:cNvPr>
          <p:cNvSpPr>
            <a:spLocks/>
          </p:cNvSpPr>
          <p:nvPr/>
        </p:nvSpPr>
        <p:spPr bwMode="auto">
          <a:xfrm>
            <a:off x="2172297" y="1196622"/>
            <a:ext cx="1854200" cy="1212850"/>
          </a:xfrm>
          <a:custGeom>
            <a:avLst/>
            <a:gdLst>
              <a:gd name="T0" fmla="*/ 487 w 487"/>
              <a:gd name="T1" fmla="*/ 89 h 318"/>
              <a:gd name="T2" fmla="*/ 487 w 487"/>
              <a:gd name="T3" fmla="*/ 257 h 318"/>
              <a:gd name="T4" fmla="*/ 480 w 487"/>
              <a:gd name="T5" fmla="*/ 290 h 318"/>
              <a:gd name="T6" fmla="*/ 462 w 487"/>
              <a:gd name="T7" fmla="*/ 318 h 318"/>
              <a:gd name="T8" fmla="*/ 462 w 487"/>
              <a:gd name="T9" fmla="*/ 262 h 318"/>
              <a:gd name="T10" fmla="*/ 398 w 487"/>
              <a:gd name="T11" fmla="*/ 234 h 318"/>
              <a:gd name="T12" fmla="*/ 118 w 487"/>
              <a:gd name="T13" fmla="*/ 234 h 318"/>
              <a:gd name="T14" fmla="*/ 117 w 487"/>
              <a:gd name="T15" fmla="*/ 234 h 318"/>
              <a:gd name="T16" fmla="*/ 0 w 487"/>
              <a:gd name="T17" fmla="*/ 117 h 318"/>
              <a:gd name="T18" fmla="*/ 117 w 487"/>
              <a:gd name="T19" fmla="*/ 0 h 318"/>
              <a:gd name="T20" fmla="*/ 117 w 487"/>
              <a:gd name="T21" fmla="*/ 0 h 318"/>
              <a:gd name="T22" fmla="*/ 398 w 487"/>
              <a:gd name="T23" fmla="*/ 0 h 318"/>
              <a:gd name="T24" fmla="*/ 487 w 487"/>
              <a:gd name="T25" fmla="*/ 89 h 3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87" h="318">
                <a:moveTo>
                  <a:pt x="487" y="89"/>
                </a:moveTo>
                <a:cubicBezTo>
                  <a:pt x="487" y="257"/>
                  <a:pt x="487" y="257"/>
                  <a:pt x="487" y="257"/>
                </a:cubicBezTo>
                <a:cubicBezTo>
                  <a:pt x="487" y="269"/>
                  <a:pt x="484" y="280"/>
                  <a:pt x="480" y="290"/>
                </a:cubicBezTo>
                <a:cubicBezTo>
                  <a:pt x="476" y="301"/>
                  <a:pt x="470" y="310"/>
                  <a:pt x="462" y="318"/>
                </a:cubicBezTo>
                <a:cubicBezTo>
                  <a:pt x="477" y="303"/>
                  <a:pt x="477" y="278"/>
                  <a:pt x="462" y="262"/>
                </a:cubicBezTo>
                <a:cubicBezTo>
                  <a:pt x="446" y="245"/>
                  <a:pt x="423" y="234"/>
                  <a:pt x="398" y="234"/>
                </a:cubicBezTo>
                <a:cubicBezTo>
                  <a:pt x="118" y="234"/>
                  <a:pt x="118" y="234"/>
                  <a:pt x="118" y="234"/>
                </a:cubicBezTo>
                <a:cubicBezTo>
                  <a:pt x="117" y="234"/>
                  <a:pt x="117" y="234"/>
                  <a:pt x="117" y="234"/>
                </a:cubicBezTo>
                <a:cubicBezTo>
                  <a:pt x="53" y="234"/>
                  <a:pt x="0" y="182"/>
                  <a:pt x="0" y="117"/>
                </a:cubicBezTo>
                <a:cubicBezTo>
                  <a:pt x="0" y="52"/>
                  <a:pt x="53" y="0"/>
                  <a:pt x="117" y="0"/>
                </a:cubicBezTo>
                <a:cubicBezTo>
                  <a:pt x="117" y="0"/>
                  <a:pt x="117" y="0"/>
                  <a:pt x="117" y="0"/>
                </a:cubicBezTo>
                <a:cubicBezTo>
                  <a:pt x="398" y="0"/>
                  <a:pt x="398" y="0"/>
                  <a:pt x="398" y="0"/>
                </a:cubicBezTo>
                <a:cubicBezTo>
                  <a:pt x="447" y="0"/>
                  <a:pt x="487" y="39"/>
                  <a:pt x="487" y="8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114300" dist="152400" dir="8520000" sx="94000" sy="94000" algn="ctr" rotWithShape="0">
              <a:srgbClr val="277E5E">
                <a:alpha val="4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sz="2000" kern="0" dirty="0">
              <a:solidFill>
                <a:srgbClr val="999999"/>
              </a:solidFill>
              <a:latin typeface="+mj-lt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5216DBD-9456-B18B-BFA6-2EFF2E4613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5877" y="1330767"/>
            <a:ext cx="602730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ru-RU" sz="4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rPr>
              <a:t>01</a:t>
            </a:r>
            <a:endParaRPr kumimoji="0" lang="en-US" altLang="ru-RU" sz="1400" b="0" i="0" u="none" strike="noStrike" kern="0" cap="none" spc="0" normalizeH="0" baseline="0" noProof="0" dirty="0">
              <a:ln>
                <a:noFill/>
              </a:ln>
              <a:solidFill>
                <a:srgbClr val="999999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32" name="Freeform 7">
            <a:extLst>
              <a:ext uri="{FF2B5EF4-FFF2-40B4-BE49-F238E27FC236}">
                <a16:creationId xmlns:a16="http://schemas.microsoft.com/office/drawing/2014/main" id="{114541B1-238B-C73D-F65C-7C341602D011}"/>
              </a:ext>
            </a:extLst>
          </p:cNvPr>
          <p:cNvSpPr>
            <a:spLocks/>
          </p:cNvSpPr>
          <p:nvPr/>
        </p:nvSpPr>
        <p:spPr bwMode="auto">
          <a:xfrm>
            <a:off x="7559067" y="1087439"/>
            <a:ext cx="119063" cy="4889500"/>
          </a:xfrm>
          <a:custGeom>
            <a:avLst/>
            <a:gdLst>
              <a:gd name="T0" fmla="*/ 0 w 31"/>
              <a:gd name="T1" fmla="*/ 0 h 1344"/>
              <a:gd name="T2" fmla="*/ 0 w 31"/>
              <a:gd name="T3" fmla="*/ 1344 h 1344"/>
              <a:gd name="T4" fmla="*/ 31 w 31"/>
              <a:gd name="T5" fmla="*/ 672 h 1344"/>
              <a:gd name="T6" fmla="*/ 0 w 31"/>
              <a:gd name="T7" fmla="*/ 0 h 13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1" h="1344">
                <a:moveTo>
                  <a:pt x="0" y="0"/>
                </a:moveTo>
                <a:cubicBezTo>
                  <a:pt x="0" y="1344"/>
                  <a:pt x="0" y="1344"/>
                  <a:pt x="0" y="1344"/>
                </a:cubicBezTo>
                <a:cubicBezTo>
                  <a:pt x="17" y="1344"/>
                  <a:pt x="31" y="1043"/>
                  <a:pt x="31" y="672"/>
                </a:cubicBezTo>
                <a:cubicBezTo>
                  <a:pt x="31" y="301"/>
                  <a:pt x="17" y="0"/>
                  <a:pt x="0" y="0"/>
                </a:cubicBezTo>
              </a:path>
            </a:pathLst>
          </a:custGeom>
          <a:solidFill>
            <a:srgbClr val="FFFFFF">
              <a:lumMod val="95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999999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25" name="Freeform 8">
            <a:extLst>
              <a:ext uri="{FF2B5EF4-FFF2-40B4-BE49-F238E27FC236}">
                <a16:creationId xmlns:a16="http://schemas.microsoft.com/office/drawing/2014/main" id="{1D663AC2-151B-0535-FB8A-1F6005C051A4}"/>
              </a:ext>
            </a:extLst>
          </p:cNvPr>
          <p:cNvSpPr>
            <a:spLocks/>
          </p:cNvSpPr>
          <p:nvPr/>
        </p:nvSpPr>
        <p:spPr bwMode="auto">
          <a:xfrm>
            <a:off x="7559067" y="2088797"/>
            <a:ext cx="312738" cy="427037"/>
          </a:xfrm>
          <a:custGeom>
            <a:avLst/>
            <a:gdLst>
              <a:gd name="T0" fmla="*/ 82 w 82"/>
              <a:gd name="T1" fmla="*/ 56 h 112"/>
              <a:gd name="T2" fmla="*/ 0 w 82"/>
              <a:gd name="T3" fmla="*/ 112 h 112"/>
              <a:gd name="T4" fmla="*/ 0 w 82"/>
              <a:gd name="T5" fmla="*/ 0 h 112"/>
              <a:gd name="T6" fmla="*/ 82 w 82"/>
              <a:gd name="T7" fmla="*/ 56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2" h="112">
                <a:moveTo>
                  <a:pt x="82" y="56"/>
                </a:moveTo>
                <a:cubicBezTo>
                  <a:pt x="69" y="89"/>
                  <a:pt x="37" y="112"/>
                  <a:pt x="0" y="112"/>
                </a:cubicBezTo>
                <a:cubicBezTo>
                  <a:pt x="0" y="0"/>
                  <a:pt x="0" y="0"/>
                  <a:pt x="0" y="0"/>
                </a:cubicBezTo>
                <a:cubicBezTo>
                  <a:pt x="37" y="0"/>
                  <a:pt x="69" y="23"/>
                  <a:pt x="82" y="56"/>
                </a:cubicBezTo>
                <a:close/>
              </a:path>
            </a:pathLst>
          </a:custGeom>
          <a:solidFill>
            <a:srgbClr val="277E5E">
              <a:lumMod val="7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 kern="0" dirty="0">
              <a:solidFill>
                <a:srgbClr val="999999"/>
              </a:solidFill>
              <a:latin typeface="+mj-lt"/>
            </a:endParaRPr>
          </a:p>
        </p:txBody>
      </p:sp>
      <p:sp>
        <p:nvSpPr>
          <p:cNvPr id="26" name="Freeform 9">
            <a:extLst>
              <a:ext uri="{FF2B5EF4-FFF2-40B4-BE49-F238E27FC236}">
                <a16:creationId xmlns:a16="http://schemas.microsoft.com/office/drawing/2014/main" id="{8B680433-6482-B52C-86F6-4FDA63DCE0F1}"/>
              </a:ext>
            </a:extLst>
          </p:cNvPr>
          <p:cNvSpPr>
            <a:spLocks/>
          </p:cNvSpPr>
          <p:nvPr/>
        </p:nvSpPr>
        <p:spPr bwMode="auto">
          <a:xfrm>
            <a:off x="6044592" y="1196622"/>
            <a:ext cx="1854200" cy="1212850"/>
          </a:xfrm>
          <a:custGeom>
            <a:avLst/>
            <a:gdLst>
              <a:gd name="T0" fmla="*/ 487 w 487"/>
              <a:gd name="T1" fmla="*/ 89 h 318"/>
              <a:gd name="T2" fmla="*/ 487 w 487"/>
              <a:gd name="T3" fmla="*/ 257 h 318"/>
              <a:gd name="T4" fmla="*/ 480 w 487"/>
              <a:gd name="T5" fmla="*/ 290 h 318"/>
              <a:gd name="T6" fmla="*/ 462 w 487"/>
              <a:gd name="T7" fmla="*/ 318 h 318"/>
              <a:gd name="T8" fmla="*/ 462 w 487"/>
              <a:gd name="T9" fmla="*/ 262 h 318"/>
              <a:gd name="T10" fmla="*/ 398 w 487"/>
              <a:gd name="T11" fmla="*/ 234 h 318"/>
              <a:gd name="T12" fmla="*/ 118 w 487"/>
              <a:gd name="T13" fmla="*/ 234 h 318"/>
              <a:gd name="T14" fmla="*/ 117 w 487"/>
              <a:gd name="T15" fmla="*/ 234 h 318"/>
              <a:gd name="T16" fmla="*/ 0 w 487"/>
              <a:gd name="T17" fmla="*/ 117 h 318"/>
              <a:gd name="T18" fmla="*/ 117 w 487"/>
              <a:gd name="T19" fmla="*/ 0 h 318"/>
              <a:gd name="T20" fmla="*/ 117 w 487"/>
              <a:gd name="T21" fmla="*/ 0 h 318"/>
              <a:gd name="T22" fmla="*/ 398 w 487"/>
              <a:gd name="T23" fmla="*/ 0 h 318"/>
              <a:gd name="T24" fmla="*/ 487 w 487"/>
              <a:gd name="T25" fmla="*/ 89 h 3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87" h="318">
                <a:moveTo>
                  <a:pt x="487" y="89"/>
                </a:moveTo>
                <a:cubicBezTo>
                  <a:pt x="487" y="257"/>
                  <a:pt x="487" y="257"/>
                  <a:pt x="487" y="257"/>
                </a:cubicBezTo>
                <a:cubicBezTo>
                  <a:pt x="487" y="269"/>
                  <a:pt x="484" y="280"/>
                  <a:pt x="480" y="290"/>
                </a:cubicBezTo>
                <a:cubicBezTo>
                  <a:pt x="476" y="301"/>
                  <a:pt x="470" y="310"/>
                  <a:pt x="462" y="318"/>
                </a:cubicBezTo>
                <a:cubicBezTo>
                  <a:pt x="477" y="303"/>
                  <a:pt x="477" y="278"/>
                  <a:pt x="462" y="262"/>
                </a:cubicBezTo>
                <a:cubicBezTo>
                  <a:pt x="446" y="245"/>
                  <a:pt x="423" y="234"/>
                  <a:pt x="398" y="234"/>
                </a:cubicBezTo>
                <a:cubicBezTo>
                  <a:pt x="118" y="234"/>
                  <a:pt x="118" y="234"/>
                  <a:pt x="118" y="234"/>
                </a:cubicBezTo>
                <a:cubicBezTo>
                  <a:pt x="117" y="234"/>
                  <a:pt x="117" y="234"/>
                  <a:pt x="117" y="234"/>
                </a:cubicBezTo>
                <a:cubicBezTo>
                  <a:pt x="53" y="234"/>
                  <a:pt x="0" y="182"/>
                  <a:pt x="0" y="117"/>
                </a:cubicBezTo>
                <a:cubicBezTo>
                  <a:pt x="0" y="52"/>
                  <a:pt x="53" y="0"/>
                  <a:pt x="117" y="0"/>
                </a:cubicBezTo>
                <a:cubicBezTo>
                  <a:pt x="117" y="0"/>
                  <a:pt x="117" y="0"/>
                  <a:pt x="117" y="0"/>
                </a:cubicBezTo>
                <a:cubicBezTo>
                  <a:pt x="398" y="0"/>
                  <a:pt x="398" y="0"/>
                  <a:pt x="398" y="0"/>
                </a:cubicBezTo>
                <a:cubicBezTo>
                  <a:pt x="447" y="0"/>
                  <a:pt x="487" y="39"/>
                  <a:pt x="487" y="8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114300" dist="152400" dir="8520000" sx="94000" sy="94000" algn="ctr" rotWithShape="0">
              <a:srgbClr val="277E5E">
                <a:alpha val="4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sz="2000" kern="0" dirty="0">
              <a:solidFill>
                <a:srgbClr val="999999"/>
              </a:solidFill>
              <a:latin typeface="+mj-lt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D4A4404-A67D-E8A1-28BB-451233BD57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8172" y="1330767"/>
            <a:ext cx="602730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ru-RU" sz="4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rPr>
              <a:t>02</a:t>
            </a:r>
            <a:endParaRPr kumimoji="0" lang="en-US" altLang="ru-RU" sz="1400" b="0" i="0" u="none" strike="noStrike" kern="0" cap="none" spc="0" normalizeH="0" baseline="0" noProof="0" dirty="0">
              <a:ln>
                <a:noFill/>
              </a:ln>
              <a:solidFill>
                <a:srgbClr val="999999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29" name="Freeform 7">
            <a:extLst>
              <a:ext uri="{FF2B5EF4-FFF2-40B4-BE49-F238E27FC236}">
                <a16:creationId xmlns:a16="http://schemas.microsoft.com/office/drawing/2014/main" id="{2E994467-4D30-5BA8-2F9C-54C9BFB17840}"/>
              </a:ext>
            </a:extLst>
          </p:cNvPr>
          <p:cNvSpPr>
            <a:spLocks/>
          </p:cNvSpPr>
          <p:nvPr/>
        </p:nvSpPr>
        <p:spPr bwMode="auto">
          <a:xfrm>
            <a:off x="11431361" y="1087438"/>
            <a:ext cx="119063" cy="4811903"/>
          </a:xfrm>
          <a:custGeom>
            <a:avLst/>
            <a:gdLst>
              <a:gd name="T0" fmla="*/ 0 w 31"/>
              <a:gd name="T1" fmla="*/ 0 h 1344"/>
              <a:gd name="T2" fmla="*/ 0 w 31"/>
              <a:gd name="T3" fmla="*/ 1344 h 1344"/>
              <a:gd name="T4" fmla="*/ 31 w 31"/>
              <a:gd name="T5" fmla="*/ 672 h 1344"/>
              <a:gd name="T6" fmla="*/ 0 w 31"/>
              <a:gd name="T7" fmla="*/ 0 h 13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1" h="1344">
                <a:moveTo>
                  <a:pt x="0" y="0"/>
                </a:moveTo>
                <a:cubicBezTo>
                  <a:pt x="0" y="1344"/>
                  <a:pt x="0" y="1344"/>
                  <a:pt x="0" y="1344"/>
                </a:cubicBezTo>
                <a:cubicBezTo>
                  <a:pt x="17" y="1344"/>
                  <a:pt x="31" y="1043"/>
                  <a:pt x="31" y="672"/>
                </a:cubicBezTo>
                <a:cubicBezTo>
                  <a:pt x="31" y="301"/>
                  <a:pt x="17" y="0"/>
                  <a:pt x="0" y="0"/>
                </a:cubicBezTo>
              </a:path>
            </a:pathLst>
          </a:custGeom>
          <a:solidFill>
            <a:srgbClr val="FFFFFF">
              <a:lumMod val="95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999999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40" name="Freeform 8">
            <a:extLst>
              <a:ext uri="{FF2B5EF4-FFF2-40B4-BE49-F238E27FC236}">
                <a16:creationId xmlns:a16="http://schemas.microsoft.com/office/drawing/2014/main" id="{A981B4FE-DDDE-988E-CCF3-3BA8058282C9}"/>
              </a:ext>
            </a:extLst>
          </p:cNvPr>
          <p:cNvSpPr>
            <a:spLocks/>
          </p:cNvSpPr>
          <p:nvPr/>
        </p:nvSpPr>
        <p:spPr bwMode="auto">
          <a:xfrm>
            <a:off x="11431361" y="2088797"/>
            <a:ext cx="312738" cy="427037"/>
          </a:xfrm>
          <a:custGeom>
            <a:avLst/>
            <a:gdLst>
              <a:gd name="T0" fmla="*/ 82 w 82"/>
              <a:gd name="T1" fmla="*/ 56 h 112"/>
              <a:gd name="T2" fmla="*/ 0 w 82"/>
              <a:gd name="T3" fmla="*/ 112 h 112"/>
              <a:gd name="T4" fmla="*/ 0 w 82"/>
              <a:gd name="T5" fmla="*/ 0 h 112"/>
              <a:gd name="T6" fmla="*/ 82 w 82"/>
              <a:gd name="T7" fmla="*/ 56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2" h="112">
                <a:moveTo>
                  <a:pt x="82" y="56"/>
                </a:moveTo>
                <a:cubicBezTo>
                  <a:pt x="69" y="89"/>
                  <a:pt x="37" y="112"/>
                  <a:pt x="0" y="112"/>
                </a:cubicBezTo>
                <a:cubicBezTo>
                  <a:pt x="0" y="0"/>
                  <a:pt x="0" y="0"/>
                  <a:pt x="0" y="0"/>
                </a:cubicBezTo>
                <a:cubicBezTo>
                  <a:pt x="37" y="0"/>
                  <a:pt x="69" y="23"/>
                  <a:pt x="82" y="56"/>
                </a:cubicBezTo>
                <a:close/>
              </a:path>
            </a:pathLst>
          </a:custGeom>
          <a:solidFill>
            <a:srgbClr val="277E5E">
              <a:lumMod val="7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999999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41" name="Freeform 9">
            <a:extLst>
              <a:ext uri="{FF2B5EF4-FFF2-40B4-BE49-F238E27FC236}">
                <a16:creationId xmlns:a16="http://schemas.microsoft.com/office/drawing/2014/main" id="{7390DFB2-7428-9321-3DCF-388DB13E98F9}"/>
              </a:ext>
            </a:extLst>
          </p:cNvPr>
          <p:cNvSpPr>
            <a:spLocks/>
          </p:cNvSpPr>
          <p:nvPr/>
        </p:nvSpPr>
        <p:spPr bwMode="auto">
          <a:xfrm>
            <a:off x="9916886" y="1196622"/>
            <a:ext cx="1854200" cy="1212850"/>
          </a:xfrm>
          <a:custGeom>
            <a:avLst/>
            <a:gdLst>
              <a:gd name="T0" fmla="*/ 487 w 487"/>
              <a:gd name="T1" fmla="*/ 89 h 318"/>
              <a:gd name="T2" fmla="*/ 487 w 487"/>
              <a:gd name="T3" fmla="*/ 257 h 318"/>
              <a:gd name="T4" fmla="*/ 480 w 487"/>
              <a:gd name="T5" fmla="*/ 290 h 318"/>
              <a:gd name="T6" fmla="*/ 462 w 487"/>
              <a:gd name="T7" fmla="*/ 318 h 318"/>
              <a:gd name="T8" fmla="*/ 462 w 487"/>
              <a:gd name="T9" fmla="*/ 262 h 318"/>
              <a:gd name="T10" fmla="*/ 398 w 487"/>
              <a:gd name="T11" fmla="*/ 234 h 318"/>
              <a:gd name="T12" fmla="*/ 118 w 487"/>
              <a:gd name="T13" fmla="*/ 234 h 318"/>
              <a:gd name="T14" fmla="*/ 117 w 487"/>
              <a:gd name="T15" fmla="*/ 234 h 318"/>
              <a:gd name="T16" fmla="*/ 0 w 487"/>
              <a:gd name="T17" fmla="*/ 117 h 318"/>
              <a:gd name="T18" fmla="*/ 117 w 487"/>
              <a:gd name="T19" fmla="*/ 0 h 318"/>
              <a:gd name="T20" fmla="*/ 117 w 487"/>
              <a:gd name="T21" fmla="*/ 0 h 318"/>
              <a:gd name="T22" fmla="*/ 398 w 487"/>
              <a:gd name="T23" fmla="*/ 0 h 318"/>
              <a:gd name="T24" fmla="*/ 487 w 487"/>
              <a:gd name="T25" fmla="*/ 89 h 3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87" h="318">
                <a:moveTo>
                  <a:pt x="487" y="89"/>
                </a:moveTo>
                <a:cubicBezTo>
                  <a:pt x="487" y="257"/>
                  <a:pt x="487" y="257"/>
                  <a:pt x="487" y="257"/>
                </a:cubicBezTo>
                <a:cubicBezTo>
                  <a:pt x="487" y="269"/>
                  <a:pt x="484" y="280"/>
                  <a:pt x="480" y="290"/>
                </a:cubicBezTo>
                <a:cubicBezTo>
                  <a:pt x="476" y="301"/>
                  <a:pt x="470" y="310"/>
                  <a:pt x="462" y="318"/>
                </a:cubicBezTo>
                <a:cubicBezTo>
                  <a:pt x="477" y="303"/>
                  <a:pt x="477" y="278"/>
                  <a:pt x="462" y="262"/>
                </a:cubicBezTo>
                <a:cubicBezTo>
                  <a:pt x="446" y="245"/>
                  <a:pt x="423" y="234"/>
                  <a:pt x="398" y="234"/>
                </a:cubicBezTo>
                <a:cubicBezTo>
                  <a:pt x="118" y="234"/>
                  <a:pt x="118" y="234"/>
                  <a:pt x="118" y="234"/>
                </a:cubicBezTo>
                <a:cubicBezTo>
                  <a:pt x="117" y="234"/>
                  <a:pt x="117" y="234"/>
                  <a:pt x="117" y="234"/>
                </a:cubicBezTo>
                <a:cubicBezTo>
                  <a:pt x="53" y="234"/>
                  <a:pt x="0" y="182"/>
                  <a:pt x="0" y="117"/>
                </a:cubicBezTo>
                <a:cubicBezTo>
                  <a:pt x="0" y="52"/>
                  <a:pt x="53" y="0"/>
                  <a:pt x="117" y="0"/>
                </a:cubicBezTo>
                <a:cubicBezTo>
                  <a:pt x="117" y="0"/>
                  <a:pt x="117" y="0"/>
                  <a:pt x="117" y="0"/>
                </a:cubicBezTo>
                <a:cubicBezTo>
                  <a:pt x="398" y="0"/>
                  <a:pt x="398" y="0"/>
                  <a:pt x="398" y="0"/>
                </a:cubicBezTo>
                <a:cubicBezTo>
                  <a:pt x="447" y="0"/>
                  <a:pt x="487" y="39"/>
                  <a:pt x="487" y="8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114300" dist="152400" dir="8520000" sx="94000" sy="94000" algn="ctr" rotWithShape="0">
              <a:srgbClr val="277E5E">
                <a:alpha val="4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999999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75CB9C9-E570-89C7-998C-1499CCE4DB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0466" y="1330767"/>
            <a:ext cx="602730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ru-RU" sz="4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rPr>
              <a:t>03</a:t>
            </a:r>
            <a:endParaRPr kumimoji="0" lang="en-US" altLang="ru-RU" sz="1400" b="0" i="0" u="none" strike="noStrike" kern="0" cap="none" spc="0" normalizeH="0" baseline="0" noProof="0" dirty="0">
              <a:ln>
                <a:noFill/>
              </a:ln>
              <a:solidFill>
                <a:srgbClr val="999999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0C944DF-4253-F16C-2308-39CA146E1C05}"/>
              </a:ext>
            </a:extLst>
          </p:cNvPr>
          <p:cNvSpPr txBox="1"/>
          <p:nvPr/>
        </p:nvSpPr>
        <p:spPr>
          <a:xfrm>
            <a:off x="706803" y="3899708"/>
            <a:ext cx="264834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latin typeface="+mj-lt"/>
              </a:rPr>
              <a:t>Intensive training camps, medical screenings, and initial fitness tests.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1D9171A-D836-CC19-6CDC-7343D01EB971}"/>
              </a:ext>
            </a:extLst>
          </p:cNvPr>
          <p:cNvSpPr txBox="1"/>
          <p:nvPr/>
        </p:nvSpPr>
        <p:spPr>
          <a:xfrm>
            <a:off x="4585215" y="3899708"/>
            <a:ext cx="264834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 lang="en-US" dirty="0">
              <a:latin typeface="+mj-lt"/>
            </a:endParaRPr>
            <a:r>
              <a:rPr lang="en-US" dirty="0">
                <a:latin typeface="+mj-lt"/>
              </a:rPr>
              <a:t>Bi-weekly technical seminars, match observation periods, and localized coaching interventions.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D0ADD7E-475E-DDCE-AB69-9F344BF16F38}"/>
              </a:ext>
            </a:extLst>
          </p:cNvPr>
          <p:cNvSpPr txBox="1"/>
          <p:nvPr/>
        </p:nvSpPr>
        <p:spPr>
          <a:xfrm>
            <a:off x="8463626" y="3899708"/>
            <a:ext cx="2648349" cy="16619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latin typeface="+mj-lt"/>
              </a:rPr>
              <a:t>Promotion and demotion committees, annual performance reviews, and international nomination finalizations.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42D302C-9D9A-F550-BA28-4F9EC6732EFC}"/>
              </a:ext>
            </a:extLst>
          </p:cNvPr>
          <p:cNvSpPr txBox="1"/>
          <p:nvPr/>
        </p:nvSpPr>
        <p:spPr>
          <a:xfrm>
            <a:off x="706803" y="2704649"/>
            <a:ext cx="2648349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  <a:latin typeface="+mj-lt"/>
              </a:rPr>
              <a:t>Pre-Season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0A90F01-E165-93A2-FD08-318CAA41731A}"/>
              </a:ext>
            </a:extLst>
          </p:cNvPr>
          <p:cNvSpPr txBox="1"/>
          <p:nvPr/>
        </p:nvSpPr>
        <p:spPr>
          <a:xfrm>
            <a:off x="4585215" y="2519983"/>
            <a:ext cx="2752067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  <a:latin typeface="+mj-lt"/>
              </a:rPr>
              <a:t>In-Season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9965EA1-A078-03A1-C3A3-BDE6A9438B29}"/>
              </a:ext>
            </a:extLst>
          </p:cNvPr>
          <p:cNvSpPr txBox="1"/>
          <p:nvPr/>
        </p:nvSpPr>
        <p:spPr>
          <a:xfrm>
            <a:off x="8463626" y="2519983"/>
            <a:ext cx="2648349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  <a:latin typeface="+mj-lt"/>
              </a:rPr>
              <a:t>Post-Season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073E30C5-F523-B06B-D2A5-CEDFFCEAF84C}"/>
              </a:ext>
            </a:extLst>
          </p:cNvPr>
          <p:cNvCxnSpPr>
            <a:cxnSpLocks/>
          </p:cNvCxnSpPr>
          <p:nvPr/>
        </p:nvCxnSpPr>
        <p:spPr>
          <a:xfrm>
            <a:off x="706803" y="3311182"/>
            <a:ext cx="2762605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84F9B21-F731-35A2-CB54-42A8E9882B4F}"/>
              </a:ext>
            </a:extLst>
          </p:cNvPr>
          <p:cNvCxnSpPr>
            <a:cxnSpLocks/>
          </p:cNvCxnSpPr>
          <p:nvPr/>
        </p:nvCxnSpPr>
        <p:spPr>
          <a:xfrm>
            <a:off x="4574677" y="3311182"/>
            <a:ext cx="2762605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A2A8D40-8028-7E01-FED1-F9709E35C7EB}"/>
              </a:ext>
            </a:extLst>
          </p:cNvPr>
          <p:cNvCxnSpPr>
            <a:cxnSpLocks/>
          </p:cNvCxnSpPr>
          <p:nvPr/>
        </p:nvCxnSpPr>
        <p:spPr>
          <a:xfrm>
            <a:off x="8442550" y="3311182"/>
            <a:ext cx="2762605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3" name="Graphic 52">
            <a:extLst>
              <a:ext uri="{FF2B5EF4-FFF2-40B4-BE49-F238E27FC236}">
                <a16:creationId xmlns:a16="http://schemas.microsoft.com/office/drawing/2014/main" id="{C424B7B2-DC6E-3A99-EF6C-4E0DCE4813FB}"/>
              </a:ext>
            </a:extLst>
          </p:cNvPr>
          <p:cNvPicPr>
            <a:picLocks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9012" y="1369376"/>
            <a:ext cx="576944" cy="576944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1FAA37F8-B62D-0D3F-A56F-D03D36DFB941}"/>
              </a:ext>
            </a:extLst>
          </p:cNvPr>
          <p:cNvPicPr>
            <a:picLocks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55015" y="1328190"/>
            <a:ext cx="659316" cy="659316"/>
          </a:xfrm>
          <a:prstGeom prst="rect">
            <a:avLst/>
          </a:prstGeom>
        </p:spPr>
      </p:pic>
      <p:pic>
        <p:nvPicPr>
          <p:cNvPr id="55" name="Graphic 54">
            <a:extLst>
              <a:ext uri="{FF2B5EF4-FFF2-40B4-BE49-F238E27FC236}">
                <a16:creationId xmlns:a16="http://schemas.microsoft.com/office/drawing/2014/main" id="{5239B0E3-6643-B1C5-01CE-B1044B61B1D5}"/>
              </a:ext>
            </a:extLst>
          </p:cNvPr>
          <p:cNvPicPr>
            <a:picLocks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02795" y="1367478"/>
            <a:ext cx="585160" cy="585160"/>
          </a:xfrm>
          <a:prstGeom prst="rect">
            <a:avLst/>
          </a:prstGeom>
        </p:spPr>
      </p:pic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EABFFC-6EE1-6685-28ED-E1F7DFB438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97631"/>
            <a:ext cx="11661006" cy="609398"/>
          </a:xfrm>
          <a:noFill/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Governance</a:t>
            </a:r>
            <a:r>
              <a:rPr lang="en-US" noProof="0" dirty="0">
                <a:solidFill>
                  <a:srgbClr val="FFC000"/>
                </a:solidFill>
              </a:rPr>
              <a:t>: </a:t>
            </a:r>
            <a:r>
              <a:rPr lang="en-US" dirty="0">
                <a:solidFill>
                  <a:schemeClr val="tx2"/>
                </a:solidFill>
              </a:rPr>
              <a:t>Managed by a centralized organizational structure for standardization and transparency</a:t>
            </a:r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5" name="AutoShape 6" descr="https://ukc-powerpoint.officeapps.live.com/pods/GetClipboardImage.ashx?Id=a63f3a86-cd46-4c32-9c9b-7d58b3020e85&amp;DC=GUK5&amp;pkey=4dac3d91-bf31-4d36-9baf-acff26a7f7b8&amp;wdwaccluster=GUK5">
            <a:extLst>
              <a:ext uri="{FF2B5EF4-FFF2-40B4-BE49-F238E27FC236}">
                <a16:creationId xmlns:a16="http://schemas.microsoft.com/office/drawing/2014/main" id="{5A572F75-E8AF-0D89-47FC-414E327208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90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AC2D6DF-C4A4-2DFD-2C70-83BA2F404B98}"/>
              </a:ext>
            </a:extLst>
          </p:cNvPr>
          <p:cNvSpPr/>
          <p:nvPr/>
        </p:nvSpPr>
        <p:spPr>
          <a:xfrm>
            <a:off x="457200" y="1357884"/>
            <a:ext cx="2606040" cy="1161288"/>
          </a:xfrm>
          <a:prstGeom prst="roundRect">
            <a:avLst>
              <a:gd name="adj" fmla="val 3513"/>
            </a:avLst>
          </a:prstGeom>
          <a:gradFill>
            <a:gsLst>
              <a:gs pos="0">
                <a:schemeClr val="bg1"/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3200000" scaled="0"/>
          </a:gradFill>
          <a:ln w="19050">
            <a:noFill/>
          </a:ln>
          <a:effectLst>
            <a:outerShdw blurRad="635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Referees Committee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54C9FA-DAED-E3B2-03B5-8143374EE605}"/>
              </a:ext>
            </a:extLst>
          </p:cNvPr>
          <p:cNvSpPr/>
          <p:nvPr/>
        </p:nvSpPr>
        <p:spPr>
          <a:xfrm>
            <a:off x="3200400" y="1357884"/>
            <a:ext cx="8549640" cy="116128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Final authority on promotions, demotions, and strategic shifts.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9FECC38-D86A-349D-8D32-29F855DCE773}"/>
              </a:ext>
            </a:extLst>
          </p:cNvPr>
          <p:cNvCxnSpPr/>
          <p:nvPr/>
        </p:nvCxnSpPr>
        <p:spPr>
          <a:xfrm>
            <a:off x="457200" y="2578608"/>
            <a:ext cx="1129284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AC2D6DF-C4A4-2DFD-2C70-83BA2F404B98}"/>
              </a:ext>
            </a:extLst>
          </p:cNvPr>
          <p:cNvSpPr/>
          <p:nvPr/>
        </p:nvSpPr>
        <p:spPr>
          <a:xfrm>
            <a:off x="457200" y="2638044"/>
            <a:ext cx="2606040" cy="1161288"/>
          </a:xfrm>
          <a:prstGeom prst="roundRect">
            <a:avLst>
              <a:gd name="adj" fmla="val 3513"/>
            </a:avLst>
          </a:prstGeom>
          <a:gradFill>
            <a:gsLst>
              <a:gs pos="0">
                <a:schemeClr val="bg1"/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3200000" scaled="0"/>
          </a:gradFill>
          <a:ln w="19050">
            <a:noFill/>
          </a:ln>
          <a:effectLst>
            <a:outerShdw blurRad="635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CRO &amp; Technical Director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54C9FA-DAED-E3B2-03B5-8143374EE605}"/>
              </a:ext>
            </a:extLst>
          </p:cNvPr>
          <p:cNvSpPr/>
          <p:nvPr/>
        </p:nvSpPr>
        <p:spPr>
          <a:xfrm>
            <a:off x="3200400" y="2638044"/>
            <a:ext cx="8549640" cy="116128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Oversees syllabus development and tactical alignment.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9FECC38-D86A-349D-8D32-29F855DCE773}"/>
              </a:ext>
            </a:extLst>
          </p:cNvPr>
          <p:cNvCxnSpPr/>
          <p:nvPr/>
        </p:nvCxnSpPr>
        <p:spPr>
          <a:xfrm>
            <a:off x="457200" y="3858768"/>
            <a:ext cx="1129284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AC2D6DF-C4A4-2DFD-2C70-83BA2F404B98}"/>
              </a:ext>
            </a:extLst>
          </p:cNvPr>
          <p:cNvSpPr/>
          <p:nvPr/>
        </p:nvSpPr>
        <p:spPr>
          <a:xfrm>
            <a:off x="457200" y="3918204"/>
            <a:ext cx="2606040" cy="1161288"/>
          </a:xfrm>
          <a:prstGeom prst="roundRect">
            <a:avLst>
              <a:gd name="adj" fmla="val 3513"/>
            </a:avLst>
          </a:prstGeom>
          <a:gradFill>
            <a:gsLst>
              <a:gs pos="0">
                <a:schemeClr val="bg1"/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3200000" scaled="0"/>
          </a:gradFill>
          <a:ln w="19050">
            <a:noFill/>
          </a:ln>
          <a:effectLst>
            <a:outerShdw blurRad="635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Specialized Roles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54C9FA-DAED-E3B2-03B5-8143374EE605}"/>
              </a:ext>
            </a:extLst>
          </p:cNvPr>
          <p:cNvSpPr/>
          <p:nvPr/>
        </p:nvSpPr>
        <p:spPr>
          <a:xfrm>
            <a:off x="3200400" y="3918204"/>
            <a:ext cx="8549640" cy="116128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Assistant Referee Managers, VAR Department leads, and Instructors.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9FECC38-D86A-349D-8D32-29F855DCE773}"/>
              </a:ext>
            </a:extLst>
          </p:cNvPr>
          <p:cNvCxnSpPr/>
          <p:nvPr/>
        </p:nvCxnSpPr>
        <p:spPr>
          <a:xfrm>
            <a:off x="457200" y="5138928"/>
            <a:ext cx="1129284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AC2D6DF-C4A4-2DFD-2C70-83BA2F404B98}"/>
              </a:ext>
            </a:extLst>
          </p:cNvPr>
          <p:cNvSpPr/>
          <p:nvPr/>
        </p:nvSpPr>
        <p:spPr>
          <a:xfrm>
            <a:off x="457200" y="5198364"/>
            <a:ext cx="2606040" cy="1161288"/>
          </a:xfrm>
          <a:prstGeom prst="roundRect">
            <a:avLst>
              <a:gd name="adj" fmla="val 3513"/>
            </a:avLst>
          </a:prstGeom>
          <a:gradFill>
            <a:gsLst>
              <a:gs pos="0">
                <a:schemeClr val="bg1"/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3200000" scaled="0"/>
          </a:gradFill>
          <a:ln w="19050">
            <a:noFill/>
          </a:ln>
          <a:effectLst>
            <a:outerShdw blurRad="635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Integrity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54C9FA-DAED-E3B2-03B5-8143374EE605}"/>
              </a:ext>
            </a:extLst>
          </p:cNvPr>
          <p:cNvSpPr/>
          <p:nvPr/>
        </p:nvSpPr>
        <p:spPr>
          <a:xfrm>
            <a:off x="3200400" y="5198364"/>
            <a:ext cx="8549640" cy="116128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Strict conflict-of-interest management and data-driven decisions.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EABFFC-6EE1-6685-28ED-E1F7DFB438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97631"/>
            <a:ext cx="11661006" cy="609398"/>
          </a:xfrm>
          <a:noFill/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KPIs</a:t>
            </a:r>
            <a:r>
              <a:rPr lang="en-US" noProof="0" dirty="0">
                <a:solidFill>
                  <a:srgbClr val="FFC000"/>
                </a:solidFill>
              </a:rPr>
              <a:t>: </a:t>
            </a:r>
            <a:r>
              <a:rPr lang="en-US" dirty="0">
                <a:solidFill>
                  <a:schemeClr val="tx2"/>
                </a:solidFill>
              </a:rPr>
              <a:t>The efficacy of the Referee Pathway is continuously audited</a:t>
            </a:r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5" name="AutoShape 6" descr="https://ukc-powerpoint.officeapps.live.com/pods/GetClipboardImage.ashx?Id=a63f3a86-cd46-4c32-9c9b-7d58b3020e85&amp;DC=GUK5&amp;pkey=4dac3d91-bf31-4d36-9baf-acff26a7f7b8&amp;wdwaccluster=GUK5">
            <a:extLst>
              <a:ext uri="{FF2B5EF4-FFF2-40B4-BE49-F238E27FC236}">
                <a16:creationId xmlns:a16="http://schemas.microsoft.com/office/drawing/2014/main" id="{5A572F75-E8AF-0D89-47FC-414E327208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90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54C9FA-DAED-E3B2-03B5-8143374EE605}"/>
              </a:ext>
            </a:extLst>
          </p:cNvPr>
          <p:cNvSpPr/>
          <p:nvPr/>
        </p:nvSpPr>
        <p:spPr>
          <a:xfrm>
            <a:off x="457200" y="1357884"/>
            <a:ext cx="11292840" cy="905256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Reduction in Key Match Incident (KMI) error rates in Elite tiers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9FECC38-D86A-349D-8D32-29F855DCE773}"/>
              </a:ext>
            </a:extLst>
          </p:cNvPr>
          <p:cNvCxnSpPr/>
          <p:nvPr/>
        </p:nvCxnSpPr>
        <p:spPr>
          <a:xfrm>
            <a:off x="457200" y="2322576"/>
            <a:ext cx="1129284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1B54C9FA-DAED-E3B2-03B5-8143374EE605}"/>
              </a:ext>
            </a:extLst>
          </p:cNvPr>
          <p:cNvSpPr/>
          <p:nvPr/>
        </p:nvSpPr>
        <p:spPr>
          <a:xfrm>
            <a:off x="457200" y="2382012"/>
            <a:ext cx="11292840" cy="905256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Fitness test pass rates across all categories (&gt;95% target)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9FECC38-D86A-349D-8D32-29F855DCE773}"/>
              </a:ext>
            </a:extLst>
          </p:cNvPr>
          <p:cNvCxnSpPr/>
          <p:nvPr/>
        </p:nvCxnSpPr>
        <p:spPr>
          <a:xfrm>
            <a:off x="457200" y="3346704"/>
            <a:ext cx="1129284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1B54C9FA-DAED-E3B2-03B5-8143374EE605}"/>
              </a:ext>
            </a:extLst>
          </p:cNvPr>
          <p:cNvSpPr/>
          <p:nvPr/>
        </p:nvSpPr>
        <p:spPr>
          <a:xfrm>
            <a:off x="457200" y="3406140"/>
            <a:ext cx="11292840" cy="905256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Increase in active, certified Women Referees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9FECC38-D86A-349D-8D32-29F855DCE773}"/>
              </a:ext>
            </a:extLst>
          </p:cNvPr>
          <p:cNvCxnSpPr/>
          <p:nvPr/>
        </p:nvCxnSpPr>
        <p:spPr>
          <a:xfrm>
            <a:off x="457200" y="4370832"/>
            <a:ext cx="1129284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1B54C9FA-DAED-E3B2-03B5-8143374EE605}"/>
              </a:ext>
            </a:extLst>
          </p:cNvPr>
          <p:cNvSpPr/>
          <p:nvPr/>
        </p:nvSpPr>
        <p:spPr>
          <a:xfrm>
            <a:off x="457200" y="4430268"/>
            <a:ext cx="11292840" cy="905256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Placement and retention of officials on the FIFA and AFC lists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9FECC38-D86A-349D-8D32-29F855DCE773}"/>
              </a:ext>
            </a:extLst>
          </p:cNvPr>
          <p:cNvCxnSpPr/>
          <p:nvPr/>
        </p:nvCxnSpPr>
        <p:spPr>
          <a:xfrm>
            <a:off x="457200" y="5394960"/>
            <a:ext cx="1129284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1B54C9FA-DAED-E3B2-03B5-8143374EE605}"/>
              </a:ext>
            </a:extLst>
          </p:cNvPr>
          <p:cNvSpPr/>
          <p:nvPr/>
        </p:nvSpPr>
        <p:spPr>
          <a:xfrm>
            <a:off x="457200" y="5454396"/>
            <a:ext cx="11292840" cy="905256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Average age reduction within the top professional divisions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A large crowd of people in green shirts&#10;&#10;Description automatically generated">
            <a:extLst>
              <a:ext uri="{FF2B5EF4-FFF2-40B4-BE49-F238E27FC236}">
                <a16:creationId xmlns:a16="http://schemas.microsoft.com/office/drawing/2014/main" id="{74F80C92-AF15-C1F5-0091-7578F0303C0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71" b="2043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1D315B8A-81C7-4898-421C-65F0684C200D}"/>
              </a:ext>
            </a:extLst>
          </p:cNvPr>
          <p:cNvSpPr>
            <a:spLocks/>
          </p:cNvSpPr>
          <p:nvPr/>
        </p:nvSpPr>
        <p:spPr>
          <a:xfrm flipH="1">
            <a:off x="-1" y="-3618"/>
            <a:ext cx="12191999" cy="6861616"/>
          </a:xfrm>
          <a:prstGeom prst="rect">
            <a:avLst/>
          </a:prstGeom>
          <a:gradFill flip="none" rotWithShape="1">
            <a:gsLst>
              <a:gs pos="73000">
                <a:srgbClr val="0D261E">
                  <a:alpha val="83000"/>
                </a:srgbClr>
              </a:gs>
              <a:gs pos="37000">
                <a:srgbClr val="1B4C3C">
                  <a:alpha val="95000"/>
                </a:srgbClr>
              </a:gs>
              <a:gs pos="0">
                <a:schemeClr val="accent1">
                  <a:alpha val="36000"/>
                </a:schemeClr>
              </a:gs>
              <a:gs pos="100000">
                <a:schemeClr val="tx1">
                  <a:alpha val="89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9AA8CF8-B852-821A-BAD6-0053566C9C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1" r="40666" b="-371"/>
          <a:stretch/>
        </p:blipFill>
        <p:spPr>
          <a:xfrm>
            <a:off x="1" y="-3618"/>
            <a:ext cx="7245331" cy="6868850"/>
          </a:xfrm>
          <a:custGeom>
            <a:avLst/>
            <a:gdLst>
              <a:gd name="connsiteX0" fmla="*/ 0 w 7245331"/>
              <a:gd name="connsiteY0" fmla="*/ 0 h 6858000"/>
              <a:gd name="connsiteX1" fmla="*/ 2482205 w 7245331"/>
              <a:gd name="connsiteY1" fmla="*/ 0 h 6858000"/>
              <a:gd name="connsiteX2" fmla="*/ 7245331 w 7245331"/>
              <a:gd name="connsiteY2" fmla="*/ 6856224 h 6858000"/>
              <a:gd name="connsiteX3" fmla="*/ 7245100 w 7245331"/>
              <a:gd name="connsiteY3" fmla="*/ 6858000 h 6858000"/>
              <a:gd name="connsiteX4" fmla="*/ 2391227 w 7245331"/>
              <a:gd name="connsiteY4" fmla="*/ 6858000 h 6858000"/>
              <a:gd name="connsiteX5" fmla="*/ 0 w 7245331"/>
              <a:gd name="connsiteY5" fmla="*/ 341597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245331" h="6858000">
                <a:moveTo>
                  <a:pt x="0" y="0"/>
                </a:moveTo>
                <a:lnTo>
                  <a:pt x="2482205" y="0"/>
                </a:lnTo>
                <a:lnTo>
                  <a:pt x="7245331" y="6856224"/>
                </a:lnTo>
                <a:lnTo>
                  <a:pt x="7245100" y="6858000"/>
                </a:lnTo>
                <a:lnTo>
                  <a:pt x="2391227" y="6858000"/>
                </a:lnTo>
                <a:lnTo>
                  <a:pt x="0" y="3415978"/>
                </a:lnTo>
                <a:close/>
              </a:path>
            </a:pathLst>
          </a:cu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5445B08-1256-2479-4086-85A2F1B7CA9F}"/>
              </a:ext>
            </a:extLst>
          </p:cNvPr>
          <p:cNvCxnSpPr/>
          <p:nvPr/>
        </p:nvCxnSpPr>
        <p:spPr>
          <a:xfrm flipH="1" flipV="1">
            <a:off x="12354622" y="1150461"/>
            <a:ext cx="2293877" cy="2610432"/>
          </a:xfrm>
          <a:prstGeom prst="line">
            <a:avLst/>
          </a:prstGeom>
          <a:solidFill>
            <a:schemeClr val="tx2">
              <a:lumMod val="50000"/>
            </a:schemeClr>
          </a:solidFill>
          <a:ln>
            <a:gradFill flip="none" rotWithShape="1">
              <a:gsLst>
                <a:gs pos="26000">
                  <a:schemeClr val="accent2">
                    <a:alpha val="0"/>
                  </a:schemeClr>
                </a:gs>
                <a:gs pos="52000">
                  <a:schemeClr val="accent2">
                    <a:alpha val="57000"/>
                  </a:schemeClr>
                </a:gs>
                <a:gs pos="85000">
                  <a:schemeClr val="accent2">
                    <a:alpha val="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" name="Diagonal Stripe 32">
            <a:extLst>
              <a:ext uri="{FF2B5EF4-FFF2-40B4-BE49-F238E27FC236}">
                <a16:creationId xmlns:a16="http://schemas.microsoft.com/office/drawing/2014/main" id="{45FCFF47-692A-D2DE-E4E6-F6E8CA0D32BF}"/>
              </a:ext>
            </a:extLst>
          </p:cNvPr>
          <p:cNvSpPr/>
          <p:nvPr/>
        </p:nvSpPr>
        <p:spPr>
          <a:xfrm rot="21156015">
            <a:off x="8924215" y="2002892"/>
            <a:ext cx="8262893" cy="9116517"/>
          </a:xfrm>
          <a:prstGeom prst="diagStripe">
            <a:avLst>
              <a:gd name="adj" fmla="val 59559"/>
            </a:avLst>
          </a:prstGeom>
          <a:gradFill>
            <a:gsLst>
              <a:gs pos="0">
                <a:schemeClr val="tx1">
                  <a:alpha val="32000"/>
                </a:schemeClr>
              </a:gs>
              <a:gs pos="34000">
                <a:schemeClr val="tx2">
                  <a:lumMod val="50000"/>
                </a:schemeClr>
              </a:gs>
              <a:gs pos="84000">
                <a:schemeClr val="tx2">
                  <a:alpha val="0"/>
                </a:schemeClr>
              </a:gs>
            </a:gsLst>
            <a:lin ang="5400000" scaled="1"/>
          </a:gradFill>
          <a:ln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34000">
                  <a:schemeClr val="accent2"/>
                </a:gs>
                <a:gs pos="60000">
                  <a:schemeClr val="accent2">
                    <a:alpha val="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Open sans" panose="020B0606030504020204" pitchFamily="34" charset="0"/>
              <a:ea typeface="+mn-ea"/>
              <a:cs typeface="+mn-cs"/>
            </a:endParaRPr>
          </a:p>
        </p:txBody>
      </p:sp>
      <p:sp>
        <p:nvSpPr>
          <p:cNvPr id="6" name="Diagonal Stripe 5">
            <a:extLst>
              <a:ext uri="{FF2B5EF4-FFF2-40B4-BE49-F238E27FC236}">
                <a16:creationId xmlns:a16="http://schemas.microsoft.com/office/drawing/2014/main" id="{4576806E-B2B2-3B5A-EE9E-8AFF0C98B4FE}"/>
              </a:ext>
            </a:extLst>
          </p:cNvPr>
          <p:cNvSpPr/>
          <p:nvPr/>
        </p:nvSpPr>
        <p:spPr>
          <a:xfrm rot="443985" flipH="1">
            <a:off x="-5523129" y="-2300492"/>
            <a:ext cx="13307471" cy="14682243"/>
          </a:xfrm>
          <a:prstGeom prst="diagStripe">
            <a:avLst>
              <a:gd name="adj" fmla="val 59559"/>
            </a:avLst>
          </a:prstGeom>
          <a:gradFill>
            <a:gsLst>
              <a:gs pos="5000">
                <a:schemeClr val="tx1">
                  <a:alpha val="32000"/>
                </a:schemeClr>
              </a:gs>
              <a:gs pos="42000">
                <a:schemeClr val="tx2">
                  <a:lumMod val="50000"/>
                </a:schemeClr>
              </a:gs>
              <a:gs pos="67000">
                <a:schemeClr val="tx2">
                  <a:alpha val="0"/>
                </a:schemeClr>
              </a:gs>
            </a:gsLst>
            <a:lin ang="5400000" scaled="1"/>
          </a:gradFill>
          <a:ln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34000">
                  <a:schemeClr val="accent2"/>
                </a:gs>
                <a:gs pos="60000">
                  <a:schemeClr val="accent2">
                    <a:alpha val="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Open sans" panose="020B0606030504020204" pitchFamily="34" charset="0"/>
              <a:ea typeface="+mn-ea"/>
              <a:cs typeface="+mn-cs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C950C27-140F-BA99-A176-F00656A627DF}"/>
              </a:ext>
            </a:extLst>
          </p:cNvPr>
          <p:cNvCxnSpPr>
            <a:cxnSpLocks/>
          </p:cNvCxnSpPr>
          <p:nvPr/>
        </p:nvCxnSpPr>
        <p:spPr>
          <a:xfrm flipH="1">
            <a:off x="459007" y="3548446"/>
            <a:ext cx="910791" cy="0"/>
          </a:xfrm>
          <a:prstGeom prst="line">
            <a:avLst/>
          </a:prstGeom>
          <a:ln w="2222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6E151336-7866-B690-9469-405E8C82DF02}"/>
              </a:ext>
            </a:extLst>
          </p:cNvPr>
          <p:cNvSpPr txBox="1">
            <a:spLocks/>
          </p:cNvSpPr>
          <p:nvPr/>
        </p:nvSpPr>
        <p:spPr>
          <a:xfrm>
            <a:off x="459006" y="2657422"/>
            <a:ext cx="6592034" cy="747897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 kern="1200">
                <a:solidFill>
                  <a:srgbClr val="16654B"/>
                </a:solidFill>
                <a:latin typeface="Open sans" panose="020B0606030504020204" pitchFamily="34" charset="0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 kern="1200">
                <a:solidFill>
                  <a:srgbClr val="16654B"/>
                </a:solidFill>
                <a:latin typeface="Open sans" panose="020B0606030504020204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 kern="1200">
                <a:solidFill>
                  <a:srgbClr val="16654B"/>
                </a:solidFill>
                <a:latin typeface="Open sans" panose="020B0606030504020204" pitchFamily="34" charset="0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 kern="1200">
                <a:solidFill>
                  <a:srgbClr val="16654B"/>
                </a:solidFill>
                <a:latin typeface="Open sans" panose="020B06060305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Football Referee Evaluation Matrix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EABFFC-6EE1-6685-28ED-E1F7DFB438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97631"/>
            <a:ext cx="11661006" cy="609398"/>
          </a:xfrm>
          <a:noFill/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Evaluation Scale</a:t>
            </a:r>
            <a:r>
              <a:rPr lang="en-US" noProof="0" dirty="0">
                <a:solidFill>
                  <a:srgbClr val="FFC000"/>
                </a:solidFill>
              </a:rPr>
              <a:t>: </a:t>
            </a:r>
            <a:r>
              <a:rPr lang="en-US" dirty="0">
                <a:solidFill>
                  <a:schemeClr val="tx2"/>
                </a:solidFill>
              </a:rPr>
              <a:t>Objective, measurable criteria using a 4-level scale to avoid middle-ground bias</a:t>
            </a:r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5" name="AutoShape 6" descr="https://ukc-powerpoint.officeapps.live.com/pods/GetClipboardImage.ashx?Id=a63f3a86-cd46-4c32-9c9b-7d58b3020e85&amp;DC=GUK5&amp;pkey=4dac3d91-bf31-4d36-9baf-acff26a7f7b8&amp;wdwaccluster=GUK5">
            <a:extLst>
              <a:ext uri="{FF2B5EF4-FFF2-40B4-BE49-F238E27FC236}">
                <a16:creationId xmlns:a16="http://schemas.microsoft.com/office/drawing/2014/main" id="{5A572F75-E8AF-0D89-47FC-414E327208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90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AC2D6DF-C4A4-2DFD-2C70-83BA2F404B98}"/>
              </a:ext>
            </a:extLst>
          </p:cNvPr>
          <p:cNvSpPr/>
          <p:nvPr/>
        </p:nvSpPr>
        <p:spPr>
          <a:xfrm>
            <a:off x="457200" y="1828800"/>
            <a:ext cx="2667762" cy="914400"/>
          </a:xfrm>
          <a:prstGeom prst="roundRect">
            <a:avLst>
              <a:gd name="adj" fmla="val 3513"/>
            </a:avLst>
          </a:prstGeom>
          <a:gradFill>
            <a:gsLst>
              <a:gs pos="0">
                <a:schemeClr val="bg1"/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3200000" scaled="0"/>
          </a:gradFill>
          <a:ln w="19050">
            <a:noFill/>
          </a:ln>
          <a:effectLst>
            <a:outerShdw blurRad="635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Level 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54C9FA-DAED-E3B2-03B5-8143374EE605}"/>
              </a:ext>
            </a:extLst>
          </p:cNvPr>
          <p:cNvSpPr/>
          <p:nvPr/>
        </p:nvSpPr>
        <p:spPr>
          <a:xfrm>
            <a:off x="457200" y="2834640"/>
            <a:ext cx="2667762" cy="246888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Deficient / Unfit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AC2D6DF-C4A4-2DFD-2C70-83BA2F404B98}"/>
              </a:ext>
            </a:extLst>
          </p:cNvPr>
          <p:cNvSpPr/>
          <p:nvPr/>
        </p:nvSpPr>
        <p:spPr>
          <a:xfrm>
            <a:off x="3326130" y="1828800"/>
            <a:ext cx="2667762" cy="914400"/>
          </a:xfrm>
          <a:prstGeom prst="roundRect">
            <a:avLst>
              <a:gd name="adj" fmla="val 3513"/>
            </a:avLst>
          </a:prstGeom>
          <a:gradFill>
            <a:gsLst>
              <a:gs pos="0">
                <a:schemeClr val="bg1"/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3200000" scaled="0"/>
          </a:gradFill>
          <a:ln w="19050">
            <a:noFill/>
          </a:ln>
          <a:effectLst>
            <a:outerShdw blurRad="635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Level 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54C9FA-DAED-E3B2-03B5-8143374EE605}"/>
              </a:ext>
            </a:extLst>
          </p:cNvPr>
          <p:cNvSpPr/>
          <p:nvPr/>
        </p:nvSpPr>
        <p:spPr>
          <a:xfrm>
            <a:off x="3326130" y="2834640"/>
            <a:ext cx="2667762" cy="246888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Basic / Developing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AC2D6DF-C4A4-2DFD-2C70-83BA2F404B98}"/>
              </a:ext>
            </a:extLst>
          </p:cNvPr>
          <p:cNvSpPr/>
          <p:nvPr/>
        </p:nvSpPr>
        <p:spPr>
          <a:xfrm>
            <a:off x="6195060" y="1828800"/>
            <a:ext cx="2667762" cy="914400"/>
          </a:xfrm>
          <a:prstGeom prst="roundRect">
            <a:avLst>
              <a:gd name="adj" fmla="val 3513"/>
            </a:avLst>
          </a:prstGeom>
          <a:gradFill>
            <a:gsLst>
              <a:gs pos="0">
                <a:schemeClr val="bg1"/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3200000" scaled="0"/>
          </a:gradFill>
          <a:ln w="19050">
            <a:noFill/>
          </a:ln>
          <a:effectLst>
            <a:outerShdw blurRad="635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Level 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54C9FA-DAED-E3B2-03B5-8143374EE605}"/>
              </a:ext>
            </a:extLst>
          </p:cNvPr>
          <p:cNvSpPr/>
          <p:nvPr/>
        </p:nvSpPr>
        <p:spPr>
          <a:xfrm>
            <a:off x="6195060" y="2834640"/>
            <a:ext cx="2667762" cy="246888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Optimal / Professional Standard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AC2D6DF-C4A4-2DFD-2C70-83BA2F404B98}"/>
              </a:ext>
            </a:extLst>
          </p:cNvPr>
          <p:cNvSpPr/>
          <p:nvPr/>
        </p:nvSpPr>
        <p:spPr>
          <a:xfrm>
            <a:off x="9063990" y="1828800"/>
            <a:ext cx="2667762" cy="914400"/>
          </a:xfrm>
          <a:prstGeom prst="roundRect">
            <a:avLst>
              <a:gd name="adj" fmla="val 3513"/>
            </a:avLst>
          </a:prstGeom>
          <a:gradFill>
            <a:gsLst>
              <a:gs pos="0">
                <a:schemeClr val="bg1"/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3200000" scaled="0"/>
          </a:gradFill>
          <a:ln w="19050">
            <a:noFill/>
          </a:ln>
          <a:effectLst>
            <a:outerShdw blurRad="635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Level 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54C9FA-DAED-E3B2-03B5-8143374EE605}"/>
              </a:ext>
            </a:extLst>
          </p:cNvPr>
          <p:cNvSpPr/>
          <p:nvPr/>
        </p:nvSpPr>
        <p:spPr>
          <a:xfrm>
            <a:off x="9063990" y="2834640"/>
            <a:ext cx="2667762" cy="246888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Elite / International Level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EABFFC-6EE1-6685-28ED-E1F7DFB438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97631"/>
            <a:ext cx="11661006" cy="609398"/>
          </a:xfrm>
          <a:noFill/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Physical &amp; Medical</a:t>
            </a:r>
            <a:r>
              <a:rPr lang="en-US" noProof="0" dirty="0">
                <a:solidFill>
                  <a:srgbClr val="FFC000"/>
                </a:solidFill>
              </a:rPr>
              <a:t>: </a:t>
            </a:r>
            <a:r>
              <a:rPr lang="en-US" dirty="0">
                <a:solidFill>
                  <a:schemeClr val="tx2"/>
                </a:solidFill>
              </a:rPr>
              <a:t>Direct quantitative evaluation from physical tests and GPS / HR match metrics</a:t>
            </a:r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5" name="AutoShape 6" descr="https://ukc-powerpoint.officeapps.live.com/pods/GetClipboardImage.ashx?Id=a63f3a86-cd46-4c32-9c9b-7d58b3020e85&amp;DC=GUK5&amp;pkey=4dac3d91-bf31-4d36-9baf-acff26a7f7b8&amp;wdwaccluster=GUK5">
            <a:extLst>
              <a:ext uri="{FF2B5EF4-FFF2-40B4-BE49-F238E27FC236}">
                <a16:creationId xmlns:a16="http://schemas.microsoft.com/office/drawing/2014/main" id="{5A572F75-E8AF-0D89-47FC-414E327208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90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11274549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42093"/>
                <a:gridCol w="2228690"/>
                <a:gridCol w="1966491"/>
                <a:gridCol w="1966491"/>
                <a:gridCol w="1835392"/>
                <a:gridCol w="1835392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Trebuchet MS"/>
                        </a:rPr>
                        <a:t>Quality</a:t>
                      </a:r>
                    </a:p>
                  </a:txBody>
                  <a:tcPr anchor="ctr" marL="54864" marR="54864" marT="18288" marB="18288">
                    <a:solidFill>
                      <a:srgbClr val="1665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Trebuchet MS"/>
                        </a:rPr>
                        <a:t>Objective Indicator</a:t>
                      </a:r>
                    </a:p>
                  </a:txBody>
                  <a:tcPr anchor="ctr" marL="54864" marR="54864" marT="18288" marB="18288">
                    <a:solidFill>
                      <a:srgbClr val="1665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Trebuchet MS"/>
                        </a:rPr>
                        <a:t>Level 1 (Deficient)</a:t>
                      </a:r>
                    </a:p>
                  </a:txBody>
                  <a:tcPr anchor="ctr" marL="54864" marR="54864" marT="18288" marB="18288">
                    <a:solidFill>
                      <a:srgbClr val="1665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Trebuchet MS"/>
                        </a:rPr>
                        <a:t>Level 2 (Basic)</a:t>
                      </a:r>
                    </a:p>
                  </a:txBody>
                  <a:tcPr anchor="ctr" marL="54864" marR="54864" marT="18288" marB="18288">
                    <a:solidFill>
                      <a:srgbClr val="1665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Trebuchet MS"/>
                        </a:rPr>
                        <a:t>Level 3 (Optimal)</a:t>
                      </a:r>
                    </a:p>
                  </a:txBody>
                  <a:tcPr anchor="ctr" marL="54864" marR="54864" marT="18288" marB="18288">
                    <a:solidFill>
                      <a:srgbClr val="1665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Trebuchet MS"/>
                        </a:rPr>
                        <a:t>Level 4 (Elite)</a:t>
                      </a:r>
                    </a:p>
                  </a:txBody>
                  <a:tcPr anchor="ctr" marL="54864" marR="54864" marT="18288" marB="18288">
                    <a:solidFill>
                      <a:srgbClr val="1665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60" b="1">
                          <a:solidFill>
                            <a:srgbClr val="16654B"/>
                          </a:solidFill>
                          <a:latin typeface="Trebuchet MS"/>
                        </a:rPr>
                        <a:t>Base Endurance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Level reached in the FIFA Test (SDS) / ARIET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Fails to reach the league's minimum requirement.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Reaches the exact minimum. Slow heart rate recovery.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Exceeds the minimum by 1-2 levels.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Exceeds the minimum by &gt;3 levels.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60" b="1">
                          <a:solidFill>
                            <a:srgbClr val="16654B"/>
                          </a:solidFill>
                          <a:latin typeface="Trebuchet MS"/>
                        </a:rPr>
                        <a:t>Speed (Sprint)</a:t>
                      </a:r>
                    </a:p>
                  </a:txBody>
                  <a:tcPr anchor="ctr" marL="54864" marR="54864" marT="18288" marB="18288">
                    <a:solidFill>
                      <a:srgbClr val="ECF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Average time in 6x40 meter sprint tests</a:t>
                      </a:r>
                    </a:p>
                  </a:txBody>
                  <a:tcPr anchor="ctr" marL="54864" marR="54864" marT="18288" marB="18288">
                    <a:solidFill>
                      <a:srgbClr val="ECF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&gt; 6.20 seconds</a:t>
                      </a:r>
                    </a:p>
                  </a:txBody>
                  <a:tcPr anchor="ctr" marL="54864" marR="54864" marT="18288" marB="18288">
                    <a:solidFill>
                      <a:srgbClr val="ECF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6.10 - 6.20 seconds</a:t>
                      </a:r>
                    </a:p>
                  </a:txBody>
                  <a:tcPr anchor="ctr" marL="54864" marR="54864" marT="18288" marB="18288">
                    <a:solidFill>
                      <a:srgbClr val="ECF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5.90 - 6.09 seconds</a:t>
                      </a:r>
                    </a:p>
                  </a:txBody>
                  <a:tcPr anchor="ctr" marL="54864" marR="54864" marT="18288" marB="18288">
                    <a:solidFill>
                      <a:srgbClr val="ECF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&lt; 5.80 seconds</a:t>
                      </a:r>
                    </a:p>
                  </a:txBody>
                  <a:tcPr anchor="ctr" marL="54864" marR="54864" marT="18288" marB="18288">
                    <a:solidFill>
                      <a:srgbClr val="ECF2E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60" b="1">
                          <a:solidFill>
                            <a:srgbClr val="16654B"/>
                          </a:solidFill>
                          <a:latin typeface="Trebuchet MS"/>
                        </a:rPr>
                        <a:t>Match Distance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Total Km and High-Intensity Km (measured via GPS)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&lt; 9 km total / &lt; 500m high intensity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9 - 10 km / 500 - 800m high intensity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10 - 11.5 km / 800 - 1200m high intensity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&gt; 11.5 km / &gt; 1200m high intensity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60" b="1">
                          <a:solidFill>
                            <a:srgbClr val="16654B"/>
                          </a:solidFill>
                          <a:latin typeface="Trebuchet MS"/>
                        </a:rPr>
                        <a:t>Positioning</a:t>
                      </a:r>
                    </a:p>
                  </a:txBody>
                  <a:tcPr anchor="ctr" marL="54864" marR="54864" marT="18288" marB="18288">
                    <a:solidFill>
                      <a:srgbClr val="ECF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Average distance to the area of the foul (measured via video)</a:t>
                      </a:r>
                    </a:p>
                  </a:txBody>
                  <a:tcPr anchor="ctr" marL="54864" marR="54864" marT="18288" marB="18288">
                    <a:solidFill>
                      <a:srgbClr val="ECF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&gt; 20 meters on average</a:t>
                      </a:r>
                    </a:p>
                  </a:txBody>
                  <a:tcPr anchor="ctr" marL="54864" marR="54864" marT="18288" marB="18288">
                    <a:solidFill>
                      <a:srgbClr val="ECF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15 - 20 meters</a:t>
                      </a:r>
                    </a:p>
                  </a:txBody>
                  <a:tcPr anchor="ctr" marL="54864" marR="54864" marT="18288" marB="18288">
                    <a:solidFill>
                      <a:srgbClr val="ECF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10 - 15 meters</a:t>
                      </a:r>
                    </a:p>
                  </a:txBody>
                  <a:tcPr anchor="ctr" marL="54864" marR="54864" marT="18288" marB="18288">
                    <a:solidFill>
                      <a:srgbClr val="ECF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&lt; 10 meters in 90% of fouls</a:t>
                      </a:r>
                    </a:p>
                  </a:txBody>
                  <a:tcPr anchor="ctr" marL="54864" marR="54864" marT="18288" marB="18288">
                    <a:solidFill>
                      <a:srgbClr val="ECF2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EABFFC-6EE1-6685-28ED-E1F7DFB438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97631"/>
            <a:ext cx="11661006" cy="609398"/>
          </a:xfrm>
          <a:noFill/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Technical Knowledge</a:t>
            </a:r>
            <a:r>
              <a:rPr lang="en-US" noProof="0" dirty="0">
                <a:solidFill>
                  <a:srgbClr val="FFC000"/>
                </a:solidFill>
              </a:rPr>
              <a:t>: </a:t>
            </a:r>
            <a:r>
              <a:rPr lang="en-US" dirty="0">
                <a:solidFill>
                  <a:schemeClr val="tx2"/>
                </a:solidFill>
              </a:rPr>
              <a:t>Analytical evaluation from theoretical exams and post-match video analysis</a:t>
            </a:r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5" name="AutoShape 6" descr="https://ukc-powerpoint.officeapps.live.com/pods/GetClipboardImage.ashx?Id=a63f3a86-cd46-4c32-9c9b-7d58b3020e85&amp;DC=GUK5&amp;pkey=4dac3d91-bf31-4d36-9baf-acff26a7f7b8&amp;wdwaccluster=GUK5">
            <a:extLst>
              <a:ext uri="{FF2B5EF4-FFF2-40B4-BE49-F238E27FC236}">
                <a16:creationId xmlns:a16="http://schemas.microsoft.com/office/drawing/2014/main" id="{5A572F75-E8AF-0D89-47FC-414E327208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90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11274550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73193"/>
                <a:gridCol w="2359789"/>
                <a:gridCol w="1835392"/>
                <a:gridCol w="1835392"/>
                <a:gridCol w="1835392"/>
                <a:gridCol w="1835392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Trebuchet MS"/>
                        </a:rPr>
                        <a:t>Quality</a:t>
                      </a:r>
                    </a:p>
                  </a:txBody>
                  <a:tcPr anchor="ctr" marL="54864" marR="54864" marT="18288" marB="18288">
                    <a:solidFill>
                      <a:srgbClr val="1665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Trebuchet MS"/>
                        </a:rPr>
                        <a:t>Objective Indicator</a:t>
                      </a:r>
                    </a:p>
                  </a:txBody>
                  <a:tcPr anchor="ctr" marL="54864" marR="54864" marT="18288" marB="18288">
                    <a:solidFill>
                      <a:srgbClr val="1665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Trebuchet MS"/>
                        </a:rPr>
                        <a:t>Level 1 (Deficient)</a:t>
                      </a:r>
                    </a:p>
                  </a:txBody>
                  <a:tcPr anchor="ctr" marL="54864" marR="54864" marT="18288" marB="18288">
                    <a:solidFill>
                      <a:srgbClr val="1665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Trebuchet MS"/>
                        </a:rPr>
                        <a:t>Level 2 (Basic)</a:t>
                      </a:r>
                    </a:p>
                  </a:txBody>
                  <a:tcPr anchor="ctr" marL="54864" marR="54864" marT="18288" marB="18288">
                    <a:solidFill>
                      <a:srgbClr val="1665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Trebuchet MS"/>
                        </a:rPr>
                        <a:t>Level 3 (Optimal)</a:t>
                      </a:r>
                    </a:p>
                  </a:txBody>
                  <a:tcPr anchor="ctr" marL="54864" marR="54864" marT="18288" marB="18288">
                    <a:solidFill>
                      <a:srgbClr val="1665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Trebuchet MS"/>
                        </a:rPr>
                        <a:t>Level 4 (Elite)</a:t>
                      </a:r>
                    </a:p>
                  </a:txBody>
                  <a:tcPr anchor="ctr" marL="54864" marR="54864" marT="18288" marB="18288">
                    <a:solidFill>
                      <a:srgbClr val="1665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60" b="1">
                          <a:solidFill>
                            <a:srgbClr val="16654B"/>
                          </a:solidFill>
                          <a:latin typeface="Trebuchet MS"/>
                        </a:rPr>
                        <a:t>Theoretical Knowledge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Score in monthly theoretical exam (100 questions)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&lt; 75% accuracy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75% - 84% accuracy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85% - 94% accuracy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95% - 100% accuracy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60" b="1">
                          <a:solidFill>
                            <a:srgbClr val="16654B"/>
                          </a:solidFill>
                          <a:latin typeface="Trebuchet MS"/>
                        </a:rPr>
                        <a:t>Key Match Incidents (KMI)</a:t>
                      </a:r>
                    </a:p>
                  </a:txBody>
                  <a:tcPr anchor="ctr" marL="54864" marR="54864" marT="18288" marB="18288">
                    <a:solidFill>
                      <a:srgbClr val="ECF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Accuracy percentage in penalty, red card, and goal decisions</a:t>
                      </a:r>
                    </a:p>
                  </a:txBody>
                  <a:tcPr anchor="ctr" marL="54864" marR="54864" marT="18288" marB="18288">
                    <a:solidFill>
                      <a:srgbClr val="ECF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&lt; 75% accuracy</a:t>
                      </a:r>
                    </a:p>
                  </a:txBody>
                  <a:tcPr anchor="ctr" marL="54864" marR="54864" marT="18288" marB="18288">
                    <a:solidFill>
                      <a:srgbClr val="ECF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75% - 85% accuracy</a:t>
                      </a:r>
                    </a:p>
                  </a:txBody>
                  <a:tcPr anchor="ctr" marL="54864" marR="54864" marT="18288" marB="18288">
                    <a:solidFill>
                      <a:srgbClr val="ECF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86% - 95% accuracy</a:t>
                      </a:r>
                    </a:p>
                  </a:txBody>
                  <a:tcPr anchor="ctr" marL="54864" marR="54864" marT="18288" marB="18288">
                    <a:solidFill>
                      <a:srgbClr val="ECF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&gt; 95% accuracy without VAR intervention</a:t>
                      </a:r>
                    </a:p>
                  </a:txBody>
                  <a:tcPr anchor="ctr" marL="54864" marR="54864" marT="18288" marB="18288">
                    <a:solidFill>
                      <a:srgbClr val="ECF2E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60" b="1">
                          <a:solidFill>
                            <a:srgbClr val="16654B"/>
                          </a:solidFill>
                          <a:latin typeface="Trebuchet MS"/>
                        </a:rPr>
                        <a:t>Disciplinary Consistency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(accuracy in YC?)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&lt; 75% accuracy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75% - 85% accuracy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86% - 95% accuracy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&gt; 95% accuracy without VAR intervention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EABFFC-6EE1-6685-28ED-E1F7DFB438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97631"/>
            <a:ext cx="11661006" cy="609398"/>
          </a:xfrm>
          <a:noFill/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Psychological Skills</a:t>
            </a:r>
            <a:r>
              <a:rPr lang="en-US" noProof="0" dirty="0">
                <a:solidFill>
                  <a:srgbClr val="FFC000"/>
                </a:solidFill>
              </a:rPr>
              <a:t>: </a:t>
            </a:r>
            <a:r>
              <a:rPr lang="en-US" dirty="0">
                <a:solidFill>
                  <a:schemeClr val="tx2"/>
                </a:solidFill>
              </a:rPr>
              <a:t>Behavioral evaluation measuring the consequences of mental control on the pitch</a:t>
            </a:r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5" name="AutoShape 6" descr="https://ukc-powerpoint.officeapps.live.com/pods/GetClipboardImage.ashx?Id=a63f3a86-cd46-4c32-9c9b-7d58b3020e85&amp;DC=GUK5&amp;pkey=4dac3d91-bf31-4d36-9baf-acff26a7f7b8&amp;wdwaccluster=GUK5">
            <a:extLst>
              <a:ext uri="{FF2B5EF4-FFF2-40B4-BE49-F238E27FC236}">
                <a16:creationId xmlns:a16="http://schemas.microsoft.com/office/drawing/2014/main" id="{5A572F75-E8AF-0D89-47FC-414E327208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90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11274550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73193"/>
                <a:gridCol w="2359789"/>
                <a:gridCol w="1835392"/>
                <a:gridCol w="1835392"/>
                <a:gridCol w="1835392"/>
                <a:gridCol w="1835392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Trebuchet MS"/>
                        </a:rPr>
                        <a:t>Quality</a:t>
                      </a:r>
                    </a:p>
                  </a:txBody>
                  <a:tcPr anchor="ctr" marL="54864" marR="54864" marT="18288" marB="18288">
                    <a:solidFill>
                      <a:srgbClr val="1665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Trebuchet MS"/>
                        </a:rPr>
                        <a:t>Objective Indicator</a:t>
                      </a:r>
                    </a:p>
                  </a:txBody>
                  <a:tcPr anchor="ctr" marL="54864" marR="54864" marT="18288" marB="18288">
                    <a:solidFill>
                      <a:srgbClr val="1665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Trebuchet MS"/>
                        </a:rPr>
                        <a:t>Level 1 (Deficient)</a:t>
                      </a:r>
                    </a:p>
                  </a:txBody>
                  <a:tcPr anchor="ctr" marL="54864" marR="54864" marT="18288" marB="18288">
                    <a:solidFill>
                      <a:srgbClr val="1665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Trebuchet MS"/>
                        </a:rPr>
                        <a:t>Level 2 (Basic)</a:t>
                      </a:r>
                    </a:p>
                  </a:txBody>
                  <a:tcPr anchor="ctr" marL="54864" marR="54864" marT="18288" marB="18288">
                    <a:solidFill>
                      <a:srgbClr val="1665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Trebuchet MS"/>
                        </a:rPr>
                        <a:t>Level 3 (Optimal)</a:t>
                      </a:r>
                    </a:p>
                  </a:txBody>
                  <a:tcPr anchor="ctr" marL="54864" marR="54864" marT="18288" marB="18288">
                    <a:solidFill>
                      <a:srgbClr val="1665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Trebuchet MS"/>
                        </a:rPr>
                        <a:t>Level 4 (Elite)</a:t>
                      </a:r>
                    </a:p>
                  </a:txBody>
                  <a:tcPr anchor="ctr" marL="54864" marR="54864" marT="18288" marB="18288">
                    <a:solidFill>
                      <a:srgbClr val="1665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60" b="1">
                          <a:solidFill>
                            <a:srgbClr val="16654B"/>
                          </a:solidFill>
                          <a:latin typeface="Trebuchet MS"/>
                        </a:rPr>
                        <a:t>Error Resilience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Accuracy of decisions in the 10 minutes following a severe error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Commits ≥ 2 additional errors (waterfall effect)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Commits 1 minor error due to lack of focus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Maintains usual accuracy percentage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Maintains accuracy and dictates the game's pace to regain calm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60" b="1">
                          <a:solidFill>
                            <a:srgbClr val="16654B"/>
                          </a:solidFill>
                          <a:latin typeface="Trebuchet MS"/>
                        </a:rPr>
                        <a:t>Stress Management</a:t>
                      </a:r>
                    </a:p>
                  </a:txBody>
                  <a:tcPr anchor="ctr" marL="54864" marR="54864" marT="18288" marB="18288">
                    <a:solidFill>
                      <a:srgbClr val="ECF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Average Heart Rate (BPM) during VAR reviews or heavy protests</a:t>
                      </a:r>
                    </a:p>
                  </a:txBody>
                  <a:tcPr anchor="ctr" marL="54864" marR="54864" marT="18288" marB="18288">
                    <a:solidFill>
                      <a:srgbClr val="ECF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Uncontrolled spikes (&gt;90% of Max HR)</a:t>
                      </a:r>
                    </a:p>
                  </a:txBody>
                  <a:tcPr anchor="ctr" marL="54864" marR="54864" marT="18288" marB="18288">
                    <a:solidFill>
                      <a:srgbClr val="ECF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Notable elevation (80-90% of Max HR)</a:t>
                      </a:r>
                    </a:p>
                  </a:txBody>
                  <a:tcPr anchor="ctr" marL="54864" marR="54864" marT="18288" marB="18288">
                    <a:solidFill>
                      <a:srgbClr val="ECF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Moderate elevation (70-80% of Max HR)</a:t>
                      </a:r>
                    </a:p>
                  </a:txBody>
                  <a:tcPr anchor="ctr" marL="54864" marR="54864" marT="18288" marB="18288">
                    <a:solidFill>
                      <a:srgbClr val="ECF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Maintains stable HR (&lt;70%), controlled breathing</a:t>
                      </a:r>
                    </a:p>
                  </a:txBody>
                  <a:tcPr anchor="ctr" marL="54864" marR="54864" marT="18288" marB="18288">
                    <a:solidFill>
                      <a:srgbClr val="ECF2E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60" b="1">
                          <a:solidFill>
                            <a:srgbClr val="16654B"/>
                          </a:solidFill>
                          <a:latin typeface="Trebuchet MS"/>
                        </a:rPr>
                        <a:t>Decision Time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Seconds elapsed between the foul and the whistle/card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Notable hesitation (&gt; 4 seconds to decide)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Reactive decision (2 - 4 seconds)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Fast decision (1 - 2 seconds)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Immediate decision (&lt; 1 second, high anticipation)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EABFFC-6EE1-6685-28ED-E1F7DFB438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97631"/>
            <a:ext cx="11661006" cy="609398"/>
          </a:xfrm>
          <a:noFill/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Communication</a:t>
            </a:r>
            <a:r>
              <a:rPr lang="en-US" noProof="0" dirty="0">
                <a:solidFill>
                  <a:srgbClr val="FFC000"/>
                </a:solidFill>
              </a:rPr>
              <a:t>: </a:t>
            </a:r>
            <a:r>
              <a:rPr lang="en-US" dirty="0">
                <a:solidFill>
                  <a:schemeClr val="tx2"/>
                </a:solidFill>
              </a:rPr>
              <a:t>Incident evaluation measured through quantifiable player reactions</a:t>
            </a:r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5" name="AutoShape 6" descr="https://ukc-powerpoint.officeapps.live.com/pods/GetClipboardImage.ashx?Id=a63f3a86-cd46-4c32-9c9b-7d58b3020e85&amp;DC=GUK5&amp;pkey=4dac3d91-bf31-4d36-9baf-acff26a7f7b8&amp;wdwaccluster=GUK5">
            <a:extLst>
              <a:ext uri="{FF2B5EF4-FFF2-40B4-BE49-F238E27FC236}">
                <a16:creationId xmlns:a16="http://schemas.microsoft.com/office/drawing/2014/main" id="{5A572F75-E8AF-0D89-47FC-414E327208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90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11274550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73193"/>
                <a:gridCol w="2359789"/>
                <a:gridCol w="1835392"/>
                <a:gridCol w="1835392"/>
                <a:gridCol w="1835392"/>
                <a:gridCol w="1835392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Trebuchet MS"/>
                        </a:rPr>
                        <a:t>Quality</a:t>
                      </a:r>
                    </a:p>
                  </a:txBody>
                  <a:tcPr anchor="ctr" marL="54864" marR="54864" marT="18288" marB="18288">
                    <a:solidFill>
                      <a:srgbClr val="1665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Trebuchet MS"/>
                        </a:rPr>
                        <a:t>Objective Indicator</a:t>
                      </a:r>
                    </a:p>
                  </a:txBody>
                  <a:tcPr anchor="ctr" marL="54864" marR="54864" marT="18288" marB="18288">
                    <a:solidFill>
                      <a:srgbClr val="1665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Trebuchet MS"/>
                        </a:rPr>
                        <a:t>Level 1 (Deficient)</a:t>
                      </a:r>
                    </a:p>
                  </a:txBody>
                  <a:tcPr anchor="ctr" marL="54864" marR="54864" marT="18288" marB="18288">
                    <a:solidFill>
                      <a:srgbClr val="1665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Trebuchet MS"/>
                        </a:rPr>
                        <a:t>Level 2 (Basic)</a:t>
                      </a:r>
                    </a:p>
                  </a:txBody>
                  <a:tcPr anchor="ctr" marL="54864" marR="54864" marT="18288" marB="18288">
                    <a:solidFill>
                      <a:srgbClr val="1665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Trebuchet MS"/>
                        </a:rPr>
                        <a:t>Level 3 (Optimal)</a:t>
                      </a:r>
                    </a:p>
                  </a:txBody>
                  <a:tcPr anchor="ctr" marL="54864" marR="54864" marT="18288" marB="18288">
                    <a:solidFill>
                      <a:srgbClr val="1665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Trebuchet MS"/>
                        </a:rPr>
                        <a:t>Level 4 (Elite)</a:t>
                      </a:r>
                    </a:p>
                  </a:txBody>
                  <a:tcPr anchor="ctr" marL="54864" marR="54864" marT="18288" marB="18288">
                    <a:solidFill>
                      <a:srgbClr val="1665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60" b="1">
                          <a:solidFill>
                            <a:srgbClr val="16654B"/>
                          </a:solidFill>
                          <a:latin typeface="Trebuchet MS"/>
                        </a:rPr>
                        <a:t>Protest Management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Number of "mobbing" incidents (≥3 players surrounding the ref)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≥ 3 incidents per match.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1 - 2 incidents per match.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0 incidents. Control achieved via timely cards.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0 incidents. Control achieved through presence and proactive dialogue.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60" b="1">
                          <a:solidFill>
                            <a:srgbClr val="16654B"/>
                          </a:solidFill>
                          <a:latin typeface="Trebuchet MS"/>
                        </a:rPr>
                        <a:t>Assertiveness</a:t>
                      </a:r>
                    </a:p>
                  </a:txBody>
                  <a:tcPr anchor="ctr" marL="54864" marR="54864" marT="18288" marB="18288">
                    <a:solidFill>
                      <a:srgbClr val="ECF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Number of successful verbal warnings vs. repeated fouls</a:t>
                      </a:r>
                    </a:p>
                  </a:txBody>
                  <a:tcPr anchor="ctr" marL="54864" marR="54864" marT="18288" marB="18288">
                    <a:solidFill>
                      <a:srgbClr val="ECF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Warnings are ignored; the player repeats the foul.</a:t>
                      </a:r>
                    </a:p>
                  </a:txBody>
                  <a:tcPr anchor="ctr" marL="54864" marR="54864" marT="18288" marB="18288">
                    <a:solidFill>
                      <a:srgbClr val="ECF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Player reduces intensity but continues to foul.</a:t>
                      </a:r>
                    </a:p>
                  </a:txBody>
                  <a:tcPr anchor="ctr" marL="54864" marR="54864" marT="18288" marB="18288">
                    <a:solidFill>
                      <a:srgbClr val="ECF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Player stops fouling after the warning.</a:t>
                      </a:r>
                    </a:p>
                  </a:txBody>
                  <a:tcPr anchor="ctr" marL="54864" marR="54864" marT="18288" marB="18288">
                    <a:solidFill>
                      <a:srgbClr val="ECF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Team captain actively assists the referee in calming the player.</a:t>
                      </a:r>
                    </a:p>
                  </a:txBody>
                  <a:tcPr anchor="ctr" marL="54864" marR="54864" marT="18288" marB="18288">
                    <a:solidFill>
                      <a:srgbClr val="ECF2E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60" b="1">
                          <a:solidFill>
                            <a:srgbClr val="16654B"/>
                          </a:solidFill>
                          <a:latin typeface="Trebuchet MS"/>
                        </a:rPr>
                        <a:t>VAR Communication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Seconds an On-Field Review (OFR) takes at the monitor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&gt; 90 seconds (confused communication)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60 - 90 seconds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30 - 60 seconds (direct, to-the-point communication)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&lt; 30 seconds (identifies the error on the first replay)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EABFFC-6EE1-6685-28ED-E1F7DFB438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97631"/>
            <a:ext cx="11661006" cy="609398"/>
          </a:xfrm>
          <a:noFill/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Administrative &amp; Ethical</a:t>
            </a:r>
            <a:r>
              <a:rPr lang="en-US" noProof="0" dirty="0">
                <a:solidFill>
                  <a:srgbClr val="FFC000"/>
                </a:solidFill>
              </a:rPr>
              <a:t>: </a:t>
            </a:r>
            <a:r>
              <a:rPr lang="en-US" dirty="0">
                <a:solidFill>
                  <a:schemeClr val="tx2"/>
                </a:solidFill>
              </a:rPr>
              <a:t>Process evaluation, objective and based on regulatory compliance</a:t>
            </a:r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5" name="AutoShape 6" descr="https://ukc-powerpoint.officeapps.live.com/pods/GetClipboardImage.ashx?Id=a63f3a86-cd46-4c32-9c9b-7d58b3020e85&amp;DC=GUK5&amp;pkey=4dac3d91-bf31-4d36-9baf-acff26a7f7b8&amp;wdwaccluster=GUK5">
            <a:extLst>
              <a:ext uri="{FF2B5EF4-FFF2-40B4-BE49-F238E27FC236}">
                <a16:creationId xmlns:a16="http://schemas.microsoft.com/office/drawing/2014/main" id="{5A572F75-E8AF-0D89-47FC-414E327208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90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11274550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04292"/>
                <a:gridCol w="2228690"/>
                <a:gridCol w="1835392"/>
                <a:gridCol w="1835392"/>
                <a:gridCol w="1835392"/>
                <a:gridCol w="1835392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Trebuchet MS"/>
                        </a:rPr>
                        <a:t>Quality</a:t>
                      </a:r>
                    </a:p>
                  </a:txBody>
                  <a:tcPr anchor="ctr" marL="54864" marR="54864" marT="18288" marB="18288">
                    <a:solidFill>
                      <a:srgbClr val="1665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Trebuchet MS"/>
                        </a:rPr>
                        <a:t>Objective Indicator</a:t>
                      </a:r>
                    </a:p>
                  </a:txBody>
                  <a:tcPr anchor="ctr" marL="54864" marR="54864" marT="18288" marB="18288">
                    <a:solidFill>
                      <a:srgbClr val="1665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Trebuchet MS"/>
                        </a:rPr>
                        <a:t>Level 1 (Deficient)</a:t>
                      </a:r>
                    </a:p>
                  </a:txBody>
                  <a:tcPr anchor="ctr" marL="54864" marR="54864" marT="18288" marB="18288">
                    <a:solidFill>
                      <a:srgbClr val="1665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Trebuchet MS"/>
                        </a:rPr>
                        <a:t>Level 2 (Basic)</a:t>
                      </a:r>
                    </a:p>
                  </a:txBody>
                  <a:tcPr anchor="ctr" marL="54864" marR="54864" marT="18288" marB="18288">
                    <a:solidFill>
                      <a:srgbClr val="1665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Trebuchet MS"/>
                        </a:rPr>
                        <a:t>Level 3 (Optimal)</a:t>
                      </a:r>
                    </a:p>
                  </a:txBody>
                  <a:tcPr anchor="ctr" marL="54864" marR="54864" marT="18288" marB="18288">
                    <a:solidFill>
                      <a:srgbClr val="1665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Trebuchet MS"/>
                        </a:rPr>
                        <a:t>Level 4 (Elite)</a:t>
                      </a:r>
                    </a:p>
                  </a:txBody>
                  <a:tcPr anchor="ctr" marL="54864" marR="54864" marT="18288" marB="18288">
                    <a:solidFill>
                      <a:srgbClr val="1665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60" b="1">
                          <a:solidFill>
                            <a:srgbClr val="16654B"/>
                          </a:solidFill>
                          <a:latin typeface="Trebuchet MS"/>
                        </a:rPr>
                        <a:t>Match Report Writing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Delivery time and number of formal errors in the official match report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Late delivery or contains errors requiring legal correction.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On time, but with poor phrasing or spelling mistakes.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On time, clear, with precise regulatory terminology.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Impeccable; describes complex incidents in an irrefutable manner.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60" b="1">
                          <a:solidFill>
                            <a:srgbClr val="16654B"/>
                          </a:solidFill>
                          <a:latin typeface="Trebuchet MS"/>
                        </a:rPr>
                        <a:t>Availability</a:t>
                      </a:r>
                    </a:p>
                  </a:txBody>
                  <a:tcPr anchor="ctr" marL="54864" marR="54864" marT="18288" marB="18288">
                    <a:solidFill>
                      <a:srgbClr val="ECF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Attendance at mandatory theoretical clinics and training sessions</a:t>
                      </a:r>
                    </a:p>
                  </a:txBody>
                  <a:tcPr anchor="ctr" marL="54864" marR="54864" marT="18288" marB="18288">
                    <a:solidFill>
                      <a:srgbClr val="ECF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&lt; 80% attendance</a:t>
                      </a:r>
                    </a:p>
                  </a:txBody>
                  <a:tcPr anchor="ctr" marL="54864" marR="54864" marT="18288" marB="18288">
                    <a:solidFill>
                      <a:srgbClr val="ECF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80% - 90% attendance</a:t>
                      </a:r>
                    </a:p>
                  </a:txBody>
                  <a:tcPr anchor="ctr" marL="54864" marR="54864" marT="18288" marB="18288">
                    <a:solidFill>
                      <a:srgbClr val="ECF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90% - 99% attendance</a:t>
                      </a:r>
                    </a:p>
                  </a:txBody>
                  <a:tcPr anchor="ctr" marL="54864" marR="54864" marT="18288" marB="18288">
                    <a:solidFill>
                      <a:srgbClr val="ECF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100% attendance, participates actively</a:t>
                      </a:r>
                    </a:p>
                  </a:txBody>
                  <a:tcPr anchor="ctr" marL="54864" marR="54864" marT="18288" marB="18288">
                    <a:solidFill>
                      <a:srgbClr val="ECF2E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60" b="1">
                          <a:solidFill>
                            <a:srgbClr val="16654B"/>
                          </a:solidFill>
                          <a:latin typeface="Trebuchet MS"/>
                        </a:rPr>
                        <a:t>English Language Proficiency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English language evaluation or certification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Exam fail or no certificate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IELTS 3.5 / KET / A2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IELTS 4-5 / PET / B1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262626"/>
                          </a:solidFill>
                          <a:latin typeface="Trebuchet MS"/>
                        </a:rPr>
                        <a:t>IELTS 5.5-6.5 / FCE / B2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EABFFC-6EE1-6685-28ED-E1F7DFB438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97631"/>
            <a:ext cx="11661006" cy="609398"/>
          </a:xfrm>
          <a:noFill/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By Category</a:t>
            </a:r>
            <a:r>
              <a:rPr lang="en-US" noProof="0" dirty="0">
                <a:solidFill>
                  <a:srgbClr val="FFC000"/>
                </a:solidFill>
              </a:rPr>
              <a:t>: </a:t>
            </a:r>
            <a:r>
              <a:rPr lang="en-US" dirty="0">
                <a:solidFill>
                  <a:schemeClr val="tx2"/>
                </a:solidFill>
              </a:rPr>
              <a:t>Minimum expected and desired performance levels per competition tier</a:t>
            </a:r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5" name="AutoShape 6" descr="https://ukc-powerpoint.officeapps.live.com/pods/GetClipboardImage.ashx?Id=a63f3a86-cd46-4c32-9c9b-7d58b3020e85&amp;DC=GUK5&amp;pkey=4dac3d91-bf31-4d36-9baf-acff26a7f7b8&amp;wdwaccluster=GUK5">
            <a:extLst>
              <a:ext uri="{FF2B5EF4-FFF2-40B4-BE49-F238E27FC236}">
                <a16:creationId xmlns:a16="http://schemas.microsoft.com/office/drawing/2014/main" id="{5A572F75-E8AF-0D89-47FC-414E327208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90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11274550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07796"/>
                <a:gridCol w="1544459"/>
                <a:gridCol w="1544459"/>
                <a:gridCol w="1544459"/>
                <a:gridCol w="1544459"/>
                <a:gridCol w="1544459"/>
                <a:gridCol w="1544459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Trebuchet MS"/>
                        </a:rPr>
                        <a:t>Quality</a:t>
                      </a:r>
                    </a:p>
                  </a:txBody>
                  <a:tcPr anchor="ctr" marL="54864" marR="54864" marT="18288" marB="18288">
                    <a:solidFill>
                      <a:srgbClr val="1665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Trebuchet MS"/>
                        </a:rPr>
                        <a:t>Regional</a:t>
                      </a:r>
                    </a:p>
                  </a:txBody>
                  <a:tcPr anchor="ctr" marL="54864" marR="54864" marT="18288" marB="18288">
                    <a:solidFill>
                      <a:srgbClr val="1665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Trebuchet MS"/>
                        </a:rPr>
                        <a:t>u21/ 3rd</a:t>
                      </a:r>
                    </a:p>
                  </a:txBody>
                  <a:tcPr anchor="ctr" marL="54864" marR="54864" marT="18288" marB="18288">
                    <a:solidFill>
                      <a:srgbClr val="1665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Trebuchet MS"/>
                        </a:rPr>
                        <a:t>Second</a:t>
                      </a:r>
                    </a:p>
                  </a:txBody>
                  <a:tcPr anchor="ctr" marL="54864" marR="54864" marT="18288" marB="18288">
                    <a:solidFill>
                      <a:srgbClr val="1665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Trebuchet MS"/>
                        </a:rPr>
                        <a:t>Second</a:t>
                      </a:r>
                    </a:p>
                  </a:txBody>
                  <a:tcPr anchor="ctr" marL="54864" marR="54864" marT="18288" marB="18288">
                    <a:solidFill>
                      <a:srgbClr val="1665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Trebuchet MS"/>
                        </a:rPr>
                        <a:t>YELO</a:t>
                      </a:r>
                    </a:p>
                  </a:txBody>
                  <a:tcPr anchor="ctr" marL="54864" marR="54864" marT="18288" marB="18288">
                    <a:solidFill>
                      <a:srgbClr val="1665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Trebuchet MS"/>
                        </a:rPr>
                        <a:t>ROSHN</a:t>
                      </a:r>
                    </a:p>
                  </a:txBody>
                  <a:tcPr anchor="ctr" marL="54864" marR="54864" marT="18288" marB="18288">
                    <a:solidFill>
                      <a:srgbClr val="1665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6654B"/>
                          </a:solidFill>
                          <a:latin typeface="Trebuchet MS"/>
                        </a:rPr>
                        <a:t>Physical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Trebuchet MS"/>
                        </a:rPr>
                        <a:t>Expected: LEVEL 2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Trebuchet MS"/>
                        </a:rPr>
                        <a:t>Expected: LEVEL 2 Desired: LEVEL 3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Trebuchet MS"/>
                        </a:rPr>
                        <a:t>Expected: LEVEL 2 Desired: LEVEL 3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Trebuchet MS"/>
                        </a:rPr>
                        <a:t>Expected: LEVEL 2 Desired: LEVEL 3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Trebuchet MS"/>
                        </a:rPr>
                        <a:t>Expected: LEVEL 3 Desired: LEVEL 4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Trebuchet MS"/>
                        </a:rPr>
                        <a:t>Expected: LEVEL 4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6654B"/>
                          </a:solidFill>
                          <a:latin typeface="Trebuchet MS"/>
                        </a:rPr>
                        <a:t>Technical</a:t>
                      </a:r>
                    </a:p>
                  </a:txBody>
                  <a:tcPr anchor="ctr" marL="54864" marR="54864" marT="18288" marB="18288">
                    <a:solidFill>
                      <a:srgbClr val="ECF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Trebuchet MS"/>
                        </a:rPr>
                        <a:t>Expected: LEVEL 2</a:t>
                      </a:r>
                    </a:p>
                  </a:txBody>
                  <a:tcPr anchor="ctr" marL="54864" marR="54864" marT="18288" marB="18288">
                    <a:solidFill>
                      <a:srgbClr val="ECF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Trebuchet MS"/>
                        </a:rPr>
                        <a:t>Expected: LEVEL 2 Desired: LEVEL 3</a:t>
                      </a:r>
                    </a:p>
                  </a:txBody>
                  <a:tcPr anchor="ctr" marL="54864" marR="54864" marT="18288" marB="18288">
                    <a:solidFill>
                      <a:srgbClr val="ECF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Trebuchet MS"/>
                        </a:rPr>
                        <a:t>Expected: LEVEL 2 Desired: LEVEL 3</a:t>
                      </a:r>
                    </a:p>
                  </a:txBody>
                  <a:tcPr anchor="ctr" marL="54864" marR="54864" marT="18288" marB="18288">
                    <a:solidFill>
                      <a:srgbClr val="ECF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Trebuchet MS"/>
                        </a:rPr>
                        <a:t>Expected: LEVEL 2 Desired: LEVEL 3</a:t>
                      </a:r>
                    </a:p>
                  </a:txBody>
                  <a:tcPr anchor="ctr" marL="54864" marR="54864" marT="18288" marB="18288">
                    <a:solidFill>
                      <a:srgbClr val="ECF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Trebuchet MS"/>
                        </a:rPr>
                        <a:t>Expected: LEVEL 3 Desired: LEVEL 4</a:t>
                      </a:r>
                    </a:p>
                  </a:txBody>
                  <a:tcPr anchor="ctr" marL="54864" marR="54864" marT="18288" marB="18288">
                    <a:solidFill>
                      <a:srgbClr val="ECF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Trebuchet MS"/>
                        </a:rPr>
                        <a:t>Expected: LEVEL 3 Desired: LEVEL 4</a:t>
                      </a:r>
                    </a:p>
                  </a:txBody>
                  <a:tcPr anchor="ctr" marL="54864" marR="54864" marT="18288" marB="18288">
                    <a:solidFill>
                      <a:srgbClr val="ECF2E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6654B"/>
                          </a:solidFill>
                          <a:latin typeface="Trebuchet MS"/>
                        </a:rPr>
                        <a:t>Psycological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Trebuchet MS"/>
                        </a:rPr>
                        <a:t>Expected: LEVEL 2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Trebuchet MS"/>
                        </a:rPr>
                        <a:t>Expected: LEVEL 2 Desired: LEVEL 3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Trebuchet MS"/>
                        </a:rPr>
                        <a:t>Expected: LEVEL 2 Desired: LEVEL 3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Trebuchet MS"/>
                        </a:rPr>
                        <a:t>Expected: LEVEL 2 Desired: LEVEL 3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Trebuchet MS"/>
                        </a:rPr>
                        <a:t>Expected: LEVEL 3 Desired: LEVEL 4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Trebuchet MS"/>
                        </a:rPr>
                        <a:t>Expected: LEVEL 3 Desired: LEVEL 4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6654B"/>
                          </a:solidFill>
                          <a:latin typeface="Trebuchet MS"/>
                        </a:rPr>
                        <a:t>Communication</a:t>
                      </a:r>
                    </a:p>
                  </a:txBody>
                  <a:tcPr anchor="ctr" marL="54864" marR="54864" marT="18288" marB="18288">
                    <a:solidFill>
                      <a:srgbClr val="ECF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Trebuchet MS"/>
                        </a:rPr>
                        <a:t>Expected: LEVEL 2</a:t>
                      </a:r>
                    </a:p>
                  </a:txBody>
                  <a:tcPr anchor="ctr" marL="54864" marR="54864" marT="18288" marB="18288">
                    <a:solidFill>
                      <a:srgbClr val="ECF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Trebuchet MS"/>
                        </a:rPr>
                        <a:t>Expected: LEVEL 2 Desired: LEVEL 3</a:t>
                      </a:r>
                    </a:p>
                  </a:txBody>
                  <a:tcPr anchor="ctr" marL="54864" marR="54864" marT="18288" marB="18288">
                    <a:solidFill>
                      <a:srgbClr val="ECF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Trebuchet MS"/>
                        </a:rPr>
                        <a:t>Expected: LEVEL 2 Desired: LEVEL 3</a:t>
                      </a:r>
                    </a:p>
                  </a:txBody>
                  <a:tcPr anchor="ctr" marL="54864" marR="54864" marT="18288" marB="18288">
                    <a:solidFill>
                      <a:srgbClr val="ECF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Trebuchet MS"/>
                        </a:rPr>
                        <a:t>Expected: LEVEL 2 Desired: LEVEL 3</a:t>
                      </a:r>
                    </a:p>
                  </a:txBody>
                  <a:tcPr anchor="ctr" marL="54864" marR="54864" marT="18288" marB="18288">
                    <a:solidFill>
                      <a:srgbClr val="ECF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Trebuchet MS"/>
                        </a:rPr>
                        <a:t>Expected: LEVEL 3 Desired: LEVEL 4</a:t>
                      </a:r>
                    </a:p>
                  </a:txBody>
                  <a:tcPr anchor="ctr" marL="54864" marR="54864" marT="18288" marB="18288">
                    <a:solidFill>
                      <a:srgbClr val="ECF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Trebuchet MS"/>
                        </a:rPr>
                        <a:t>Expected: LEVEL 3 Desired: LEVEL 4</a:t>
                      </a:r>
                    </a:p>
                  </a:txBody>
                  <a:tcPr anchor="ctr" marL="54864" marR="54864" marT="18288" marB="18288">
                    <a:solidFill>
                      <a:srgbClr val="ECF2E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6654B"/>
                          </a:solidFill>
                          <a:latin typeface="Trebuchet MS"/>
                        </a:rPr>
                        <a:t>Administrative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Trebuchet MS"/>
                        </a:rPr>
                        <a:t>Expected: LEVEL 2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Trebuchet MS"/>
                        </a:rPr>
                        <a:t>Expected: LEVEL 2 Desired: LEVEL 3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Trebuchet MS"/>
                        </a:rPr>
                        <a:t>Expected: LEVEL 2 Desired: LEVEL 3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Trebuchet MS"/>
                        </a:rPr>
                        <a:t>Expected: LEVEL 2 Desired: LEVEL 3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Trebuchet MS"/>
                        </a:rPr>
                        <a:t>Expected: LEVEL 3 Desired: LEVEL 4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Trebuchet MS"/>
                        </a:rPr>
                        <a:t>Expected: LEVEL 3 Desired: LEVEL 4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A large crowd of people in green shirts&#10;&#10;Description automatically generated">
            <a:extLst>
              <a:ext uri="{FF2B5EF4-FFF2-40B4-BE49-F238E27FC236}">
                <a16:creationId xmlns:a16="http://schemas.microsoft.com/office/drawing/2014/main" id="{74F80C92-AF15-C1F5-0091-7578F0303C0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71" b="2043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1D315B8A-81C7-4898-421C-65F0684C200D}"/>
              </a:ext>
            </a:extLst>
          </p:cNvPr>
          <p:cNvSpPr>
            <a:spLocks/>
          </p:cNvSpPr>
          <p:nvPr/>
        </p:nvSpPr>
        <p:spPr>
          <a:xfrm flipH="1">
            <a:off x="-1" y="-3618"/>
            <a:ext cx="12191999" cy="6861616"/>
          </a:xfrm>
          <a:prstGeom prst="rect">
            <a:avLst/>
          </a:prstGeom>
          <a:gradFill flip="none" rotWithShape="1">
            <a:gsLst>
              <a:gs pos="73000">
                <a:srgbClr val="0D261E">
                  <a:alpha val="83000"/>
                </a:srgbClr>
              </a:gs>
              <a:gs pos="37000">
                <a:srgbClr val="1B4C3C">
                  <a:alpha val="95000"/>
                </a:srgbClr>
              </a:gs>
              <a:gs pos="0">
                <a:schemeClr val="accent1">
                  <a:alpha val="36000"/>
                </a:schemeClr>
              </a:gs>
              <a:gs pos="100000">
                <a:schemeClr val="tx1">
                  <a:alpha val="89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9AA8CF8-B852-821A-BAD6-0053566C9C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1" r="40666" b="-371"/>
          <a:stretch/>
        </p:blipFill>
        <p:spPr>
          <a:xfrm>
            <a:off x="1" y="-3618"/>
            <a:ext cx="7245331" cy="6868850"/>
          </a:xfrm>
          <a:custGeom>
            <a:avLst/>
            <a:gdLst>
              <a:gd name="connsiteX0" fmla="*/ 0 w 7245331"/>
              <a:gd name="connsiteY0" fmla="*/ 0 h 6858000"/>
              <a:gd name="connsiteX1" fmla="*/ 2482205 w 7245331"/>
              <a:gd name="connsiteY1" fmla="*/ 0 h 6858000"/>
              <a:gd name="connsiteX2" fmla="*/ 7245331 w 7245331"/>
              <a:gd name="connsiteY2" fmla="*/ 6856224 h 6858000"/>
              <a:gd name="connsiteX3" fmla="*/ 7245100 w 7245331"/>
              <a:gd name="connsiteY3" fmla="*/ 6858000 h 6858000"/>
              <a:gd name="connsiteX4" fmla="*/ 2391227 w 7245331"/>
              <a:gd name="connsiteY4" fmla="*/ 6858000 h 6858000"/>
              <a:gd name="connsiteX5" fmla="*/ 0 w 7245331"/>
              <a:gd name="connsiteY5" fmla="*/ 341597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245331" h="6858000">
                <a:moveTo>
                  <a:pt x="0" y="0"/>
                </a:moveTo>
                <a:lnTo>
                  <a:pt x="2482205" y="0"/>
                </a:lnTo>
                <a:lnTo>
                  <a:pt x="7245331" y="6856224"/>
                </a:lnTo>
                <a:lnTo>
                  <a:pt x="7245100" y="6858000"/>
                </a:lnTo>
                <a:lnTo>
                  <a:pt x="2391227" y="6858000"/>
                </a:lnTo>
                <a:lnTo>
                  <a:pt x="0" y="3415978"/>
                </a:lnTo>
                <a:close/>
              </a:path>
            </a:pathLst>
          </a:cu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5445B08-1256-2479-4086-85A2F1B7CA9F}"/>
              </a:ext>
            </a:extLst>
          </p:cNvPr>
          <p:cNvCxnSpPr/>
          <p:nvPr/>
        </p:nvCxnSpPr>
        <p:spPr>
          <a:xfrm flipH="1" flipV="1">
            <a:off x="12354622" y="1150461"/>
            <a:ext cx="2293877" cy="2610432"/>
          </a:xfrm>
          <a:prstGeom prst="line">
            <a:avLst/>
          </a:prstGeom>
          <a:solidFill>
            <a:schemeClr val="tx2">
              <a:lumMod val="50000"/>
            </a:schemeClr>
          </a:solidFill>
          <a:ln>
            <a:gradFill flip="none" rotWithShape="1">
              <a:gsLst>
                <a:gs pos="26000">
                  <a:schemeClr val="accent2">
                    <a:alpha val="0"/>
                  </a:schemeClr>
                </a:gs>
                <a:gs pos="52000">
                  <a:schemeClr val="accent2">
                    <a:alpha val="57000"/>
                  </a:schemeClr>
                </a:gs>
                <a:gs pos="85000">
                  <a:schemeClr val="accent2">
                    <a:alpha val="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" name="Diagonal Stripe 32">
            <a:extLst>
              <a:ext uri="{FF2B5EF4-FFF2-40B4-BE49-F238E27FC236}">
                <a16:creationId xmlns:a16="http://schemas.microsoft.com/office/drawing/2014/main" id="{45FCFF47-692A-D2DE-E4E6-F6E8CA0D32BF}"/>
              </a:ext>
            </a:extLst>
          </p:cNvPr>
          <p:cNvSpPr/>
          <p:nvPr/>
        </p:nvSpPr>
        <p:spPr>
          <a:xfrm rot="21156015">
            <a:off x="8924215" y="2002892"/>
            <a:ext cx="8262893" cy="9116517"/>
          </a:xfrm>
          <a:prstGeom prst="diagStripe">
            <a:avLst>
              <a:gd name="adj" fmla="val 59559"/>
            </a:avLst>
          </a:prstGeom>
          <a:gradFill>
            <a:gsLst>
              <a:gs pos="0">
                <a:schemeClr val="tx1">
                  <a:alpha val="32000"/>
                </a:schemeClr>
              </a:gs>
              <a:gs pos="34000">
                <a:schemeClr val="tx2">
                  <a:lumMod val="50000"/>
                </a:schemeClr>
              </a:gs>
              <a:gs pos="84000">
                <a:schemeClr val="tx2">
                  <a:alpha val="0"/>
                </a:schemeClr>
              </a:gs>
            </a:gsLst>
            <a:lin ang="5400000" scaled="1"/>
          </a:gradFill>
          <a:ln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34000">
                  <a:schemeClr val="accent2"/>
                </a:gs>
                <a:gs pos="60000">
                  <a:schemeClr val="accent2">
                    <a:alpha val="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Open sans" panose="020B0606030504020204" pitchFamily="34" charset="0"/>
              <a:ea typeface="+mn-ea"/>
              <a:cs typeface="+mn-cs"/>
            </a:endParaRPr>
          </a:p>
        </p:txBody>
      </p:sp>
      <p:sp>
        <p:nvSpPr>
          <p:cNvPr id="6" name="Diagonal Stripe 5">
            <a:extLst>
              <a:ext uri="{FF2B5EF4-FFF2-40B4-BE49-F238E27FC236}">
                <a16:creationId xmlns:a16="http://schemas.microsoft.com/office/drawing/2014/main" id="{4576806E-B2B2-3B5A-EE9E-8AFF0C98B4FE}"/>
              </a:ext>
            </a:extLst>
          </p:cNvPr>
          <p:cNvSpPr/>
          <p:nvPr/>
        </p:nvSpPr>
        <p:spPr>
          <a:xfrm rot="443985" flipH="1">
            <a:off x="-5523129" y="-2300492"/>
            <a:ext cx="13307471" cy="14682243"/>
          </a:xfrm>
          <a:prstGeom prst="diagStripe">
            <a:avLst>
              <a:gd name="adj" fmla="val 59559"/>
            </a:avLst>
          </a:prstGeom>
          <a:gradFill>
            <a:gsLst>
              <a:gs pos="5000">
                <a:schemeClr val="tx1">
                  <a:alpha val="32000"/>
                </a:schemeClr>
              </a:gs>
              <a:gs pos="42000">
                <a:schemeClr val="tx2">
                  <a:lumMod val="50000"/>
                </a:schemeClr>
              </a:gs>
              <a:gs pos="67000">
                <a:schemeClr val="tx2">
                  <a:alpha val="0"/>
                </a:schemeClr>
              </a:gs>
            </a:gsLst>
            <a:lin ang="5400000" scaled="1"/>
          </a:gradFill>
          <a:ln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34000">
                  <a:schemeClr val="accent2"/>
                </a:gs>
                <a:gs pos="60000">
                  <a:schemeClr val="accent2">
                    <a:alpha val="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Open sans" panose="020B0606030504020204" pitchFamily="34" charset="0"/>
              <a:ea typeface="+mn-ea"/>
              <a:cs typeface="+mn-cs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C950C27-140F-BA99-A176-F00656A627DF}"/>
              </a:ext>
            </a:extLst>
          </p:cNvPr>
          <p:cNvCxnSpPr>
            <a:cxnSpLocks/>
          </p:cNvCxnSpPr>
          <p:nvPr/>
        </p:nvCxnSpPr>
        <p:spPr>
          <a:xfrm flipH="1">
            <a:off x="459007" y="3548446"/>
            <a:ext cx="910791" cy="0"/>
          </a:xfrm>
          <a:prstGeom prst="line">
            <a:avLst/>
          </a:prstGeom>
          <a:ln w="2222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6E151336-7866-B690-9469-405E8C82DF02}"/>
              </a:ext>
            </a:extLst>
          </p:cNvPr>
          <p:cNvSpPr txBox="1">
            <a:spLocks/>
          </p:cNvSpPr>
          <p:nvPr/>
        </p:nvSpPr>
        <p:spPr>
          <a:xfrm>
            <a:off x="459006" y="2657422"/>
            <a:ext cx="6592034" cy="747897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 kern="1200">
                <a:solidFill>
                  <a:srgbClr val="16654B"/>
                </a:solidFill>
                <a:latin typeface="Open sans" panose="020B0606030504020204" pitchFamily="34" charset="0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 kern="1200">
                <a:solidFill>
                  <a:srgbClr val="16654B"/>
                </a:solidFill>
                <a:latin typeface="Open sans" panose="020B0606030504020204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 kern="1200">
                <a:solidFill>
                  <a:srgbClr val="16654B"/>
                </a:solidFill>
                <a:latin typeface="Open sans" panose="020B0606030504020204" pitchFamily="34" charset="0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 kern="1200">
                <a:solidFill>
                  <a:srgbClr val="16654B"/>
                </a:solidFill>
                <a:latin typeface="Open sans" panose="020B06060305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Assessor Evaluation Matrix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EABFFC-6EE1-6685-28ED-E1F7DFB438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97631"/>
            <a:ext cx="11661006" cy="609398"/>
          </a:xfrm>
          <a:noFill/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Assessor Criteria</a:t>
            </a:r>
            <a:r>
              <a:rPr lang="en-US" noProof="0" dirty="0">
                <a:solidFill>
                  <a:srgbClr val="FFC000"/>
                </a:solidFill>
              </a:rPr>
              <a:t>: </a:t>
            </a:r>
            <a:r>
              <a:rPr lang="en-US" dirty="0">
                <a:solidFill>
                  <a:schemeClr val="tx2"/>
                </a:solidFill>
              </a:rPr>
              <a:t>Measurable KPIs mirroring the professional line established for referees</a:t>
            </a:r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5" name="AutoShape 6" descr="https://ukc-powerpoint.officeapps.live.com/pods/GetClipboardImage.ashx?Id=a63f3a86-cd46-4c32-9c9b-7d58b3020e85&amp;DC=GUK5&amp;pkey=4dac3d91-bf31-4d36-9baf-acff26a7f7b8&amp;wdwaccluster=GUK5">
            <a:extLst>
              <a:ext uri="{FF2B5EF4-FFF2-40B4-BE49-F238E27FC236}">
                <a16:creationId xmlns:a16="http://schemas.microsoft.com/office/drawing/2014/main" id="{5A572F75-E8AF-0D89-47FC-414E327208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90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AC2D6DF-C4A4-2DFD-2C70-83BA2F404B98}"/>
              </a:ext>
            </a:extLst>
          </p:cNvPr>
          <p:cNvSpPr/>
          <p:nvPr/>
        </p:nvSpPr>
        <p:spPr>
          <a:xfrm>
            <a:off x="457200" y="1357884"/>
            <a:ext cx="2606040" cy="734568"/>
          </a:xfrm>
          <a:prstGeom prst="roundRect">
            <a:avLst>
              <a:gd name="adj" fmla="val 3513"/>
            </a:avLst>
          </a:prstGeom>
          <a:gradFill>
            <a:gsLst>
              <a:gs pos="0">
                <a:schemeClr val="bg1"/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3200000" scaled="0"/>
          </a:gradFill>
          <a:ln w="19050">
            <a:noFill/>
          </a:ln>
          <a:effectLst>
            <a:outerShdw blurRad="635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Accuracy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54C9FA-DAED-E3B2-03B5-8143374EE605}"/>
              </a:ext>
            </a:extLst>
          </p:cNvPr>
          <p:cNvSpPr/>
          <p:nvPr/>
        </p:nvSpPr>
        <p:spPr>
          <a:xfrm>
            <a:off x="3200400" y="1357884"/>
            <a:ext cx="8549640" cy="73456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Correct interpretation of key incidents, aligned with the IFAB Laws of the Game.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9FECC38-D86A-349D-8D32-29F855DCE773}"/>
              </a:ext>
            </a:extLst>
          </p:cNvPr>
          <p:cNvCxnSpPr/>
          <p:nvPr/>
        </p:nvCxnSpPr>
        <p:spPr>
          <a:xfrm>
            <a:off x="457200" y="2151888"/>
            <a:ext cx="1129284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AC2D6DF-C4A4-2DFD-2C70-83BA2F404B98}"/>
              </a:ext>
            </a:extLst>
          </p:cNvPr>
          <p:cNvSpPr/>
          <p:nvPr/>
        </p:nvSpPr>
        <p:spPr>
          <a:xfrm>
            <a:off x="457200" y="2211324"/>
            <a:ext cx="2606040" cy="734568"/>
          </a:xfrm>
          <a:prstGeom prst="roundRect">
            <a:avLst>
              <a:gd name="adj" fmla="val 3513"/>
            </a:avLst>
          </a:prstGeom>
          <a:gradFill>
            <a:gsLst>
              <a:gs pos="0">
                <a:schemeClr val="bg1"/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3200000" scaled="0"/>
          </a:gradFill>
          <a:ln w="19050">
            <a:noFill/>
          </a:ln>
          <a:effectLst>
            <a:outerShdw blurRad="635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Consistency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54C9FA-DAED-E3B2-03B5-8143374EE605}"/>
              </a:ext>
            </a:extLst>
          </p:cNvPr>
          <p:cNvSpPr/>
          <p:nvPr/>
        </p:nvSpPr>
        <p:spPr>
          <a:xfrm>
            <a:off x="3200400" y="2211324"/>
            <a:ext cx="8549640" cy="73456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Similar situations receive similar evaluations.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9FECC38-D86A-349D-8D32-29F855DCE773}"/>
              </a:ext>
            </a:extLst>
          </p:cNvPr>
          <p:cNvCxnSpPr/>
          <p:nvPr/>
        </p:nvCxnSpPr>
        <p:spPr>
          <a:xfrm>
            <a:off x="457200" y="3005328"/>
            <a:ext cx="1129284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AC2D6DF-C4A4-2DFD-2C70-83BA2F404B98}"/>
              </a:ext>
            </a:extLst>
          </p:cNvPr>
          <p:cNvSpPr/>
          <p:nvPr/>
        </p:nvSpPr>
        <p:spPr>
          <a:xfrm>
            <a:off x="457200" y="3064764"/>
            <a:ext cx="2606040" cy="734568"/>
          </a:xfrm>
          <a:prstGeom prst="roundRect">
            <a:avLst>
              <a:gd name="adj" fmla="val 3513"/>
            </a:avLst>
          </a:prstGeom>
          <a:gradFill>
            <a:gsLst>
              <a:gs pos="0">
                <a:schemeClr val="bg1"/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3200000" scaled="0"/>
          </a:gradFill>
          <a:ln w="19050">
            <a:noFill/>
          </a:ln>
          <a:effectLst>
            <a:outerShdw blurRad="635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Game Understanding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54C9FA-DAED-E3B2-03B5-8143374EE605}"/>
              </a:ext>
            </a:extLst>
          </p:cNvPr>
          <p:cNvSpPr/>
          <p:nvPr/>
        </p:nvSpPr>
        <p:spPr>
          <a:xfrm>
            <a:off x="3200400" y="3064764"/>
            <a:ext cx="8549640" cy="73456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Tactical reading, match difficulty, and context.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9FECC38-D86A-349D-8D32-29F855DCE773}"/>
              </a:ext>
            </a:extLst>
          </p:cNvPr>
          <p:cNvCxnSpPr/>
          <p:nvPr/>
        </p:nvCxnSpPr>
        <p:spPr>
          <a:xfrm>
            <a:off x="457200" y="3858768"/>
            <a:ext cx="1129284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AC2D6DF-C4A4-2DFD-2C70-83BA2F404B98}"/>
              </a:ext>
            </a:extLst>
          </p:cNvPr>
          <p:cNvSpPr/>
          <p:nvPr/>
        </p:nvSpPr>
        <p:spPr>
          <a:xfrm>
            <a:off x="457200" y="3918204"/>
            <a:ext cx="2606040" cy="734568"/>
          </a:xfrm>
          <a:prstGeom prst="roundRect">
            <a:avLst>
              <a:gd name="adj" fmla="val 3513"/>
            </a:avLst>
          </a:prstGeom>
          <a:gradFill>
            <a:gsLst>
              <a:gs pos="0">
                <a:schemeClr val="bg1"/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3200000" scaled="0"/>
          </a:gradFill>
          <a:ln w="19050">
            <a:noFill/>
          </a:ln>
          <a:effectLst>
            <a:outerShdw blurRad="635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Analytical Depth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54C9FA-DAED-E3B2-03B5-8143374EE605}"/>
              </a:ext>
            </a:extLst>
          </p:cNvPr>
          <p:cNvSpPr/>
          <p:nvPr/>
        </p:nvSpPr>
        <p:spPr>
          <a:xfrm>
            <a:off x="3200400" y="3918204"/>
            <a:ext cx="8549640" cy="73456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Not just right or wrong, but why.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9FECC38-D86A-349D-8D32-29F855DCE773}"/>
              </a:ext>
            </a:extLst>
          </p:cNvPr>
          <p:cNvCxnSpPr/>
          <p:nvPr/>
        </p:nvCxnSpPr>
        <p:spPr>
          <a:xfrm>
            <a:off x="457200" y="4712208"/>
            <a:ext cx="1129284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AC2D6DF-C4A4-2DFD-2C70-83BA2F404B98}"/>
              </a:ext>
            </a:extLst>
          </p:cNvPr>
          <p:cNvSpPr/>
          <p:nvPr/>
        </p:nvSpPr>
        <p:spPr>
          <a:xfrm>
            <a:off x="457200" y="4771644"/>
            <a:ext cx="2606040" cy="734568"/>
          </a:xfrm>
          <a:prstGeom prst="roundRect">
            <a:avLst>
              <a:gd name="adj" fmla="val 3513"/>
            </a:avLst>
          </a:prstGeom>
          <a:gradFill>
            <a:gsLst>
              <a:gs pos="0">
                <a:schemeClr val="bg1"/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3200000" scaled="0"/>
          </a:gradFill>
          <a:ln w="19050">
            <a:noFill/>
          </a:ln>
          <a:effectLst>
            <a:outerShdw blurRad="635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Communication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54C9FA-DAED-E3B2-03B5-8143374EE605}"/>
              </a:ext>
            </a:extLst>
          </p:cNvPr>
          <p:cNvSpPr/>
          <p:nvPr/>
        </p:nvSpPr>
        <p:spPr>
          <a:xfrm>
            <a:off x="3200400" y="4771644"/>
            <a:ext cx="8549640" cy="73456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Clear, constructive feedback to referees.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9FECC38-D86A-349D-8D32-29F855DCE773}"/>
              </a:ext>
            </a:extLst>
          </p:cNvPr>
          <p:cNvCxnSpPr/>
          <p:nvPr/>
        </p:nvCxnSpPr>
        <p:spPr>
          <a:xfrm>
            <a:off x="457200" y="5565648"/>
            <a:ext cx="1129284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AC2D6DF-C4A4-2DFD-2C70-83BA2F404B98}"/>
              </a:ext>
            </a:extLst>
          </p:cNvPr>
          <p:cNvSpPr/>
          <p:nvPr/>
        </p:nvSpPr>
        <p:spPr>
          <a:xfrm>
            <a:off x="457200" y="5625084"/>
            <a:ext cx="2606040" cy="734568"/>
          </a:xfrm>
          <a:prstGeom prst="roundRect">
            <a:avLst>
              <a:gd name="adj" fmla="val 3513"/>
            </a:avLst>
          </a:prstGeom>
          <a:gradFill>
            <a:gsLst>
              <a:gs pos="0">
                <a:schemeClr val="bg1"/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3200000" scaled="0"/>
          </a:gradFill>
          <a:ln w="19050">
            <a:noFill/>
          </a:ln>
          <a:effectLst>
            <a:outerShdw blurRad="635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Development Focus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54C9FA-DAED-E3B2-03B5-8143374EE605}"/>
              </a:ext>
            </a:extLst>
          </p:cNvPr>
          <p:cNvSpPr/>
          <p:nvPr/>
        </p:nvSpPr>
        <p:spPr>
          <a:xfrm>
            <a:off x="3200400" y="5625084"/>
            <a:ext cx="8549640" cy="73456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Helps referees improve, not just judge.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EABFFC-6EE1-6685-28ED-E1F7DFB438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97631"/>
            <a:ext cx="11661006" cy="609398"/>
          </a:xfrm>
          <a:noFill/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Assessor KPIs</a:t>
            </a:r>
            <a:r>
              <a:rPr lang="en-US" noProof="0" dirty="0">
                <a:solidFill>
                  <a:srgbClr val="FFC000"/>
                </a:solidFill>
              </a:rPr>
              <a:t>: </a:t>
            </a:r>
            <a:r>
              <a:rPr lang="en-US" dirty="0">
                <a:solidFill>
                  <a:schemeClr val="tx2"/>
                </a:solidFill>
              </a:rPr>
              <a:t>Weighted objective indicators and scoring guidance</a:t>
            </a:r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5" name="AutoShape 6" descr="https://ukc-powerpoint.officeapps.live.com/pods/GetClipboardImage.ashx?Id=a63f3a86-cd46-4c32-9c9b-7d58b3020e85&amp;DC=GUK5&amp;pkey=4dac3d91-bf31-4d36-9baf-acff26a7f7b8&amp;wdwaccluster=GUK5">
            <a:extLst>
              <a:ext uri="{FF2B5EF4-FFF2-40B4-BE49-F238E27FC236}">
                <a16:creationId xmlns:a16="http://schemas.microsoft.com/office/drawing/2014/main" id="{5A572F75-E8AF-0D89-47FC-414E327208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90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11274551" cy="2926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30728"/>
                <a:gridCol w="5637276"/>
                <a:gridCol w="3006547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Trebuchet MS"/>
                        </a:rPr>
                        <a:t>Quality (Weight)</a:t>
                      </a:r>
                    </a:p>
                  </a:txBody>
                  <a:tcPr anchor="ctr" marL="54864" marR="54864" marT="18288" marB="18288">
                    <a:solidFill>
                      <a:srgbClr val="1665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Trebuchet MS"/>
                        </a:rPr>
                        <a:t>Objective Indicator / KPI</a:t>
                      </a:r>
                    </a:p>
                  </a:txBody>
                  <a:tcPr anchor="ctr" marL="54864" marR="54864" marT="18288" marB="18288">
                    <a:solidFill>
                      <a:srgbClr val="1665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Trebuchet MS"/>
                        </a:rPr>
                        <a:t>Scoring Guide / Red Flags</a:t>
                      </a:r>
                    </a:p>
                  </a:txBody>
                  <a:tcPr anchor="ctr" marL="54864" marR="54864" marT="18288" marB="18288">
                    <a:solidFill>
                      <a:srgbClr val="1665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30" b="1">
                          <a:solidFill>
                            <a:srgbClr val="16654B"/>
                          </a:solidFill>
                          <a:latin typeface="Trebuchet MS"/>
                        </a:rPr>
                        <a:t>Incident Recognition (20)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262626"/>
                          </a:solidFill>
                          <a:latin typeface="Trebuchet MS"/>
                        </a:rPr>
                        <a:t>Identifies all key match incidents (penalty, RC, SPA, DOGSO, mass confrontation). No major missed incidents. KPI: % of key incidents identified vs standard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262626"/>
                          </a:solidFill>
                          <a:latin typeface="Trebuchet MS"/>
                        </a:rPr>
                        <a:t>-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30" b="1">
                          <a:solidFill>
                            <a:srgbClr val="16654B"/>
                          </a:solidFill>
                          <a:latin typeface="Trebuchet MS"/>
                        </a:rPr>
                        <a:t>Decision Accuracy (30)</a:t>
                      </a:r>
                    </a:p>
                  </a:txBody>
                  <a:tcPr anchor="ctr" marL="54864" marR="54864" marT="18288" marB="18288">
                    <a:solidFill>
                      <a:srgbClr val="ECF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262626"/>
                          </a:solidFill>
                          <a:latin typeface="Trebuchet MS"/>
                        </a:rPr>
                        <a:t>Correct application of IFAB Laws of the Game. Alignment with elite benchmark decisions. KPI: % agreement with expert panel</a:t>
                      </a:r>
                    </a:p>
                  </a:txBody>
                  <a:tcPr anchor="ctr" marL="54864" marR="54864" marT="18288" marB="18288">
                    <a:solidFill>
                      <a:srgbClr val="ECF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262626"/>
                          </a:solidFill>
                          <a:latin typeface="Trebuchet MS"/>
                        </a:rPr>
                        <a:t>-</a:t>
                      </a:r>
                    </a:p>
                  </a:txBody>
                  <a:tcPr anchor="ctr" marL="54864" marR="54864" marT="18288" marB="18288">
                    <a:solidFill>
                      <a:srgbClr val="ECF2E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30" b="1">
                          <a:solidFill>
                            <a:srgbClr val="16654B"/>
                          </a:solidFill>
                          <a:latin typeface="Trebuchet MS"/>
                        </a:rPr>
                        <a:t>Technical Analysis (15)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262626"/>
                          </a:solidFill>
                          <a:latin typeface="Trebuchet MS"/>
                        </a:rPr>
                        <a:t>Explains why decisions are right/wrong. Considers positioning, teamwork, match difficulty.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262626"/>
                          </a:solidFill>
                          <a:latin typeface="Trebuchet MS"/>
                        </a:rPr>
                        <a:t>13–15 = Elite insight 10–12 = Solid &lt;10 = Superficial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30" b="1">
                          <a:solidFill>
                            <a:srgbClr val="16654B"/>
                          </a:solidFill>
                          <a:latin typeface="Trebuchet MS"/>
                        </a:rPr>
                        <a:t>Consistency of Marking (10)</a:t>
                      </a:r>
                    </a:p>
                  </a:txBody>
                  <a:tcPr anchor="ctr" marL="54864" marR="54864" marT="18288" marB="18288">
                    <a:solidFill>
                      <a:srgbClr val="ECF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262626"/>
                          </a:solidFill>
                          <a:latin typeface="Trebuchet MS"/>
                        </a:rPr>
                        <a:t>Match mark reflects performance level. No contradictions (e.g. critical mistakes but high score). KPI: Deviation from expected score range</a:t>
                      </a:r>
                    </a:p>
                  </a:txBody>
                  <a:tcPr anchor="ctr" marL="54864" marR="54864" marT="18288" marB="18288">
                    <a:solidFill>
                      <a:srgbClr val="ECF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262626"/>
                          </a:solidFill>
                          <a:latin typeface="Trebuchet MS"/>
                        </a:rPr>
                        <a:t>-</a:t>
                      </a:r>
                    </a:p>
                  </a:txBody>
                  <a:tcPr anchor="ctr" marL="54864" marR="54864" marT="18288" marB="18288">
                    <a:solidFill>
                      <a:srgbClr val="ECF2E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30" b="1">
                          <a:solidFill>
                            <a:srgbClr val="16654B"/>
                          </a:solidFill>
                          <a:latin typeface="Trebuchet MS"/>
                        </a:rPr>
                        <a:t>Report Quality (10)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262626"/>
                          </a:solidFill>
                          <a:latin typeface="Trebuchet MS"/>
                        </a:rPr>
                        <a:t>Clear structure. Concise but complete. Actionable points.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262626"/>
                          </a:solidFill>
                          <a:latin typeface="Trebuchet MS"/>
                        </a:rPr>
                        <a:t>Red flag: Generic comments ("good game", "needs improvement")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30" b="1">
                          <a:solidFill>
                            <a:srgbClr val="16654B"/>
                          </a:solidFill>
                          <a:latin typeface="Trebuchet MS"/>
                        </a:rPr>
                        <a:t>Feedback Delivery (10)</a:t>
                      </a:r>
                    </a:p>
                  </a:txBody>
                  <a:tcPr anchor="ctr" marL="54864" marR="54864" marT="18288" marB="18288">
                    <a:solidFill>
                      <a:srgbClr val="ECF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262626"/>
                          </a:solidFill>
                          <a:latin typeface="Trebuchet MS"/>
                        </a:rPr>
                        <a:t>Constructive, specific, respectful. Provides solutions, not only criticism.</a:t>
                      </a:r>
                    </a:p>
                  </a:txBody>
                  <a:tcPr anchor="ctr" marL="54864" marR="54864" marT="18288" marB="18288">
                    <a:solidFill>
                      <a:srgbClr val="ECF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262626"/>
                          </a:solidFill>
                          <a:latin typeface="Trebuchet MS"/>
                        </a:rPr>
                        <a:t>-</a:t>
                      </a:r>
                    </a:p>
                  </a:txBody>
                  <a:tcPr anchor="ctr" marL="54864" marR="54864" marT="18288" marB="18288">
                    <a:solidFill>
                      <a:srgbClr val="ECF2E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30" b="1">
                          <a:solidFill>
                            <a:srgbClr val="16654B"/>
                          </a:solidFill>
                          <a:latin typeface="Trebuchet MS"/>
                        </a:rPr>
                        <a:t>Professionalism &amp; Objectivity (5)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262626"/>
                          </a:solidFill>
                          <a:latin typeface="Trebuchet MS"/>
                        </a:rPr>
                        <a:t>No bias (teams, nationality, reputation). Timely submission. Follows protocol.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262626"/>
                          </a:solidFill>
                          <a:latin typeface="Trebuchet MS"/>
                        </a:rPr>
                        <a:t>-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EABFFC-6EE1-6685-28ED-E1F7DFB438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97631"/>
            <a:ext cx="11661006" cy="609398"/>
          </a:xfrm>
          <a:noFill/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Grading Levels</a:t>
            </a:r>
            <a:r>
              <a:rPr lang="en-US" noProof="0" dirty="0">
                <a:solidFill>
                  <a:srgbClr val="FFC000"/>
                </a:solidFill>
              </a:rPr>
              <a:t>: </a:t>
            </a:r>
            <a:r>
              <a:rPr lang="en-US" dirty="0">
                <a:solidFill>
                  <a:schemeClr val="tx2"/>
                </a:solidFill>
              </a:rPr>
              <a:t>Standard 4-level system based on core KPIs</a:t>
            </a:r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5" name="AutoShape 6" descr="https://ukc-powerpoint.officeapps.live.com/pods/GetClipboardImage.ashx?Id=a63f3a86-cd46-4c32-9c9b-7d58b3020e85&amp;DC=GUK5&amp;pkey=4dac3d91-bf31-4d36-9baf-acff26a7f7b8&amp;wdwaccluster=GUK5">
            <a:extLst>
              <a:ext uri="{FF2B5EF4-FFF2-40B4-BE49-F238E27FC236}">
                <a16:creationId xmlns:a16="http://schemas.microsoft.com/office/drawing/2014/main" id="{5A572F75-E8AF-0D89-47FC-414E327208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90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0" y="2103120"/>
          <a:ext cx="11274551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31385"/>
                <a:gridCol w="5392177"/>
                <a:gridCol w="2450989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Trebuchet MS"/>
                        </a:rPr>
                        <a:t>Level</a:t>
                      </a:r>
                    </a:p>
                  </a:txBody>
                  <a:tcPr anchor="ctr" marL="54864" marR="54864" marT="18288" marB="18288">
                    <a:solidFill>
                      <a:srgbClr val="1665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Trebuchet MS"/>
                        </a:rPr>
                        <a:t>Criteria</a:t>
                      </a:r>
                    </a:p>
                  </a:txBody>
                  <a:tcPr anchor="ctr" marL="54864" marR="54864" marT="18288" marB="18288">
                    <a:solidFill>
                      <a:srgbClr val="1665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Trebuchet MS"/>
                        </a:rPr>
                        <a:t>Visual Equivalent</a:t>
                      </a:r>
                    </a:p>
                  </a:txBody>
                  <a:tcPr anchor="ctr" marL="54864" marR="54864" marT="18288" marB="18288">
                    <a:solidFill>
                      <a:srgbClr val="1665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6654B"/>
                          </a:solidFill>
                          <a:latin typeface="Trebuchet MS"/>
                        </a:rPr>
                        <a:t>Level 4 (Elite)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Trebuchet MS"/>
                        </a:rPr>
                        <a:t>&gt;90% accuracy, very low deviation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Trebuchet MS"/>
                        </a:rPr>
                        <a:t>🟢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6654B"/>
                          </a:solidFill>
                          <a:latin typeface="Trebuchet MS"/>
                        </a:rPr>
                        <a:t>Level 3 (Advanced)</a:t>
                      </a:r>
                    </a:p>
                  </a:txBody>
                  <a:tcPr anchor="ctr" marL="54864" marR="54864" marT="18288" marB="18288">
                    <a:solidFill>
                      <a:srgbClr val="ECF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Trebuchet MS"/>
                        </a:rPr>
                        <a:t>80–90% accuracy</a:t>
                      </a:r>
                    </a:p>
                  </a:txBody>
                  <a:tcPr anchor="ctr" marL="54864" marR="54864" marT="18288" marB="18288">
                    <a:solidFill>
                      <a:srgbClr val="ECF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Trebuchet MS"/>
                        </a:rPr>
                        <a:t>🟡</a:t>
                      </a:r>
                    </a:p>
                  </a:txBody>
                  <a:tcPr anchor="ctr" marL="54864" marR="54864" marT="18288" marB="18288">
                    <a:solidFill>
                      <a:srgbClr val="ECF2E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6654B"/>
                          </a:solidFill>
                          <a:latin typeface="Trebuchet MS"/>
                        </a:rPr>
                        <a:t>Level 2 (Developing)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Trebuchet MS"/>
                        </a:rPr>
                        <a:t>65–80% accuracy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Trebuchet MS"/>
                        </a:rPr>
                        <a:t>🟠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6654B"/>
                          </a:solidFill>
                          <a:latin typeface="Trebuchet MS"/>
                        </a:rPr>
                        <a:t>Level 1 (Critical)</a:t>
                      </a:r>
                    </a:p>
                  </a:txBody>
                  <a:tcPr anchor="ctr" marL="54864" marR="54864" marT="18288" marB="18288">
                    <a:solidFill>
                      <a:srgbClr val="ECF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Trebuchet MS"/>
                        </a:rPr>
                        <a:t>&lt;65% accuracy</a:t>
                      </a:r>
                    </a:p>
                  </a:txBody>
                  <a:tcPr anchor="ctr" marL="54864" marR="54864" marT="18288" marB="18288">
                    <a:solidFill>
                      <a:srgbClr val="ECF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Trebuchet MS"/>
                        </a:rPr>
                        <a:t>🔴</a:t>
                      </a:r>
                    </a:p>
                  </a:txBody>
                  <a:tcPr anchor="ctr" marL="54864" marR="54864" marT="18288" marB="18288">
                    <a:solidFill>
                      <a:srgbClr val="ECF2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EABFFC-6EE1-6685-28ED-E1F7DFB438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97631"/>
            <a:ext cx="11661006" cy="609398"/>
          </a:xfrm>
          <a:noFill/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Report Template</a:t>
            </a:r>
            <a:r>
              <a:rPr lang="en-US" noProof="0" dirty="0">
                <a:solidFill>
                  <a:srgbClr val="FFC000"/>
                </a:solidFill>
              </a:rPr>
              <a:t>: </a:t>
            </a:r>
            <a:r>
              <a:rPr lang="en-US" dirty="0">
                <a:solidFill>
                  <a:schemeClr val="tx2"/>
                </a:solidFill>
              </a:rPr>
              <a:t>Mandatory submission after each assessment</a:t>
            </a:r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5" name="AutoShape 6" descr="https://ukc-powerpoint.officeapps.live.com/pods/GetClipboardImage.ashx?Id=a63f3a86-cd46-4c32-9c9b-7d58b3020e85&amp;DC=GUK5&amp;pkey=4dac3d91-bf31-4d36-9baf-acff26a7f7b8&amp;wdwaccluster=GUK5">
            <a:extLst>
              <a:ext uri="{FF2B5EF4-FFF2-40B4-BE49-F238E27FC236}">
                <a16:creationId xmlns:a16="http://schemas.microsoft.com/office/drawing/2014/main" id="{5A572F75-E8AF-0D89-47FC-414E327208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90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54C9FA-DAED-E3B2-03B5-8143374EE605}"/>
              </a:ext>
            </a:extLst>
          </p:cNvPr>
          <p:cNvSpPr/>
          <p:nvPr/>
        </p:nvSpPr>
        <p:spPr>
          <a:xfrm>
            <a:off x="457200" y="1357884"/>
            <a:ext cx="11292840" cy="905256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Match summary (max 5 lines)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9FECC38-D86A-349D-8D32-29F855DCE773}"/>
              </a:ext>
            </a:extLst>
          </p:cNvPr>
          <p:cNvCxnSpPr/>
          <p:nvPr/>
        </p:nvCxnSpPr>
        <p:spPr>
          <a:xfrm>
            <a:off x="457200" y="2322576"/>
            <a:ext cx="1129284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1B54C9FA-DAED-E3B2-03B5-8143374EE605}"/>
              </a:ext>
            </a:extLst>
          </p:cNvPr>
          <p:cNvSpPr/>
          <p:nvPr/>
        </p:nvSpPr>
        <p:spPr>
          <a:xfrm>
            <a:off x="457200" y="2382012"/>
            <a:ext cx="11292840" cy="905256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Key incidents (with minute + analysis)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9FECC38-D86A-349D-8D32-29F855DCE773}"/>
              </a:ext>
            </a:extLst>
          </p:cNvPr>
          <p:cNvCxnSpPr/>
          <p:nvPr/>
        </p:nvCxnSpPr>
        <p:spPr>
          <a:xfrm>
            <a:off x="457200" y="3346704"/>
            <a:ext cx="1129284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1B54C9FA-DAED-E3B2-03B5-8143374EE605}"/>
              </a:ext>
            </a:extLst>
          </p:cNvPr>
          <p:cNvSpPr/>
          <p:nvPr/>
        </p:nvSpPr>
        <p:spPr>
          <a:xfrm>
            <a:off x="457200" y="3406140"/>
            <a:ext cx="11292840" cy="905256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Strengths of referee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9FECC38-D86A-349D-8D32-29F855DCE773}"/>
              </a:ext>
            </a:extLst>
          </p:cNvPr>
          <p:cNvCxnSpPr/>
          <p:nvPr/>
        </p:nvCxnSpPr>
        <p:spPr>
          <a:xfrm>
            <a:off x="457200" y="4370832"/>
            <a:ext cx="1129284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1B54C9FA-DAED-E3B2-03B5-8143374EE605}"/>
              </a:ext>
            </a:extLst>
          </p:cNvPr>
          <p:cNvSpPr/>
          <p:nvPr/>
        </p:nvSpPr>
        <p:spPr>
          <a:xfrm>
            <a:off x="457200" y="4430268"/>
            <a:ext cx="11292840" cy="905256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Areas for improvement (with solutions)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9FECC38-D86A-349D-8D32-29F855DCE773}"/>
              </a:ext>
            </a:extLst>
          </p:cNvPr>
          <p:cNvCxnSpPr/>
          <p:nvPr/>
        </p:nvCxnSpPr>
        <p:spPr>
          <a:xfrm>
            <a:off x="457200" y="5394960"/>
            <a:ext cx="1129284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1B54C9FA-DAED-E3B2-03B5-8143374EE605}"/>
              </a:ext>
            </a:extLst>
          </p:cNvPr>
          <p:cNvSpPr/>
          <p:nvPr/>
        </p:nvSpPr>
        <p:spPr>
          <a:xfrm>
            <a:off x="457200" y="5454396"/>
            <a:ext cx="11292840" cy="905256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Final mark (with justification)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Rectangle 16">
            <a:extLst>
              <a:ext uri="{FF2B5EF4-FFF2-40B4-BE49-F238E27FC236}">
                <a16:creationId xmlns:a16="http://schemas.microsoft.com/office/drawing/2014/main" id="{33627407-2608-D102-EC6B-CE424DC84190}"/>
              </a:ext>
            </a:extLst>
          </p:cNvPr>
          <p:cNvSpPr/>
          <p:nvPr/>
        </p:nvSpPr>
        <p:spPr>
          <a:xfrm>
            <a:off x="-15240" y="0"/>
            <a:ext cx="12222480" cy="6858001"/>
          </a:xfrm>
          <a:prstGeom prst="rect">
            <a:avLst/>
          </a:prstGeom>
          <a:gradFill flip="none" rotWithShape="1">
            <a:gsLst>
              <a:gs pos="94000">
                <a:srgbClr val="0D261E"/>
              </a:gs>
              <a:gs pos="63000">
                <a:srgbClr val="1B4C3C"/>
              </a:gs>
              <a:gs pos="30000">
                <a:schemeClr val="accent1">
                  <a:alpha val="48000"/>
                </a:schemeClr>
              </a:gs>
              <a:gs pos="100000">
                <a:schemeClr val="tx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2BCCF71-270F-B18A-BA57-E581004B7CD0}"/>
              </a:ext>
            </a:extLst>
          </p:cNvPr>
          <p:cNvGrpSpPr/>
          <p:nvPr/>
        </p:nvGrpSpPr>
        <p:grpSpPr>
          <a:xfrm flipH="1">
            <a:off x="-3512940" y="-1741981"/>
            <a:ext cx="21390591" cy="11030987"/>
            <a:chOff x="-1181729" y="-219779"/>
            <a:chExt cx="21390591" cy="11030987"/>
          </a:xfrm>
        </p:grpSpPr>
        <p:sp>
          <p:nvSpPr>
            <p:cNvPr id="23" name="Diagonal Stripe 22">
              <a:extLst>
                <a:ext uri="{FF2B5EF4-FFF2-40B4-BE49-F238E27FC236}">
                  <a16:creationId xmlns:a16="http://schemas.microsoft.com/office/drawing/2014/main" id="{84E30EE0-9E30-9D75-97D1-62499343E1BE}"/>
                </a:ext>
              </a:extLst>
            </p:cNvPr>
            <p:cNvSpPr/>
            <p:nvPr/>
          </p:nvSpPr>
          <p:spPr>
            <a:xfrm rot="443985" flipH="1">
              <a:off x="-1181729" y="-219779"/>
              <a:ext cx="9998100" cy="11030986"/>
            </a:xfrm>
            <a:prstGeom prst="diagStripe">
              <a:avLst>
                <a:gd name="adj" fmla="val 59559"/>
              </a:avLst>
            </a:prstGeom>
            <a:gradFill>
              <a:gsLst>
                <a:gs pos="0">
                  <a:schemeClr val="tx1">
                    <a:alpha val="32000"/>
                  </a:schemeClr>
                </a:gs>
                <a:gs pos="34000">
                  <a:schemeClr val="tx2">
                    <a:lumMod val="50000"/>
                  </a:schemeClr>
                </a:gs>
                <a:gs pos="84000">
                  <a:schemeClr val="tx2">
                    <a:alpha val="0"/>
                  </a:schemeClr>
                </a:gs>
              </a:gsLst>
              <a:lin ang="5400000" scaled="1"/>
            </a:gradFill>
            <a:ln>
              <a:gradFill flip="none" rotWithShape="1">
                <a:gsLst>
                  <a:gs pos="0">
                    <a:srgbClr val="FFC000">
                      <a:alpha val="0"/>
                    </a:srgbClr>
                  </a:gs>
                  <a:gs pos="34000">
                    <a:srgbClr val="FFC000"/>
                  </a:gs>
                  <a:gs pos="60000">
                    <a:srgbClr val="FFC000">
                      <a:alpha val="0"/>
                    </a:srgbClr>
                  </a:gs>
                  <a:gs pos="100000">
                    <a:srgbClr val="FFC000">
                      <a:alpha val="0"/>
                    </a:srgbClr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Open sans" panose="020B0606030504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Diagonal Stripe 23">
              <a:extLst>
                <a:ext uri="{FF2B5EF4-FFF2-40B4-BE49-F238E27FC236}">
                  <a16:creationId xmlns:a16="http://schemas.microsoft.com/office/drawing/2014/main" id="{411414F4-A656-6C9B-98B7-E2D6C2AB41DF}"/>
                </a:ext>
              </a:extLst>
            </p:cNvPr>
            <p:cNvSpPr/>
            <p:nvPr/>
          </p:nvSpPr>
          <p:spPr>
            <a:xfrm rot="21156015">
              <a:off x="10210762" y="-219778"/>
              <a:ext cx="9998100" cy="11030986"/>
            </a:xfrm>
            <a:prstGeom prst="diagStripe">
              <a:avLst>
                <a:gd name="adj" fmla="val 59559"/>
              </a:avLst>
            </a:prstGeom>
            <a:gradFill>
              <a:gsLst>
                <a:gs pos="0">
                  <a:schemeClr val="tx1">
                    <a:alpha val="32000"/>
                  </a:schemeClr>
                </a:gs>
                <a:gs pos="34000">
                  <a:schemeClr val="tx2">
                    <a:lumMod val="50000"/>
                  </a:schemeClr>
                </a:gs>
                <a:gs pos="84000">
                  <a:schemeClr val="tx2">
                    <a:alpha val="0"/>
                  </a:schemeClr>
                </a:gs>
              </a:gsLst>
              <a:lin ang="5400000" scaled="1"/>
            </a:gradFill>
            <a:ln>
              <a:gradFill flip="none" rotWithShape="1">
                <a:gsLst>
                  <a:gs pos="0">
                    <a:schemeClr val="accent2">
                      <a:alpha val="0"/>
                    </a:schemeClr>
                  </a:gs>
                  <a:gs pos="3400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Open sans" panose="020B0606030504020204" pitchFamily="34" charset="0"/>
                <a:ea typeface="+mn-ea"/>
                <a:cs typeface="+mn-cs"/>
              </a:endParaRP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59A72A-BAB0-D3A0-3683-444C281ED515}"/>
                </a:ext>
              </a:extLst>
            </p:cNvPr>
            <p:cNvCxnSpPr/>
            <p:nvPr/>
          </p:nvCxnSpPr>
          <p:spPr>
            <a:xfrm flipV="1">
              <a:off x="81023" y="3408403"/>
              <a:ext cx="2293877" cy="2610432"/>
            </a:xfrm>
            <a:prstGeom prst="line">
              <a:avLst/>
            </a:prstGeom>
            <a:solidFill>
              <a:schemeClr val="tx2">
                <a:lumMod val="50000"/>
              </a:schemeClr>
            </a:solidFill>
            <a:ln>
              <a:gradFill flip="none" rotWithShape="1">
                <a:gsLst>
                  <a:gs pos="26000">
                    <a:schemeClr val="accent2">
                      <a:alpha val="0"/>
                    </a:schemeClr>
                  </a:gs>
                  <a:gs pos="52000">
                    <a:schemeClr val="accent2">
                      <a:alpha val="57000"/>
                    </a:schemeClr>
                  </a:gs>
                  <a:gs pos="85000">
                    <a:schemeClr val="accent2">
                      <a:alpha val="0"/>
                    </a:schemeClr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C4911A4-EB10-2110-7C91-6EF067B6180A}"/>
              </a:ext>
            </a:extLst>
          </p:cNvPr>
          <p:cNvCxnSpPr>
            <a:cxnSpLocks/>
          </p:cNvCxnSpPr>
          <p:nvPr/>
        </p:nvCxnSpPr>
        <p:spPr>
          <a:xfrm flipH="1">
            <a:off x="840377" y="4184993"/>
            <a:ext cx="910791" cy="0"/>
          </a:xfrm>
          <a:prstGeom prst="line">
            <a:avLst/>
          </a:prstGeom>
          <a:ln w="2222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285B17D8-7EA1-B0A9-C8E0-5A75920E4830}"/>
              </a:ext>
            </a:extLst>
          </p:cNvPr>
          <p:cNvSpPr txBox="1">
            <a:spLocks/>
          </p:cNvSpPr>
          <p:nvPr/>
        </p:nvSpPr>
        <p:spPr>
          <a:xfrm>
            <a:off x="840377" y="2859449"/>
            <a:ext cx="4480560" cy="747897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 kern="1200">
                <a:solidFill>
                  <a:srgbClr val="16654B"/>
                </a:solidFill>
                <a:latin typeface="Open sans" panose="020B0606030504020204" pitchFamily="34" charset="0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 kern="1200">
                <a:solidFill>
                  <a:srgbClr val="16654B"/>
                </a:solidFill>
                <a:latin typeface="Open sans" panose="020B0606030504020204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 kern="1200">
                <a:solidFill>
                  <a:srgbClr val="16654B"/>
                </a:solidFill>
                <a:latin typeface="Open sans" panose="020B0606030504020204" pitchFamily="34" charset="0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 kern="1200">
                <a:solidFill>
                  <a:srgbClr val="16654B"/>
                </a:solidFill>
                <a:latin typeface="Open sans" panose="020B06060305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Thank you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04fde603-e889-4a36-b0e6-247c62b07495"/>
  <p:tag name="THINKCELLPRESENTATIONDONOTDELETE" val="&lt;?xml version=&quot;1.0&quot; encoding=&quot;UTF-16&quot; standalone=&quot;yes&quot;?&gt;&lt;root reqver=&quot;28224&quot;&gt;&lt;version val=&quot;35792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4&quot;&gt;&lt;elem m_fUsage=&quot;1.00000000000000000000E+00&quot;&gt;&lt;m_msothmcolidx val=&quot;0&quot;/&gt;&lt;m_rgb r=&quot;1B&quot; g=&quot;53&quot; b=&quot;4E&quot;/&gt;&lt;/elem&gt;&lt;elem m_fUsage=&quot;9.00000000000000022204E-01&quot;&gt;&lt;m_msothmcolidx val=&quot;0&quot;/&gt;&lt;m_rgb r=&quot;7B&quot; g=&quot;E1&quot; b=&quot;C4&quot;/&gt;&lt;/elem&gt;&lt;elem m_fUsage=&quot;8.10000000000000053291E-01&quot;&gt;&lt;m_msothmcolidx val=&quot;0&quot;/&gt;&lt;m_rgb r=&quot;FF&quot; g=&quot;C0&quot; b=&quot;00&quot;/&gt;&lt;/elem&gt;&lt;elem m_fUsage=&quot;7.29000000000000092371E-01&quot;&gt;&lt;m_msothmcolidx val=&quot;0&quot;/&gt;&lt;m_rgb r=&quot;00&quot; g=&quot;70&quot; b=&quot;C0&quot;/&gt;&lt;/elem&gt;&lt;/m_vecMRU&gt;&lt;/m_mruColor&gt;&lt;m_eweekdayFirstOfWeek val=&quot;1&quot;/&gt;&lt;m_eweekdayFirstOfWorkweek val=&quot;1&quot;/&gt;&lt;m_eweekdayFirstOfWeekend val=&quot;6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jjbxyan2pgQROKxZgpsQ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jjbxyan2pgQROKxZgpsQ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cgoWEzLgA0_64VDvMxGGg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9_f.d6YGbJCbK0.Pg2_A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Z96ctUUqJsGDCugslwBC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vhTnprpZIIVVQCOTQtpLw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vs3CU0mhZ0iF9VK3Gc_gQ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rcAbB4u0quRffFN3bn3Xw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G_9mniplMrafceMpP.Qwg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bEQ8aI7AKzsdxigcAG3ZA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Lvs1S2qnQw1aA01IUaglg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UyDlDqWonv3hoAx.p9Rsw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9xgrPArEB1mEiMOhB5KGA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NguF4Gw2mJIhuiFXm5tKQ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jjbxyan2pgQROKxZgpsQw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Ministry of Sport Grid 16:9 - 16988">
  <a:themeElements>
    <a:clrScheme name="Grid theme color">
      <a:dk1>
        <a:srgbClr val="181818"/>
      </a:dk1>
      <a:lt1>
        <a:sysClr val="window" lastClr="FFFFFF"/>
      </a:lt1>
      <a:dk2>
        <a:srgbClr val="0E5936"/>
      </a:dk2>
      <a:lt2>
        <a:srgbClr val="F2F2F2"/>
      </a:lt2>
      <a:accent1>
        <a:srgbClr val="062C1B"/>
      </a:accent1>
      <a:accent2>
        <a:srgbClr val="0A4228"/>
      </a:accent2>
      <a:accent3>
        <a:srgbClr val="D6AD00"/>
      </a:accent3>
      <a:accent4>
        <a:srgbClr val="2BDD8A"/>
      </a:accent4>
      <a:accent5>
        <a:srgbClr val="9A9A9A"/>
      </a:accent5>
      <a:accent6>
        <a:srgbClr val="295E7E"/>
      </a:accent6>
      <a:hlink>
        <a:srgbClr val="2E3558"/>
      </a:hlink>
      <a:folHlink>
        <a:srgbClr val="2E3558"/>
      </a:folHlink>
    </a:clrScheme>
    <a:fontScheme name="Theme font">
      <a:majorFont>
        <a:latin typeface="Sakkal Majalla"/>
        <a:ea typeface=""/>
        <a:cs typeface=""/>
      </a:majorFont>
      <a:minorFont>
        <a:latin typeface="Sakkal Majalla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 w="9525" cap="rnd" cmpd="sng" algn="ctr">
          <a:solidFill>
            <a:schemeClr val="tx2"/>
          </a:solidFill>
          <a:prstDash val="solid"/>
          <a:round/>
          <a:headEnd type="none" w="med" len="med"/>
          <a:tailEnd type="none" w="med" len="med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400" dirty="0" smtClean="0">
            <a:solidFill>
              <a:srgbClr val="FFFFFF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rgbClr val="9A9A9A"/>
          </a:solidFill>
          <a:prstDash val="solid"/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9525" cap="rnd">
          <a:noFill/>
          <a:prstDash val="solid"/>
          <a:round/>
        </a:ln>
        <a:extLst>
          <a:ext uri="{909E8E84-426E-40DD-AFC4-6F175D3DCCD1}">
            <a14:hiddenFill xmlns:a14="http://schemas.microsoft.com/office/drawing/2010/main">
              <a:solidFill>
                <a:srgbClr val="29BA74"/>
              </a:solidFill>
            </a14:hiddenFill>
          </a:ext>
        </a:extLst>
      </a:spPr>
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txDef>
  </a:objectDefaults>
  <a:extraClrSchemeLst/>
  <a:custClrLst>
    <a:custClr name="Custom Color">
      <a:srgbClr val="37373A"/>
    </a:custClr>
    <a:custClr name="Custom Color">
      <a:srgbClr val="2E3558"/>
    </a:custClr>
    <a:custClr name="Custom Color">
      <a:srgbClr val="30C1D7"/>
    </a:custClr>
    <a:custClr name="Custom Color">
      <a:srgbClr val="670F31"/>
    </a:custClr>
    <a:custClr name="Custom Color">
      <a:srgbClr val="E71C57"/>
    </a:custClr>
  </a:custClrLst>
  <a:extLst>
    <a:ext uri="{05A4C25C-085E-4340-85A3-A5531E510DB2}">
      <thm15:themeFamily xmlns:thm15="http://schemas.microsoft.com/office/thememl/2012/main" name="Blank_16x9.potx" id="{F1417891-ADEE-4A5A-84BF-A61365689D8D}" vid="{7D249777-7FCF-437A-B862-D77B0EF45DB4}"/>
    </a:ext>
  </a:extLst>
</a:theme>
</file>

<file path=ppt/theme/theme2.xml><?xml version="1.0" encoding="utf-8"?>
<a:theme xmlns:a="http://schemas.openxmlformats.org/drawingml/2006/main" name="1_Office Theme">
  <a:themeElements>
    <a:clrScheme name="Custom 3">
      <a:dk1>
        <a:sysClr val="windowText" lastClr="000000"/>
      </a:dk1>
      <a:lt1>
        <a:sysClr val="window" lastClr="FFFFFF"/>
      </a:lt1>
      <a:dk2>
        <a:srgbClr val="16654B"/>
      </a:dk2>
      <a:lt2>
        <a:srgbClr val="BFBFBF"/>
      </a:lt2>
      <a:accent1>
        <a:srgbClr val="287159"/>
      </a:accent1>
      <a:accent2>
        <a:srgbClr val="87B787"/>
      </a:accent2>
      <a:accent3>
        <a:srgbClr val="FFD966"/>
      </a:accent3>
      <a:accent4>
        <a:srgbClr val="2E75B6"/>
      </a:accent4>
      <a:accent5>
        <a:srgbClr val="87B787"/>
      </a:accent5>
      <a:accent6>
        <a:srgbClr val="16654B"/>
      </a:accent6>
      <a:hlink>
        <a:srgbClr val="E7E6E6"/>
      </a:hlink>
      <a:folHlink>
        <a:srgbClr val="287159"/>
      </a:folHlink>
    </a:clrScheme>
    <a:fontScheme name="Trebuchet MS">
      <a:maj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00"/>
        </a:solidFill>
        <a:ln>
          <a:noFill/>
        </a:ln>
      </a:spPr>
      <a:bodyPr wrap="square" lIns="0" tIns="0" rIns="0" bIns="0" rtlCol="0" anchor="t">
        <a:noAutofit/>
      </a:bodyPr>
      <a:lstStyle>
        <a:defPPr algn="l">
          <a:defRPr sz="1600" dirty="0" smtClean="0">
            <a:solidFill>
              <a:schemeClr val="tx1">
                <a:lumMod val="75000"/>
                <a:lumOff val="25000"/>
              </a:schemeClr>
            </a:solidFill>
            <a:latin typeface="Open sans" panose="020B0606030504020204" pitchFamily="34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Theme">
  <a:themeElements>
    <a:clrScheme name="Custom 3">
      <a:dk1>
        <a:sysClr val="windowText" lastClr="000000"/>
      </a:dk1>
      <a:lt1>
        <a:sysClr val="window" lastClr="FFFFFF"/>
      </a:lt1>
      <a:dk2>
        <a:srgbClr val="16654B"/>
      </a:dk2>
      <a:lt2>
        <a:srgbClr val="BFBFBF"/>
      </a:lt2>
      <a:accent1>
        <a:srgbClr val="287159"/>
      </a:accent1>
      <a:accent2>
        <a:srgbClr val="87B787"/>
      </a:accent2>
      <a:accent3>
        <a:srgbClr val="FFD966"/>
      </a:accent3>
      <a:accent4>
        <a:srgbClr val="2E75B6"/>
      </a:accent4>
      <a:accent5>
        <a:srgbClr val="87B787"/>
      </a:accent5>
      <a:accent6>
        <a:srgbClr val="16654B"/>
      </a:accent6>
      <a:hlink>
        <a:srgbClr val="E7E6E6"/>
      </a:hlink>
      <a:folHlink>
        <a:srgbClr val="287159"/>
      </a:folHlink>
    </a:clrScheme>
    <a:fontScheme name="Trebuchet MS">
      <a:maj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  <a:effectLst/>
      </a:spPr>
      <a:bodyPr rtlCol="0" anchor="ctr"/>
      <a:lstStyle>
        <a:defPPr marL="0" algn="l">
          <a:defRPr sz="11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sz="11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White">
  <a:themeElements>
    <a:clrScheme name="Scheme1">
      <a:dk1>
        <a:srgbClr val="2C2C2C"/>
      </a:dk1>
      <a:lt1>
        <a:srgbClr val="F2F2F2"/>
      </a:lt1>
      <a:dk2>
        <a:srgbClr val="073B16"/>
      </a:dk2>
      <a:lt2>
        <a:srgbClr val="FFFFFF"/>
      </a:lt2>
      <a:accent1>
        <a:srgbClr val="0B5921"/>
      </a:accent1>
      <a:accent2>
        <a:srgbClr val="0E762C"/>
      </a:accent2>
      <a:accent3>
        <a:srgbClr val="14AA3F"/>
      </a:accent3>
      <a:accent4>
        <a:srgbClr val="BD9608"/>
      </a:accent4>
      <a:accent5>
        <a:srgbClr val="074F77"/>
      </a:accent5>
      <a:accent6>
        <a:srgbClr val="7F7F7F"/>
      </a:accent6>
      <a:hlink>
        <a:srgbClr val="0000FF"/>
      </a:hlink>
      <a:folHlink>
        <a:srgbClr val="800080"/>
      </a:folHlink>
    </a:clrScheme>
    <a:fontScheme name="Custom 103">
      <a:majorFont>
        <a:latin typeface="Sakkal Majalla"/>
        <a:ea typeface=""/>
        <a:cs typeface=""/>
      </a:majorFont>
      <a:minorFont>
        <a:latin typeface="Sakkal Majalla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1">
        <a:dk1>
          <a:srgbClr val="2C2C2C"/>
        </a:dk1>
        <a:lt1>
          <a:srgbClr val="F2F2F2"/>
        </a:lt1>
        <a:dk2>
          <a:srgbClr val="073B16"/>
        </a:dk2>
        <a:lt2>
          <a:srgbClr val="FFFFFF"/>
        </a:lt2>
        <a:accent1>
          <a:srgbClr val="0B5921"/>
        </a:accent1>
        <a:accent2>
          <a:srgbClr val="0E762C"/>
        </a:accent2>
        <a:accent3>
          <a:srgbClr val="14AA3F"/>
        </a:accent3>
        <a:accent4>
          <a:srgbClr val="BD9608"/>
        </a:accent4>
        <a:accent5>
          <a:srgbClr val="074F77"/>
        </a:accent5>
        <a:accent6>
          <a:srgbClr val="7F7F7F"/>
        </a:accent6>
        <a:hlink>
          <a:srgbClr val="0000FF"/>
        </a:hlink>
        <a:folHlink>
          <a:srgbClr val="800080"/>
        </a:folHlink>
      </a:clrScheme>
    </a:extraClrScheme>
  </a:extraClrSchemeLst>
  <a:custClrLst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Custom Color6">
      <a:srgbClr val="FFFFFF"/>
    </a:custClr>
    <a:custClr name="Custom Color7">
      <a:srgbClr val="FFFFFF"/>
    </a:custClr>
    <a:custClr name="Custom Color8">
      <a:srgbClr val="FFFFFF"/>
    </a:custClr>
    <a:custClr name="Custom Color9">
      <a:srgbClr val="FFFFFF"/>
    </a:custClr>
    <a:custClr name="Custom Color10">
      <a:srgbClr val="FFFFFF"/>
    </a:custClr>
    <a:custClr name="Custom Color11">
      <a:srgbClr val="37373A"/>
    </a:custClr>
    <a:custClr name="Custom Color12">
      <a:srgbClr val="2E3558"/>
    </a:custClr>
    <a:custClr name="Custom Color13">
      <a:srgbClr val="30C1D7"/>
    </a:custClr>
    <a:custClr name="Custom Color14">
      <a:srgbClr val="670F31"/>
    </a:custClr>
    <a:custClr name="Custom Color15">
      <a:srgbClr val="E71C57"/>
    </a:custClr>
    <a:custClr name="Custom Color16">
      <a:srgbClr val="F2F2F2"/>
    </a:custClr>
    <a:custClr name="Custom Color17">
      <a:srgbClr val="073B16"/>
    </a:custClr>
  </a:custClrLst>
  <a:extLst>
    <a:ext uri="{05A4C25C-085E-4340-85A3-A5531E510DB2}">
      <thm15:themeFamily xmlns:thm15="http://schemas.microsoft.com/office/thememl/2012/main" name="6448PM_CF_16x9_ENG_V4.potx" id="{9D5808A7-ADC1-4403-BA96-ED9FDCD01A3A}" vid="{82B77522-C655-40A5-A8C3-BFD1FE4E0077}"/>
    </a:ext>
  </a:extLst>
</a:theme>
</file>

<file path=ppt/theme/theme5.xml><?xml version="1.0" encoding="utf-8"?>
<a:theme xmlns:a="http://schemas.openxmlformats.org/drawingml/2006/main" name="2_Office Theme">
  <a:themeElements>
    <a:clrScheme name="16.02.24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1B934B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16.02.24">
      <a:majorFont>
        <a:latin typeface="Futura Bk BT"/>
        <a:ea typeface=""/>
        <a:cs typeface=""/>
      </a:majorFont>
      <a:minorFont>
        <a:latin typeface="Futura Bk B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l">
          <a:defRPr sz="1400" dirty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Custom 3">
      <a:dk1>
        <a:sysClr val="windowText" lastClr="000000"/>
      </a:dk1>
      <a:lt1>
        <a:sysClr val="window" lastClr="FFFFFF"/>
      </a:lt1>
      <a:dk2>
        <a:srgbClr val="16654B"/>
      </a:dk2>
      <a:lt2>
        <a:srgbClr val="BFBFBF"/>
      </a:lt2>
      <a:accent1>
        <a:srgbClr val="287159"/>
      </a:accent1>
      <a:accent2>
        <a:srgbClr val="87B787"/>
      </a:accent2>
      <a:accent3>
        <a:srgbClr val="FFD966"/>
      </a:accent3>
      <a:accent4>
        <a:srgbClr val="2E75B6"/>
      </a:accent4>
      <a:accent5>
        <a:srgbClr val="87B787"/>
      </a:accent5>
      <a:accent6>
        <a:srgbClr val="16654B"/>
      </a:accent6>
      <a:hlink>
        <a:srgbClr val="E7E6E6"/>
      </a:hlink>
      <a:folHlink>
        <a:srgbClr val="287159"/>
      </a:folHlink>
    </a:clrScheme>
    <a:fontScheme name="Trebuchet MS">
      <a:maj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00"/>
        </a:solidFill>
        <a:ln>
          <a:noFill/>
        </a:ln>
      </a:spPr>
      <a:bodyPr rot="0" spcFirstLastPara="0" vertOverflow="overflow" horzOverflow="overflow" vert="horz" wrap="square" lIns="0" tIns="0" rIns="0" bIns="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defRPr sz="1600" dirty="0" smtClean="0">
            <a:solidFill>
              <a:schemeClr val="tx1">
                <a:lumMod val="75000"/>
                <a:lumOff val="25000"/>
              </a:schemeClr>
            </a:solidFill>
            <a:latin typeface="Open sans" panose="020B0606030504020204" pitchFamily="34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6DA8421A32D374A82BB6E7BE437BB32" ma:contentTypeVersion="13" ma:contentTypeDescription="Create a new document." ma:contentTypeScope="" ma:versionID="c905a54c4309d8786874c424d2e10580">
  <xsd:schema xmlns:xsd="http://www.w3.org/2001/XMLSchema" xmlns:xs="http://www.w3.org/2001/XMLSchema" xmlns:p="http://schemas.microsoft.com/office/2006/metadata/properties" xmlns:ns2="dc8f5106-617d-4a38-8864-874c2aebad20" xmlns:ns3="6055efb2-aa9d-44ec-98bd-f06239a40f4d" targetNamespace="http://schemas.microsoft.com/office/2006/metadata/properties" ma:root="true" ma:fieldsID="6ec05f4ffc1c107e4c4d397ac21dc3a3" ns2:_="" ns3:_="">
    <xsd:import namespace="dc8f5106-617d-4a38-8864-874c2aebad20"/>
    <xsd:import namespace="6055efb2-aa9d-44ec-98bd-f06239a40f4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8f5106-617d-4a38-8864-874c2aebad2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bfc753e-5f72-400c-a650-5691d211e6f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55efb2-aa9d-44ec-98bd-f06239a40f4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03ca81e-59b1-4c77-a80b-08efa1eed30e}" ma:internalName="TaxCatchAll" ma:showField="CatchAllData" ma:web="6055efb2-aa9d-44ec-98bd-f06239a40f4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c8f5106-617d-4a38-8864-874c2aebad20">
      <Terms xmlns="http://schemas.microsoft.com/office/infopath/2007/PartnerControls"/>
    </lcf76f155ced4ddcb4097134ff3c332f>
    <TaxCatchAll xmlns="6055efb2-aa9d-44ec-98bd-f06239a40f4d" xsi:nil="true"/>
  </documentManagement>
</p:properties>
</file>

<file path=customXml/itemProps1.xml><?xml version="1.0" encoding="utf-8"?>
<ds:datastoreItem xmlns:ds="http://schemas.openxmlformats.org/officeDocument/2006/customXml" ds:itemID="{2B17419A-EAAC-4AFD-84B4-097C2D2C348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290F9BE-3123-476C-95EA-3190669BC429}">
  <ds:schemaRefs>
    <ds:schemaRef ds:uri="6055efb2-aa9d-44ec-98bd-f06239a40f4d"/>
    <ds:schemaRef ds:uri="dc8f5106-617d-4a38-8864-874c2aebad2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8146B5E-C874-4860-8169-1846A8DFF6A5}">
  <ds:schemaRefs>
    <ds:schemaRef ds:uri="http://purl.org/dc/terms/"/>
    <ds:schemaRef ds:uri="http://schemas.microsoft.com/office/2006/documentManagement/types"/>
    <ds:schemaRef ds:uri="http://www.w3.org/XML/1998/namespace"/>
    <ds:schemaRef ds:uri="http://purl.org/dc/elements/1.1/"/>
    <ds:schemaRef ds:uri="dc8f5106-617d-4a38-8864-874c2aebad20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6055efb2-aa9d-44ec-98bd-f06239a40f4d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1001</TotalTime>
  <Words>23729</Words>
  <Application>Microsoft Office PowerPoint</Application>
  <PresentationFormat>Widescreen</PresentationFormat>
  <Paragraphs>10291</Paragraphs>
  <Slides>130</Slides>
  <Notes>130</Notes>
  <HiddenSlides>0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6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130</vt:i4>
      </vt:variant>
    </vt:vector>
  </HeadingPairs>
  <TitlesOfParts>
    <vt:vector size="150" baseType="lpstr">
      <vt:lpstr>Courier New</vt:lpstr>
      <vt:lpstr>Trebuchet MS</vt:lpstr>
      <vt:lpstr>Century Gothic</vt:lpstr>
      <vt:lpstr>Open sans</vt:lpstr>
      <vt:lpstr>Open Sans Light</vt:lpstr>
      <vt:lpstr>Arial</vt:lpstr>
      <vt:lpstr>Segoe UI</vt:lpstr>
      <vt:lpstr>Alexandria Light</vt:lpstr>
      <vt:lpstr>DIN Next LT Arabic Light</vt:lpstr>
      <vt:lpstr>Futura Bk BT</vt:lpstr>
      <vt:lpstr>Calibri</vt:lpstr>
      <vt:lpstr>Wingdings</vt:lpstr>
      <vt:lpstr>Sakkal Majalla</vt:lpstr>
      <vt:lpstr>Ministry of Sport Grid 16:9 - 16988</vt:lpstr>
      <vt:lpstr>1_Office Theme</vt:lpstr>
      <vt:lpstr>3_Office Theme</vt:lpstr>
      <vt:lpstr>2_White</vt:lpstr>
      <vt:lpstr>2_Office Theme</vt:lpstr>
      <vt:lpstr>Office Theme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Lama Alabduljabar</dc:creator>
  <cp:lastModifiedBy>Mohammad Alnajjar</cp:lastModifiedBy>
  <cp:revision>2</cp:revision>
  <dcterms:created xsi:type="dcterms:W3CDTF">2024-10-07T21:34:09Z</dcterms:created>
  <dcterms:modified xsi:type="dcterms:W3CDTF">2026-06-08T16:24:41Z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0x01010036DA8421A32D374A82BB6E7BE437BB32</vt:lpwstr>
  </property>
  <property fmtid="{D5CDD505-2E9C-101B-9397-08002B2CF9AE}" pid="3" name="MediaServiceImageTags">
    <vt:lpwstr/>
  </property>
</Properties>
</file>